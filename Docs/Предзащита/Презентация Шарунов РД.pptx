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50"/>
  </p:notesMasterIdLst>
  <p:sldIdLst>
    <p:sldId id="256" r:id="rId3"/>
    <p:sldId id="297" r:id="rId4"/>
    <p:sldId id="298" r:id="rId5"/>
    <p:sldId id="299" r:id="rId6"/>
    <p:sldId id="300" r:id="rId7"/>
    <p:sldId id="301" r:id="rId8"/>
    <p:sldId id="302"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Lst>
  <p:sldSz cx="9144000" cy="5143500" type="screen16x9"/>
  <p:notesSz cx="6858000" cy="9144000"/>
  <p:embeddedFontLst>
    <p:embeddedFont>
      <p:font typeface="Amatic SC" panose="00000500000000000000" pitchFamily="2" charset="-79"/>
      <p:regular r:id="rId51"/>
      <p:bold r:id="rId52"/>
    </p:embeddedFont>
    <p:embeddedFont>
      <p:font typeface="Bahnschrift Light SemiCondensed" panose="020B0502040204020203" pitchFamily="34" charset="0"/>
      <p:regular r:id="rId53"/>
    </p:embeddedFont>
    <p:embeddedFont>
      <p:font typeface="Bahnschrift SemiBold" panose="020B0502040204020203" pitchFamily="34" charset="0"/>
      <p:bold r:id="rId54"/>
    </p:embeddedFont>
    <p:embeddedFont>
      <p:font typeface="Bahnschrift SemiCondensed" panose="020B0502040204020203" pitchFamily="34" charset="0"/>
      <p:regular r:id="rId55"/>
      <p:bold r:id="rId56"/>
    </p:embeddedFont>
    <p:embeddedFont>
      <p:font typeface="Calibri" panose="020F0502020204030204" pitchFamily="34" charset="0"/>
      <p:regular r:id="rId57"/>
      <p:bold r:id="rId58"/>
      <p:italic r:id="rId59"/>
      <p:boldItalic r:id="rId60"/>
    </p:embeddedFont>
    <p:embeddedFont>
      <p:font typeface="Epilogue" panose="020B0604020202020204" charset="0"/>
      <p:regular r:id="rId61"/>
      <p:bold r:id="rId62"/>
      <p:italic r:id="rId63"/>
      <p:boldItalic r:id="rId64"/>
    </p:embeddedFont>
    <p:embeddedFont>
      <p:font typeface="Franklin Gothic Demi" panose="020B0703020102020204" pitchFamily="34" charset="0"/>
      <p:regular r:id="rId65"/>
      <p:italic r:id="rId66"/>
    </p:embeddedFont>
    <p:embeddedFont>
      <p:font typeface="Lato" panose="020F0502020204030203" pitchFamily="34" charset="0"/>
      <p:regular r:id="rId67"/>
      <p:bold r:id="rId68"/>
      <p:italic r:id="rId69"/>
      <p:boldItalic r:id="rId70"/>
    </p:embeddedFont>
    <p:embeddedFont>
      <p:font typeface="Lato Light" panose="020F0502020204030203" pitchFamily="34" charset="0"/>
      <p:regular r:id="rId71"/>
      <p:italic r:id="rId72"/>
    </p:embeddedFont>
    <p:embeddedFont>
      <p:font typeface="Nunito Light" pitchFamily="2" charset="-52"/>
      <p:regular r:id="rId73"/>
      <p:italic r:id="rId74"/>
    </p:embeddedFont>
    <p:embeddedFont>
      <p:font typeface="Open Sans" panose="020B0606030504020204" pitchFamily="34" charset="0"/>
      <p:regular r:id="rId75"/>
      <p:bold r:id="rId76"/>
      <p:italic r:id="rId77"/>
      <p:boldItalic r:id="rId78"/>
    </p:embeddedFont>
    <p:embeddedFont>
      <p:font typeface="Proxima Nova" panose="020B0604020202020204" charset="0"/>
      <p:regular r:id="rId79"/>
      <p:bold r:id="rId80"/>
      <p:italic r:id="rId81"/>
      <p:boldItalic r:id="rId82"/>
    </p:embeddedFont>
    <p:embeddedFont>
      <p:font typeface="PT Sans" panose="020B0503020203020204" pitchFamily="34" charset="-52"/>
      <p:regular r:id="rId83"/>
      <p:bold r:id="rId84"/>
      <p:italic r:id="rId85"/>
      <p:boldItalic r:id="rId86"/>
    </p:embeddedFont>
    <p:embeddedFont>
      <p:font typeface="Raleway" pitchFamily="2" charset="-52"/>
      <p:regular r:id="rId87"/>
      <p:bold r:id="rId88"/>
      <p:italic r:id="rId89"/>
      <p:boldItalic r:id="rId90"/>
    </p:embeddedFont>
    <p:embeddedFont>
      <p:font typeface="Roboto Medium" panose="02000000000000000000" pitchFamily="2" charset="0"/>
      <p:regular r:id="rId91"/>
      <p:bold r:id="rId92"/>
      <p:italic r:id="rId93"/>
      <p:boldItalic r:id="rId9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521415D9-36F7-43E2-AB2F-B90AF26B5E84}">
      <p14:sectionLst xmlns:p14="http://schemas.microsoft.com/office/powerpoint/2010/main">
        <p14:section name="Основа" id="{441CD8C2-0008-48F9-84FE-5431B0B73CF8}">
          <p14:sldIdLst>
            <p14:sldId id="256"/>
            <p14:sldId id="297"/>
            <p14:sldId id="298"/>
            <p14:sldId id="299"/>
            <p14:sldId id="300"/>
            <p14:sldId id="301"/>
            <p14:sldId id="302"/>
          </p14:sldIdLst>
        </p14:section>
        <p14:section name="Шаблоны" id="{B529536D-B400-43AE-98A5-47C173DDE3F4}">
          <p14:sldIdLst>
            <p14:sldId id="257"/>
            <p14:sldId id="258"/>
            <p14:sldId id="259"/>
            <p14:sldId id="260"/>
            <p14:sldId id="261"/>
            <p14:sldId id="262"/>
            <p14:sldId id="263"/>
            <p14:sldId id="264"/>
            <p14:sldId id="265"/>
            <p14:sldId id="266"/>
            <p14:sldId id="267"/>
            <p14:sldId id="268"/>
            <p14:sldId id="269"/>
            <p14:sldId id="270"/>
            <p14:sldId id="271"/>
            <p14:sldId id="272"/>
            <p14:sldId id="273"/>
            <p14:sldId id="274"/>
            <p14:sldId id="275"/>
            <p14:sldId id="276"/>
            <p14:sldId id="277"/>
            <p14:sldId id="278"/>
            <p14:sldId id="279"/>
            <p14:sldId id="280"/>
            <p14:sldId id="281"/>
            <p14:sldId id="282"/>
            <p14:sldId id="283"/>
            <p14:sldId id="284"/>
            <p14:sldId id="285"/>
            <p14:sldId id="286"/>
            <p14:sldId id="287"/>
            <p14:sldId id="288"/>
            <p14:sldId id="289"/>
            <p14:sldId id="290"/>
            <p14:sldId id="291"/>
            <p14:sldId id="292"/>
            <p14:sldId id="293"/>
            <p14:sldId id="294"/>
            <p14:sldId id="295"/>
            <p14:sldId id="296"/>
          </p14:sldIdLst>
        </p14:section>
      </p14:section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9064342-CC3E-41E9-A069-EDB3E7D4C846}">
  <a:tblStyle styleId="{49064342-CC3E-41E9-A069-EDB3E7D4C84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8535B50-5E39-4E54-B0A7-2BF578302548}"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63" d="100"/>
          <a:sy n="63" d="100"/>
        </p:scale>
        <p:origin x="77" y="85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3.fntdata"/><Relationship Id="rId68" Type="http://schemas.openxmlformats.org/officeDocument/2006/relationships/font" Target="fonts/font18.fntdata"/><Relationship Id="rId84" Type="http://schemas.openxmlformats.org/officeDocument/2006/relationships/font" Target="fonts/font34.fntdata"/><Relationship Id="rId89" Type="http://schemas.openxmlformats.org/officeDocument/2006/relationships/font" Target="fonts/font39.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3.fntdata"/><Relationship Id="rId58" Type="http://schemas.openxmlformats.org/officeDocument/2006/relationships/font" Target="fonts/font8.fntdata"/><Relationship Id="rId74" Type="http://schemas.openxmlformats.org/officeDocument/2006/relationships/font" Target="fonts/font24.fntdata"/><Relationship Id="rId79" Type="http://schemas.openxmlformats.org/officeDocument/2006/relationships/font" Target="fonts/font29.fntdata"/><Relationship Id="rId5" Type="http://schemas.openxmlformats.org/officeDocument/2006/relationships/slide" Target="slides/slide3.xml"/><Relationship Id="rId90" Type="http://schemas.openxmlformats.org/officeDocument/2006/relationships/font" Target="fonts/font40.fntdata"/><Relationship Id="rId95" Type="http://schemas.openxmlformats.org/officeDocument/2006/relationships/presProps" Target="pres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14.fntdata"/><Relationship Id="rId69" Type="http://schemas.openxmlformats.org/officeDocument/2006/relationships/font" Target="fonts/font19.fntdata"/><Relationship Id="rId80" Type="http://schemas.openxmlformats.org/officeDocument/2006/relationships/font" Target="fonts/font30.fntdata"/><Relationship Id="rId85" Type="http://schemas.openxmlformats.org/officeDocument/2006/relationships/font" Target="fonts/font35.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9.fntdata"/><Relationship Id="rId67"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4.fntdata"/><Relationship Id="rId62" Type="http://schemas.openxmlformats.org/officeDocument/2006/relationships/font" Target="fonts/font12.fntdata"/><Relationship Id="rId70" Type="http://schemas.openxmlformats.org/officeDocument/2006/relationships/font" Target="fonts/font20.fntdata"/><Relationship Id="rId75" Type="http://schemas.openxmlformats.org/officeDocument/2006/relationships/font" Target="fonts/font25.fntdata"/><Relationship Id="rId83" Type="http://schemas.openxmlformats.org/officeDocument/2006/relationships/font" Target="fonts/font33.fntdata"/><Relationship Id="rId88" Type="http://schemas.openxmlformats.org/officeDocument/2006/relationships/font" Target="fonts/font38.fntdata"/><Relationship Id="rId91" Type="http://schemas.openxmlformats.org/officeDocument/2006/relationships/font" Target="fonts/font41.fntdata"/><Relationship Id="rId96"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7.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2.fntdata"/><Relationship Id="rId60" Type="http://schemas.openxmlformats.org/officeDocument/2006/relationships/font" Target="fonts/font10.fntdata"/><Relationship Id="rId65" Type="http://schemas.openxmlformats.org/officeDocument/2006/relationships/font" Target="fonts/font15.fntdata"/><Relationship Id="rId73" Type="http://schemas.openxmlformats.org/officeDocument/2006/relationships/font" Target="fonts/font23.fntdata"/><Relationship Id="rId78" Type="http://schemas.openxmlformats.org/officeDocument/2006/relationships/font" Target="fonts/font28.fntdata"/><Relationship Id="rId81" Type="http://schemas.openxmlformats.org/officeDocument/2006/relationships/font" Target="fonts/font31.fntdata"/><Relationship Id="rId86" Type="http://schemas.openxmlformats.org/officeDocument/2006/relationships/font" Target="fonts/font36.fntdata"/><Relationship Id="rId94" Type="http://schemas.openxmlformats.org/officeDocument/2006/relationships/font" Target="fonts/font44.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notesMaster" Target="notesMasters/notesMaster1.xml"/><Relationship Id="rId55" Type="http://schemas.openxmlformats.org/officeDocument/2006/relationships/font" Target="fonts/font5.fntdata"/><Relationship Id="rId76" Type="http://schemas.openxmlformats.org/officeDocument/2006/relationships/font" Target="fonts/font26.fntdata"/><Relationship Id="rId97"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font" Target="fonts/font21.fntdata"/><Relationship Id="rId92" Type="http://schemas.openxmlformats.org/officeDocument/2006/relationships/font" Target="fonts/font4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6.fntdata"/><Relationship Id="rId87" Type="http://schemas.openxmlformats.org/officeDocument/2006/relationships/font" Target="fonts/font37.fntdata"/><Relationship Id="rId61" Type="http://schemas.openxmlformats.org/officeDocument/2006/relationships/font" Target="fonts/font11.fntdata"/><Relationship Id="rId82" Type="http://schemas.openxmlformats.org/officeDocument/2006/relationships/font" Target="fonts/font32.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font" Target="fonts/font6.fntdata"/><Relationship Id="rId77" Type="http://schemas.openxmlformats.org/officeDocument/2006/relationships/font" Target="fonts/font27.fntdata"/><Relationship Id="rId8" Type="http://schemas.openxmlformats.org/officeDocument/2006/relationships/slide" Target="slides/slide6.xml"/><Relationship Id="rId51" Type="http://schemas.openxmlformats.org/officeDocument/2006/relationships/font" Target="fonts/font1.fntdata"/><Relationship Id="rId72" Type="http://schemas.openxmlformats.org/officeDocument/2006/relationships/font" Target="fonts/font22.fntdata"/><Relationship Id="rId93" Type="http://schemas.openxmlformats.org/officeDocument/2006/relationships/font" Target="fonts/font43.fntdata"/><Relationship Id="rId98"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0"/>
        <p:cNvGrpSpPr/>
        <p:nvPr/>
      </p:nvGrpSpPr>
      <p:grpSpPr>
        <a:xfrm>
          <a:off x="0" y="0"/>
          <a:ext cx="0" cy="0"/>
          <a:chOff x="0" y="0"/>
          <a:chExt cx="0" cy="0"/>
        </a:xfrm>
      </p:grpSpPr>
      <p:sp>
        <p:nvSpPr>
          <p:cNvPr id="751" name="Google Shape;751;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2" name="Google Shape;752;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5"/>
        <p:cNvGrpSpPr/>
        <p:nvPr/>
      </p:nvGrpSpPr>
      <p:grpSpPr>
        <a:xfrm>
          <a:off x="0" y="0"/>
          <a:ext cx="0" cy="0"/>
          <a:chOff x="0" y="0"/>
          <a:chExt cx="0" cy="0"/>
        </a:xfrm>
      </p:grpSpPr>
      <p:sp>
        <p:nvSpPr>
          <p:cNvPr id="946" name="Google Shape;946;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7" name="Google Shape;94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3887569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5"/>
        <p:cNvGrpSpPr/>
        <p:nvPr/>
      </p:nvGrpSpPr>
      <p:grpSpPr>
        <a:xfrm>
          <a:off x="0" y="0"/>
          <a:ext cx="0" cy="0"/>
          <a:chOff x="0" y="0"/>
          <a:chExt cx="0" cy="0"/>
        </a:xfrm>
      </p:grpSpPr>
      <p:sp>
        <p:nvSpPr>
          <p:cNvPr id="1106" name="Google Shape;1106;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7" name="Google Shape;1107;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915204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2"/>
        <p:cNvGrpSpPr/>
        <p:nvPr/>
      </p:nvGrpSpPr>
      <p:grpSpPr>
        <a:xfrm>
          <a:off x="0" y="0"/>
          <a:ext cx="0" cy="0"/>
          <a:chOff x="0" y="0"/>
          <a:chExt cx="0" cy="0"/>
        </a:xfrm>
      </p:grpSpPr>
      <p:sp>
        <p:nvSpPr>
          <p:cNvPr id="963" name="Google Shape;96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4" name="Google Shape;96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1333949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9"/>
        <p:cNvGrpSpPr/>
        <p:nvPr/>
      </p:nvGrpSpPr>
      <p:grpSpPr>
        <a:xfrm>
          <a:off x="0" y="0"/>
          <a:ext cx="0" cy="0"/>
          <a:chOff x="0" y="0"/>
          <a:chExt cx="0" cy="0"/>
        </a:xfrm>
      </p:grpSpPr>
      <p:sp>
        <p:nvSpPr>
          <p:cNvPr id="1100" name="Google Shape;1100;g3484897fde9_0_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1" name="Google Shape;1101;g3484897fde9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570005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5"/>
        <p:cNvGrpSpPr/>
        <p:nvPr/>
      </p:nvGrpSpPr>
      <p:grpSpPr>
        <a:xfrm>
          <a:off x="0" y="0"/>
          <a:ext cx="0" cy="0"/>
          <a:chOff x="0" y="0"/>
          <a:chExt cx="0" cy="0"/>
        </a:xfrm>
      </p:grpSpPr>
      <p:sp>
        <p:nvSpPr>
          <p:cNvPr id="946" name="Google Shape;946;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7" name="Google Shape;94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9113752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6"/>
        <p:cNvGrpSpPr/>
        <p:nvPr/>
      </p:nvGrpSpPr>
      <p:grpSpPr>
        <a:xfrm>
          <a:off x="0" y="0"/>
          <a:ext cx="0" cy="0"/>
          <a:chOff x="0" y="0"/>
          <a:chExt cx="0" cy="0"/>
        </a:xfrm>
      </p:grpSpPr>
      <p:sp>
        <p:nvSpPr>
          <p:cNvPr id="937" name="Google Shape;937;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 name="Google Shape;938;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5"/>
        <p:cNvGrpSpPr/>
        <p:nvPr/>
      </p:nvGrpSpPr>
      <p:grpSpPr>
        <a:xfrm>
          <a:off x="0" y="0"/>
          <a:ext cx="0" cy="0"/>
          <a:chOff x="0" y="0"/>
          <a:chExt cx="0" cy="0"/>
        </a:xfrm>
      </p:grpSpPr>
      <p:sp>
        <p:nvSpPr>
          <p:cNvPr id="946" name="Google Shape;946;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7" name="Google Shape;94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2"/>
        <p:cNvGrpSpPr/>
        <p:nvPr/>
      </p:nvGrpSpPr>
      <p:grpSpPr>
        <a:xfrm>
          <a:off x="0" y="0"/>
          <a:ext cx="0" cy="0"/>
          <a:chOff x="0" y="0"/>
          <a:chExt cx="0" cy="0"/>
        </a:xfrm>
      </p:grpSpPr>
      <p:sp>
        <p:nvSpPr>
          <p:cNvPr id="963" name="Google Shape;963;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4" name="Google Shape;96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4"/>
        <p:cNvGrpSpPr/>
        <p:nvPr/>
      </p:nvGrpSpPr>
      <p:grpSpPr>
        <a:xfrm>
          <a:off x="0" y="0"/>
          <a:ext cx="0" cy="0"/>
          <a:chOff x="0" y="0"/>
          <a:chExt cx="0" cy="0"/>
        </a:xfrm>
      </p:grpSpPr>
      <p:sp>
        <p:nvSpPr>
          <p:cNvPr id="1015" name="Google Shape;1015;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6" name="Google Shape;1016;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9"/>
        <p:cNvGrpSpPr/>
        <p:nvPr/>
      </p:nvGrpSpPr>
      <p:grpSpPr>
        <a:xfrm>
          <a:off x="0" y="0"/>
          <a:ext cx="0" cy="0"/>
          <a:chOff x="0" y="0"/>
          <a:chExt cx="0" cy="0"/>
        </a:xfrm>
      </p:grpSpPr>
      <p:sp>
        <p:nvSpPr>
          <p:cNvPr id="1100" name="Google Shape;1100;g3484897fde9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1" name="Google Shape;1101;g3484897fde9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5"/>
        <p:cNvGrpSpPr/>
        <p:nvPr/>
      </p:nvGrpSpPr>
      <p:grpSpPr>
        <a:xfrm>
          <a:off x="0" y="0"/>
          <a:ext cx="0" cy="0"/>
          <a:chOff x="0" y="0"/>
          <a:chExt cx="0" cy="0"/>
        </a:xfrm>
      </p:grpSpPr>
      <p:sp>
        <p:nvSpPr>
          <p:cNvPr id="1106" name="Google Shape;1106;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7" name="Google Shape;1107;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0"/>
        <p:cNvGrpSpPr/>
        <p:nvPr/>
      </p:nvGrpSpPr>
      <p:grpSpPr>
        <a:xfrm>
          <a:off x="0" y="0"/>
          <a:ext cx="0" cy="0"/>
          <a:chOff x="0" y="0"/>
          <a:chExt cx="0" cy="0"/>
        </a:xfrm>
      </p:grpSpPr>
      <p:sp>
        <p:nvSpPr>
          <p:cNvPr id="1131" name="Google Shape;1131;g184d99d1a72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2" name="Google Shape;1132;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1"/>
        <p:cNvGrpSpPr/>
        <p:nvPr/>
      </p:nvGrpSpPr>
      <p:grpSpPr>
        <a:xfrm>
          <a:off x="0" y="0"/>
          <a:ext cx="0" cy="0"/>
          <a:chOff x="0" y="0"/>
          <a:chExt cx="0" cy="0"/>
        </a:xfrm>
      </p:grpSpPr>
      <p:sp>
        <p:nvSpPr>
          <p:cNvPr id="1142" name="Google Shape;1142;g184d99d1a72_0_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3" name="Google Shape;1143;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4"/>
        <p:cNvGrpSpPr/>
        <p:nvPr/>
      </p:nvGrpSpPr>
      <p:grpSpPr>
        <a:xfrm>
          <a:off x="0" y="0"/>
          <a:ext cx="0" cy="0"/>
          <a:chOff x="0" y="0"/>
          <a:chExt cx="0" cy="0"/>
        </a:xfrm>
      </p:grpSpPr>
      <p:sp>
        <p:nvSpPr>
          <p:cNvPr id="1155" name="Google Shape;1155;g184d99d1a72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6" name="Google Shape;1156;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1"/>
        <p:cNvGrpSpPr/>
        <p:nvPr/>
      </p:nvGrpSpPr>
      <p:grpSpPr>
        <a:xfrm>
          <a:off x="0" y="0"/>
          <a:ext cx="0" cy="0"/>
          <a:chOff x="0" y="0"/>
          <a:chExt cx="0" cy="0"/>
        </a:xfrm>
      </p:grpSpPr>
      <p:sp>
        <p:nvSpPr>
          <p:cNvPr id="1172" name="Google Shape;1172;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3" name="Google Shape;1173;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0"/>
        <p:cNvGrpSpPr/>
        <p:nvPr/>
      </p:nvGrpSpPr>
      <p:grpSpPr>
        <a:xfrm>
          <a:off x="0" y="0"/>
          <a:ext cx="0" cy="0"/>
          <a:chOff x="0" y="0"/>
          <a:chExt cx="0" cy="0"/>
        </a:xfrm>
      </p:grpSpPr>
      <p:sp>
        <p:nvSpPr>
          <p:cNvPr id="1291" name="Google Shape;1291;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 name="Google Shape;1292;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2"/>
        <p:cNvGrpSpPr/>
        <p:nvPr/>
      </p:nvGrpSpPr>
      <p:grpSpPr>
        <a:xfrm>
          <a:off x="0" y="0"/>
          <a:ext cx="0" cy="0"/>
          <a:chOff x="0" y="0"/>
          <a:chExt cx="0" cy="0"/>
        </a:xfrm>
      </p:grpSpPr>
      <p:sp>
        <p:nvSpPr>
          <p:cNvPr id="1303" name="Google Shape;1303;g216241d4a31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4" name="Google Shape;1304;g216241d4a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
        <p:cNvGrpSpPr/>
        <p:nvPr/>
      </p:nvGrpSpPr>
      <p:grpSpPr>
        <a:xfrm>
          <a:off x="0" y="0"/>
          <a:ext cx="0" cy="0"/>
          <a:chOff x="0" y="0"/>
          <a:chExt cx="0" cy="0"/>
        </a:xfrm>
      </p:grpSpPr>
      <p:sp>
        <p:nvSpPr>
          <p:cNvPr id="1322" name="Google Shape;1322;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3" name="Google Shape;1323;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7"/>
        <p:cNvGrpSpPr/>
        <p:nvPr/>
      </p:nvGrpSpPr>
      <p:grpSpPr>
        <a:xfrm>
          <a:off x="0" y="0"/>
          <a:ext cx="0" cy="0"/>
          <a:chOff x="0" y="0"/>
          <a:chExt cx="0" cy="0"/>
        </a:xfrm>
      </p:grpSpPr>
      <p:sp>
        <p:nvSpPr>
          <p:cNvPr id="1328" name="Google Shape;1328;g190cccfa97d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9" name="Google Shape;1329;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1"/>
        <p:cNvGrpSpPr/>
        <p:nvPr/>
      </p:nvGrpSpPr>
      <p:grpSpPr>
        <a:xfrm>
          <a:off x="0" y="0"/>
          <a:ext cx="0" cy="0"/>
          <a:chOff x="0" y="0"/>
          <a:chExt cx="0" cy="0"/>
        </a:xfrm>
      </p:grpSpPr>
      <p:sp>
        <p:nvSpPr>
          <p:cNvPr id="1382" name="Google Shape;1382;g54dda1946d_4_2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3" name="Google Shape;1383;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7"/>
        <p:cNvGrpSpPr/>
        <p:nvPr/>
      </p:nvGrpSpPr>
      <p:grpSpPr>
        <a:xfrm>
          <a:off x="0" y="0"/>
          <a:ext cx="0" cy="0"/>
          <a:chOff x="0" y="0"/>
          <a:chExt cx="0" cy="0"/>
        </a:xfrm>
      </p:grpSpPr>
      <p:sp>
        <p:nvSpPr>
          <p:cNvPr id="1418" name="Google Shape;1418;g172b1845856_1_1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9" name="Google Shape;1419;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5"/>
        <p:cNvGrpSpPr/>
        <p:nvPr/>
      </p:nvGrpSpPr>
      <p:grpSpPr>
        <a:xfrm>
          <a:off x="0" y="0"/>
          <a:ext cx="0" cy="0"/>
          <a:chOff x="0" y="0"/>
          <a:chExt cx="0" cy="0"/>
        </a:xfrm>
      </p:grpSpPr>
      <p:sp>
        <p:nvSpPr>
          <p:cNvPr id="1446" name="Google Shape;1446;g216241d4a31_0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7" name="Google Shape;1447;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
        <p:cNvGrpSpPr/>
        <p:nvPr/>
      </p:nvGrpSpPr>
      <p:grpSpPr>
        <a:xfrm>
          <a:off x="0" y="0"/>
          <a:ext cx="0" cy="0"/>
          <a:chOff x="0" y="0"/>
          <a:chExt cx="0" cy="0"/>
        </a:xfrm>
      </p:grpSpPr>
      <p:sp>
        <p:nvSpPr>
          <p:cNvPr id="1466" name="Google Shape;1466;g1869d044d7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7" name="Google Shape;1467;g1869d044d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1"/>
        <p:cNvGrpSpPr/>
        <p:nvPr/>
      </p:nvGrpSpPr>
      <p:grpSpPr>
        <a:xfrm>
          <a:off x="0" y="0"/>
          <a:ext cx="0" cy="0"/>
          <a:chOff x="0" y="0"/>
          <a:chExt cx="0" cy="0"/>
        </a:xfrm>
      </p:grpSpPr>
      <p:sp>
        <p:nvSpPr>
          <p:cNvPr id="1472" name="Google Shape;1472;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3" name="Google Shape;1473;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5"/>
        <p:cNvGrpSpPr/>
        <p:nvPr/>
      </p:nvGrpSpPr>
      <p:grpSpPr>
        <a:xfrm>
          <a:off x="0" y="0"/>
          <a:ext cx="0" cy="0"/>
          <a:chOff x="0" y="0"/>
          <a:chExt cx="0" cy="0"/>
        </a:xfrm>
      </p:grpSpPr>
      <p:sp>
        <p:nvSpPr>
          <p:cNvPr id="1486" name="Google Shape;1486;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7" name="Google Shape;1487;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3"/>
        <p:cNvGrpSpPr/>
        <p:nvPr/>
      </p:nvGrpSpPr>
      <p:grpSpPr>
        <a:xfrm>
          <a:off x="0" y="0"/>
          <a:ext cx="0" cy="0"/>
          <a:chOff x="0" y="0"/>
          <a:chExt cx="0" cy="0"/>
        </a:xfrm>
      </p:grpSpPr>
      <p:sp>
        <p:nvSpPr>
          <p:cNvPr id="1634" name="Google Shape;1634;g2935051597d_0_405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5" name="Google Shape;1635;g2935051597d_0_405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6"/>
        <p:cNvGrpSpPr/>
        <p:nvPr/>
      </p:nvGrpSpPr>
      <p:grpSpPr>
        <a:xfrm>
          <a:off x="0" y="0"/>
          <a:ext cx="0" cy="0"/>
          <a:chOff x="0" y="0"/>
          <a:chExt cx="0" cy="0"/>
        </a:xfrm>
      </p:grpSpPr>
      <p:sp>
        <p:nvSpPr>
          <p:cNvPr id="1907" name="Google Shape;1907;g2935051597d_0_406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8" name="Google Shape;1908;g2935051597d_0_406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2"/>
        <p:cNvGrpSpPr/>
        <p:nvPr/>
      </p:nvGrpSpPr>
      <p:grpSpPr>
        <a:xfrm>
          <a:off x="0" y="0"/>
          <a:ext cx="0" cy="0"/>
          <a:chOff x="0" y="0"/>
          <a:chExt cx="0" cy="0"/>
        </a:xfrm>
      </p:grpSpPr>
      <p:sp>
        <p:nvSpPr>
          <p:cNvPr id="1913" name="Google Shape;1913;g2935051597d_0_206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4" name="Google Shape;1914;g2935051597d_0_206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8"/>
        <p:cNvGrpSpPr/>
        <p:nvPr/>
      </p:nvGrpSpPr>
      <p:grpSpPr>
        <a:xfrm>
          <a:off x="0" y="0"/>
          <a:ext cx="0" cy="0"/>
          <a:chOff x="0" y="0"/>
          <a:chExt cx="0" cy="0"/>
        </a:xfrm>
      </p:grpSpPr>
      <p:sp>
        <p:nvSpPr>
          <p:cNvPr id="1919" name="Google Shape;1919;g2935051597d_0_206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0" name="Google Shape;1920;g2935051597d_0_206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4"/>
        <p:cNvGrpSpPr/>
        <p:nvPr/>
      </p:nvGrpSpPr>
      <p:grpSpPr>
        <a:xfrm>
          <a:off x="0" y="0"/>
          <a:ext cx="0" cy="0"/>
          <a:chOff x="0" y="0"/>
          <a:chExt cx="0" cy="0"/>
        </a:xfrm>
      </p:grpSpPr>
      <p:sp>
        <p:nvSpPr>
          <p:cNvPr id="1925" name="Google Shape;1925;g2935051597d_0_206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6" name="Google Shape;1926;g2935051597d_0_206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0"/>
        <p:cNvGrpSpPr/>
        <p:nvPr/>
      </p:nvGrpSpPr>
      <p:grpSpPr>
        <a:xfrm>
          <a:off x="0" y="0"/>
          <a:ext cx="0" cy="0"/>
          <a:chOff x="0" y="0"/>
          <a:chExt cx="0" cy="0"/>
        </a:xfrm>
      </p:grpSpPr>
      <p:sp>
        <p:nvSpPr>
          <p:cNvPr id="1951" name="Google Shape;1951;g2935051597d_0_207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2" name="Google Shape;1952;g2935051597d_0_207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6"/>
        <p:cNvGrpSpPr/>
        <p:nvPr/>
      </p:nvGrpSpPr>
      <p:grpSpPr>
        <a:xfrm>
          <a:off x="0" y="0"/>
          <a:ext cx="0" cy="0"/>
          <a:chOff x="0" y="0"/>
          <a:chExt cx="0" cy="0"/>
        </a:xfrm>
      </p:grpSpPr>
      <p:sp>
        <p:nvSpPr>
          <p:cNvPr id="1967" name="Google Shape;1967;g2935051597d_0_207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8" name="Google Shape;1968;g2935051597d_0_20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5"/>
        <p:cNvGrpSpPr/>
        <p:nvPr/>
      </p:nvGrpSpPr>
      <p:grpSpPr>
        <a:xfrm>
          <a:off x="0" y="0"/>
          <a:ext cx="0" cy="0"/>
          <a:chOff x="0" y="0"/>
          <a:chExt cx="0" cy="0"/>
        </a:xfrm>
      </p:grpSpPr>
      <p:sp>
        <p:nvSpPr>
          <p:cNvPr id="2306" name="Google Shape;2306;g2935051597d_0_210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7" name="Google Shape;2307;g2935051597d_0_21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6"/>
        <p:cNvGrpSpPr/>
        <p:nvPr/>
      </p:nvGrpSpPr>
      <p:grpSpPr>
        <a:xfrm>
          <a:off x="0" y="0"/>
          <a:ext cx="0" cy="0"/>
          <a:chOff x="0" y="0"/>
          <a:chExt cx="0" cy="0"/>
        </a:xfrm>
      </p:grpSpPr>
      <p:sp>
        <p:nvSpPr>
          <p:cNvPr id="4507" name="Google Shape;4507;g2935051597d_0_232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08" name="Google Shape;4508;g2935051597d_0_232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5"/>
        <p:cNvGrpSpPr/>
        <p:nvPr/>
      </p:nvGrpSpPr>
      <p:grpSpPr>
        <a:xfrm>
          <a:off x="0" y="0"/>
          <a:ext cx="0" cy="0"/>
          <a:chOff x="0" y="0"/>
          <a:chExt cx="0" cy="0"/>
        </a:xfrm>
      </p:grpSpPr>
      <p:sp>
        <p:nvSpPr>
          <p:cNvPr id="4926" name="Google Shape;4926;g2935051597d_0_236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7" name="Google Shape;4927;g2935051597d_0_236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5"/>
        <p:cNvGrpSpPr/>
        <p:nvPr/>
      </p:nvGrpSpPr>
      <p:grpSpPr>
        <a:xfrm>
          <a:off x="0" y="0"/>
          <a:ext cx="0" cy="0"/>
          <a:chOff x="0" y="0"/>
          <a:chExt cx="0" cy="0"/>
        </a:xfrm>
      </p:grpSpPr>
      <p:sp>
        <p:nvSpPr>
          <p:cNvPr id="5096" name="Google Shape;5096;g2935051597d_0_238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97" name="Google Shape;5097;g2935051597d_0_238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00"/>
        <p:cNvGrpSpPr/>
        <p:nvPr/>
      </p:nvGrpSpPr>
      <p:grpSpPr>
        <a:xfrm>
          <a:off x="0" y="0"/>
          <a:ext cx="0" cy="0"/>
          <a:chOff x="0" y="0"/>
          <a:chExt cx="0" cy="0"/>
        </a:xfrm>
      </p:grpSpPr>
      <p:sp>
        <p:nvSpPr>
          <p:cNvPr id="5501" name="Google Shape;5501;g2935051597d_0_242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02" name="Google Shape;5502;g2935051597d_0_24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80"/>
        <p:cNvGrpSpPr/>
        <p:nvPr/>
      </p:nvGrpSpPr>
      <p:grpSpPr>
        <a:xfrm>
          <a:off x="0" y="0"/>
          <a:ext cx="0" cy="0"/>
          <a:chOff x="0" y="0"/>
          <a:chExt cx="0" cy="0"/>
        </a:xfrm>
      </p:grpSpPr>
      <p:sp>
        <p:nvSpPr>
          <p:cNvPr id="5881" name="Google Shape;5881;g2935051597d_0_246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82" name="Google Shape;5882;g2935051597d_0_24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57"/>
        <p:cNvGrpSpPr/>
        <p:nvPr/>
      </p:nvGrpSpPr>
      <p:grpSpPr>
        <a:xfrm>
          <a:off x="0" y="0"/>
          <a:ext cx="0" cy="0"/>
          <a:chOff x="0" y="0"/>
          <a:chExt cx="0" cy="0"/>
        </a:xfrm>
      </p:grpSpPr>
      <p:sp>
        <p:nvSpPr>
          <p:cNvPr id="6658" name="Google Shape;6658;g2935051597d_0_254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59" name="Google Shape;6659;g2935051597d_0_254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4"/>
        <p:cNvGrpSpPr/>
        <p:nvPr/>
      </p:nvGrpSpPr>
      <p:grpSpPr>
        <a:xfrm>
          <a:off x="0" y="0"/>
          <a:ext cx="0" cy="0"/>
          <a:chOff x="0" y="0"/>
          <a:chExt cx="0" cy="0"/>
        </a:xfrm>
      </p:grpSpPr>
      <p:sp>
        <p:nvSpPr>
          <p:cNvPr id="8065" name="Google Shape;8065;g2935051597d_0_268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6" name="Google Shape;8066;g2935051597d_0_268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58"/>
        <p:cNvGrpSpPr/>
        <p:nvPr/>
      </p:nvGrpSpPr>
      <p:grpSpPr>
        <a:xfrm>
          <a:off x="0" y="0"/>
          <a:ext cx="0" cy="0"/>
          <a:chOff x="0" y="0"/>
          <a:chExt cx="0" cy="0"/>
        </a:xfrm>
      </p:grpSpPr>
      <p:sp>
        <p:nvSpPr>
          <p:cNvPr id="10459" name="Google Shape;10459;g2935051597d_0_292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60" name="Google Shape;10460;g2935051597d_0_29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72"/>
        <p:cNvGrpSpPr/>
        <p:nvPr/>
      </p:nvGrpSpPr>
      <p:grpSpPr>
        <a:xfrm>
          <a:off x="0" y="0"/>
          <a:ext cx="0" cy="0"/>
          <a:chOff x="0" y="0"/>
          <a:chExt cx="0" cy="0"/>
        </a:xfrm>
      </p:grpSpPr>
      <p:sp>
        <p:nvSpPr>
          <p:cNvPr id="12473" name="Google Shape;12473;g2935051597d_0_312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74" name="Google Shape;12474;g2935051597d_0_31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8"/>
        <p:cNvGrpSpPr/>
        <p:nvPr/>
      </p:nvGrpSpPr>
      <p:grpSpPr>
        <a:xfrm>
          <a:off x="0" y="0"/>
          <a:ext cx="0" cy="0"/>
          <a:chOff x="0" y="0"/>
          <a:chExt cx="0" cy="0"/>
        </a:xfrm>
      </p:grpSpPr>
      <p:sp>
        <p:nvSpPr>
          <p:cNvPr id="14109" name="Google Shape;14109;g2935051597d_0_328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10" name="Google Shape;14110;g2935051597d_0_328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50"/>
        <p:cNvGrpSpPr/>
        <p:nvPr/>
      </p:nvGrpSpPr>
      <p:grpSpPr>
        <a:xfrm>
          <a:off x="0" y="0"/>
          <a:ext cx="0" cy="0"/>
          <a:chOff x="0" y="0"/>
          <a:chExt cx="0" cy="0"/>
        </a:xfrm>
      </p:grpSpPr>
      <p:sp>
        <p:nvSpPr>
          <p:cNvPr id="15151" name="Google Shape;15151;g2935051597d_0_338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52" name="Google Shape;15152;g2935051597d_0_338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93"/>
        <p:cNvGrpSpPr/>
        <p:nvPr/>
      </p:nvGrpSpPr>
      <p:grpSpPr>
        <a:xfrm>
          <a:off x="0" y="0"/>
          <a:ext cx="0" cy="0"/>
          <a:chOff x="0" y="0"/>
          <a:chExt cx="0" cy="0"/>
        </a:xfrm>
      </p:grpSpPr>
      <p:sp>
        <p:nvSpPr>
          <p:cNvPr id="16694" name="Google Shape;16694;g2935051597d_0_394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95" name="Google Shape;16695;g2935051597d_0_39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tBDf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1144500"/>
            <a:ext cx="4112100" cy="23787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5000">
                <a:latin typeface="Epilogue"/>
                <a:ea typeface="Epilogue"/>
                <a:cs typeface="Epilogue"/>
                <a:sym typeface="Epilogu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3523200"/>
            <a:ext cx="4112100" cy="475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600">
                <a:solidFill>
                  <a:schemeClr val="dk1"/>
                </a:solidFill>
                <a:latin typeface="Lato"/>
                <a:ea typeface="Lato"/>
                <a:cs typeface="Lato"/>
                <a:sym typeface="La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1" name="Google Shape;11;p2"/>
          <p:cNvSpPr/>
          <p:nvPr/>
        </p:nvSpPr>
        <p:spPr>
          <a:xfrm rot="10800000">
            <a:off x="-1604593" y="-845132"/>
            <a:ext cx="3281418" cy="2132806"/>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rot="-9899992" flipH="1">
            <a:off x="-1515196" y="4121356"/>
            <a:ext cx="3953580" cy="1921771"/>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047175" y="2571975"/>
            <a:ext cx="4383600" cy="8418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4047175" y="1321975"/>
            <a:ext cx="1235700" cy="841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6" name="Google Shape;16;p3"/>
          <p:cNvSpPr>
            <a:spLocks noGrp="1"/>
          </p:cNvSpPr>
          <p:nvPr>
            <p:ph type="pic" idx="3"/>
          </p:nvPr>
        </p:nvSpPr>
        <p:spPr>
          <a:xfrm>
            <a:off x="484625" y="1076550"/>
            <a:ext cx="2990400" cy="2990400"/>
          </a:xfrm>
          <a:prstGeom prst="roundRect">
            <a:avLst>
              <a:gd name="adj" fmla="val 16667"/>
            </a:avLst>
          </a:prstGeom>
          <a:noFill/>
          <a:ln>
            <a:noFill/>
          </a:ln>
        </p:spPr>
      </p:sp>
      <p:sp>
        <p:nvSpPr>
          <p:cNvPr id="17" name="Google Shape;17;p3"/>
          <p:cNvSpPr/>
          <p:nvPr/>
        </p:nvSpPr>
        <p:spPr>
          <a:xfrm rot="-3263452" flipH="1">
            <a:off x="5847147" y="3927927"/>
            <a:ext cx="2997856" cy="257629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p:nvPr/>
        </p:nvSpPr>
        <p:spPr>
          <a:xfrm rot="460623" flipH="1">
            <a:off x="6387251" y="-1517085"/>
            <a:ext cx="4087061" cy="330470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rot="-4592116" flipH="1">
            <a:off x="6189" y="113200"/>
            <a:ext cx="642877" cy="51982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0"/>
        <p:cNvGrpSpPr/>
        <p:nvPr/>
      </p:nvGrpSpPr>
      <p:grpSpPr>
        <a:xfrm>
          <a:off x="0" y="0"/>
          <a:ext cx="0" cy="0"/>
          <a:chOff x="0" y="0"/>
          <a:chExt cx="0" cy="0"/>
        </a:xfrm>
      </p:grpSpPr>
      <p:sp>
        <p:nvSpPr>
          <p:cNvPr id="21" name="Google Shape;21;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2" name="Google Shape;22;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23" name="Google Shape;23;p4"/>
          <p:cNvSpPr/>
          <p:nvPr/>
        </p:nvSpPr>
        <p:spPr>
          <a:xfrm rot="-4014673" flipH="1">
            <a:off x="-1798429" y="-1029372"/>
            <a:ext cx="3158476" cy="250963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4"/>
          <p:cNvSpPr/>
          <p:nvPr/>
        </p:nvSpPr>
        <p:spPr>
          <a:xfrm flipH="1">
            <a:off x="8355841" y="2667287"/>
            <a:ext cx="734045" cy="45268"/>
          </a:xfrm>
          <a:custGeom>
            <a:avLst/>
            <a:gdLst/>
            <a:ahLst/>
            <a:cxnLst/>
            <a:rect l="l" t="t" r="r" b="b"/>
            <a:pathLst>
              <a:path w="824770" h="50863" extrusionOk="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5" name="Google Shape;25;p4"/>
          <p:cNvGrpSpPr/>
          <p:nvPr/>
        </p:nvGrpSpPr>
        <p:grpSpPr>
          <a:xfrm flipH="1">
            <a:off x="8380540" y="1729933"/>
            <a:ext cx="668783" cy="959747"/>
            <a:chOff x="10519314" y="4728596"/>
            <a:chExt cx="751780" cy="1078731"/>
          </a:xfrm>
        </p:grpSpPr>
        <p:grpSp>
          <p:nvGrpSpPr>
            <p:cNvPr id="26" name="Google Shape;26;p4"/>
            <p:cNvGrpSpPr/>
            <p:nvPr/>
          </p:nvGrpSpPr>
          <p:grpSpPr>
            <a:xfrm>
              <a:off x="10519314" y="4728596"/>
              <a:ext cx="626662" cy="1078731"/>
              <a:chOff x="10519314" y="4728596"/>
              <a:chExt cx="626662" cy="1078731"/>
            </a:xfrm>
          </p:grpSpPr>
          <p:grpSp>
            <p:nvGrpSpPr>
              <p:cNvPr id="27" name="Google Shape;27;p4"/>
              <p:cNvGrpSpPr/>
              <p:nvPr/>
            </p:nvGrpSpPr>
            <p:grpSpPr>
              <a:xfrm>
                <a:off x="10903220" y="4888205"/>
                <a:ext cx="242756" cy="919122"/>
                <a:chOff x="10903220" y="4888205"/>
                <a:chExt cx="242756" cy="919122"/>
              </a:xfrm>
            </p:grpSpPr>
            <p:sp>
              <p:nvSpPr>
                <p:cNvPr id="28" name="Google Shape;28;p4"/>
                <p:cNvSpPr/>
                <p:nvPr/>
              </p:nvSpPr>
              <p:spPr>
                <a:xfrm rot="-447735">
                  <a:off x="10961814" y="4892503"/>
                  <a:ext cx="125567" cy="910526"/>
                </a:xfrm>
                <a:custGeom>
                  <a:avLst/>
                  <a:gdLst/>
                  <a:ahLst/>
                  <a:cxnLst/>
                  <a:rect l="l" t="t" r="r" b="b"/>
                  <a:pathLst>
                    <a:path w="125444" h="909637" extrusionOk="0">
                      <a:moveTo>
                        <a:pt x="0" y="0"/>
                      </a:moveTo>
                      <a:lnTo>
                        <a:pt x="125445" y="0"/>
                      </a:lnTo>
                      <a:lnTo>
                        <a:pt x="125445" y="909637"/>
                      </a:lnTo>
                      <a:lnTo>
                        <a:pt x="0" y="9096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 name="Google Shape;29;p4"/>
                <p:cNvSpPr/>
                <p:nvPr/>
              </p:nvSpPr>
              <p:spPr>
                <a:xfrm>
                  <a:off x="10952422" y="4933194"/>
                  <a:ext cx="42088" cy="42088"/>
                </a:xfrm>
                <a:custGeom>
                  <a:avLst/>
                  <a:gdLst/>
                  <a:ahLst/>
                  <a:cxnLst/>
                  <a:rect l="l" t="t" r="r" b="b"/>
                  <a:pathLst>
                    <a:path w="42088" h="42088" extrusionOk="0">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 name="Google Shape;30;p4"/>
                <p:cNvSpPr/>
                <p:nvPr/>
              </p:nvSpPr>
              <p:spPr>
                <a:xfrm>
                  <a:off x="10961186" y="5000250"/>
                  <a:ext cx="42087" cy="42087"/>
                </a:xfrm>
                <a:custGeom>
                  <a:avLst/>
                  <a:gdLst/>
                  <a:ahLst/>
                  <a:cxnLst/>
                  <a:rect l="l" t="t" r="r" b="b"/>
                  <a:pathLst>
                    <a:path w="42087" h="42087" extrusionOk="0">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 name="Google Shape;31;p4"/>
                <p:cNvGrpSpPr/>
                <p:nvPr/>
              </p:nvGrpSpPr>
              <p:grpSpPr>
                <a:xfrm>
                  <a:off x="11014221" y="5588618"/>
                  <a:ext cx="100021" cy="114784"/>
                  <a:chOff x="11014221" y="5588618"/>
                  <a:chExt cx="100021" cy="114784"/>
                </a:xfrm>
              </p:grpSpPr>
              <p:sp>
                <p:nvSpPr>
                  <p:cNvPr id="32" name="Google Shape;32;p4"/>
                  <p:cNvSpPr/>
                  <p:nvPr/>
                </p:nvSpPr>
                <p:spPr>
                  <a:xfrm rot="-447735">
                    <a:off x="11014826" y="5594269"/>
                    <a:ext cx="88001" cy="15064"/>
                  </a:xfrm>
                  <a:custGeom>
                    <a:avLst/>
                    <a:gdLst/>
                    <a:ahLst/>
                    <a:cxnLst/>
                    <a:rect l="l" t="t" r="r" b="b"/>
                    <a:pathLst>
                      <a:path w="87915" h="15049" extrusionOk="0">
                        <a:moveTo>
                          <a:pt x="0" y="0"/>
                        </a:moveTo>
                        <a:lnTo>
                          <a:pt x="87916" y="0"/>
                        </a:lnTo>
                        <a:lnTo>
                          <a:pt x="87916" y="15049"/>
                        </a:lnTo>
                        <a:lnTo>
                          <a:pt x="0" y="1504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 name="Google Shape;33;p4"/>
                  <p:cNvSpPr/>
                  <p:nvPr/>
                </p:nvSpPr>
                <p:spPr>
                  <a:xfrm rot="-447735">
                    <a:off x="11018646" y="5623150"/>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 name="Google Shape;34;p4"/>
                  <p:cNvSpPr/>
                  <p:nvPr/>
                </p:nvSpPr>
                <p:spPr>
                  <a:xfrm rot="-447735">
                    <a:off x="11021820" y="5653805"/>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 name="Google Shape;35;p4"/>
                  <p:cNvSpPr/>
                  <p:nvPr/>
                </p:nvSpPr>
                <p:spPr>
                  <a:xfrm rot="-447735">
                    <a:off x="11025635" y="5682688"/>
                    <a:ext cx="88001" cy="15064"/>
                  </a:xfrm>
                  <a:custGeom>
                    <a:avLst/>
                    <a:gdLst/>
                    <a:ahLst/>
                    <a:cxnLst/>
                    <a:rect l="l" t="t" r="r" b="b"/>
                    <a:pathLst>
                      <a:path w="87915" h="15049" extrusionOk="0">
                        <a:moveTo>
                          <a:pt x="0" y="0"/>
                        </a:moveTo>
                        <a:lnTo>
                          <a:pt x="87915" y="0"/>
                        </a:lnTo>
                        <a:lnTo>
                          <a:pt x="87915"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36" name="Google Shape;36;p4"/>
              <p:cNvGrpSpPr/>
              <p:nvPr/>
            </p:nvGrpSpPr>
            <p:grpSpPr>
              <a:xfrm>
                <a:off x="10718623" y="4728596"/>
                <a:ext cx="229169" cy="1075979"/>
                <a:chOff x="10718623" y="4728596"/>
                <a:chExt cx="229169" cy="1075979"/>
              </a:xfrm>
            </p:grpSpPr>
            <p:sp>
              <p:nvSpPr>
                <p:cNvPr id="37" name="Google Shape;37;p4"/>
                <p:cNvSpPr/>
                <p:nvPr/>
              </p:nvSpPr>
              <p:spPr>
                <a:xfrm rot="-172174">
                  <a:off x="10745259" y="4732329"/>
                  <a:ext cx="175897" cy="1068513"/>
                </a:xfrm>
                <a:custGeom>
                  <a:avLst/>
                  <a:gdLst/>
                  <a:ahLst/>
                  <a:cxnLst/>
                  <a:rect l="l" t="t" r="r" b="b"/>
                  <a:pathLst>
                    <a:path w="176117" h="1069848" extrusionOk="0">
                      <a:moveTo>
                        <a:pt x="0" y="0"/>
                      </a:moveTo>
                      <a:lnTo>
                        <a:pt x="176117" y="0"/>
                      </a:lnTo>
                      <a:lnTo>
                        <a:pt x="176117" y="1069848"/>
                      </a:lnTo>
                      <a:lnTo>
                        <a:pt x="0" y="1069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 name="Google Shape;38;p4"/>
                <p:cNvSpPr/>
                <p:nvPr/>
              </p:nvSpPr>
              <p:spPr>
                <a:xfrm>
                  <a:off x="10787634" y="5182743"/>
                  <a:ext cx="87629" cy="87630"/>
                </a:xfrm>
                <a:custGeom>
                  <a:avLst/>
                  <a:gdLst/>
                  <a:ahLst/>
                  <a:cxnLst/>
                  <a:rect l="l" t="t" r="r" b="b"/>
                  <a:pathLst>
                    <a:path w="87629" h="87630" extrusionOk="0">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9" name="Google Shape;39;p4"/>
                <p:cNvGrpSpPr/>
                <p:nvPr/>
              </p:nvGrpSpPr>
              <p:grpSpPr>
                <a:xfrm>
                  <a:off x="10765015" y="5040134"/>
                  <a:ext cx="116314" cy="49775"/>
                  <a:chOff x="10765015" y="5040134"/>
                  <a:chExt cx="116314" cy="49775"/>
                </a:xfrm>
              </p:grpSpPr>
              <p:sp>
                <p:nvSpPr>
                  <p:cNvPr id="40" name="Google Shape;40;p4"/>
                  <p:cNvSpPr/>
                  <p:nvPr/>
                </p:nvSpPr>
                <p:spPr>
                  <a:xfrm rot="-172174">
                    <a:off x="10765318" y="5042987"/>
                    <a:ext cx="114347" cy="14935"/>
                  </a:xfrm>
                  <a:custGeom>
                    <a:avLst/>
                    <a:gdLst/>
                    <a:ahLst/>
                    <a:cxnLst/>
                    <a:rect l="l" t="t" r="r" b="b"/>
                    <a:pathLst>
                      <a:path w="114490" h="14954" extrusionOk="0">
                        <a:moveTo>
                          <a:pt x="0" y="0"/>
                        </a:moveTo>
                        <a:lnTo>
                          <a:pt x="114490" y="0"/>
                        </a:lnTo>
                        <a:lnTo>
                          <a:pt x="114490"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 name="Google Shape;41;p4"/>
                  <p:cNvSpPr/>
                  <p:nvPr/>
                </p:nvSpPr>
                <p:spPr>
                  <a:xfrm rot="-172174">
                    <a:off x="10766681" y="5072121"/>
                    <a:ext cx="114347" cy="14935"/>
                  </a:xfrm>
                  <a:custGeom>
                    <a:avLst/>
                    <a:gdLst/>
                    <a:ahLst/>
                    <a:cxnLst/>
                    <a:rect l="l" t="t" r="r" b="b"/>
                    <a:pathLst>
                      <a:path w="114490" h="14954" extrusionOk="0">
                        <a:moveTo>
                          <a:pt x="0" y="0"/>
                        </a:moveTo>
                        <a:lnTo>
                          <a:pt x="114491" y="0"/>
                        </a:lnTo>
                        <a:lnTo>
                          <a:pt x="114491"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2" name="Google Shape;42;p4"/>
                <p:cNvGrpSpPr/>
                <p:nvPr/>
              </p:nvGrpSpPr>
              <p:grpSpPr>
                <a:xfrm>
                  <a:off x="10784825" y="5436314"/>
                  <a:ext cx="116414" cy="49961"/>
                  <a:chOff x="10784825" y="5436314"/>
                  <a:chExt cx="116414" cy="49961"/>
                </a:xfrm>
              </p:grpSpPr>
              <p:sp>
                <p:nvSpPr>
                  <p:cNvPr id="43" name="Google Shape;43;p4"/>
                  <p:cNvSpPr/>
                  <p:nvPr/>
                </p:nvSpPr>
                <p:spPr>
                  <a:xfrm rot="-172174">
                    <a:off x="10785128" y="5439167"/>
                    <a:ext cx="114347" cy="14935"/>
                  </a:xfrm>
                  <a:custGeom>
                    <a:avLst/>
                    <a:gdLst/>
                    <a:ahLst/>
                    <a:cxnLst/>
                    <a:rect l="l" t="t" r="r" b="b"/>
                    <a:pathLst>
                      <a:path w="114490" h="14954" extrusionOk="0">
                        <a:moveTo>
                          <a:pt x="0" y="0"/>
                        </a:moveTo>
                        <a:lnTo>
                          <a:pt x="114491" y="0"/>
                        </a:lnTo>
                        <a:lnTo>
                          <a:pt x="114491"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 name="Google Shape;44;p4"/>
                  <p:cNvSpPr/>
                  <p:nvPr/>
                </p:nvSpPr>
                <p:spPr>
                  <a:xfrm rot="-172174">
                    <a:off x="10786591" y="5468487"/>
                    <a:ext cx="114347" cy="14935"/>
                  </a:xfrm>
                  <a:custGeom>
                    <a:avLst/>
                    <a:gdLst/>
                    <a:ahLst/>
                    <a:cxnLst/>
                    <a:rect l="l" t="t" r="r" b="b"/>
                    <a:pathLst>
                      <a:path w="114490" h="14954" extrusionOk="0">
                        <a:moveTo>
                          <a:pt x="0" y="0"/>
                        </a:moveTo>
                        <a:lnTo>
                          <a:pt x="114490" y="0"/>
                        </a:lnTo>
                        <a:lnTo>
                          <a:pt x="114490"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45" name="Google Shape;45;p4"/>
              <p:cNvGrpSpPr/>
              <p:nvPr/>
            </p:nvGrpSpPr>
            <p:grpSpPr>
              <a:xfrm>
                <a:off x="10519314" y="4813458"/>
                <a:ext cx="202120" cy="992123"/>
                <a:chOff x="10519314" y="4813458"/>
                <a:chExt cx="202120" cy="992123"/>
              </a:xfrm>
            </p:grpSpPr>
            <p:sp>
              <p:nvSpPr>
                <p:cNvPr id="46" name="Google Shape;46;p4"/>
                <p:cNvSpPr/>
                <p:nvPr/>
              </p:nvSpPr>
              <p:spPr>
                <a:xfrm>
                  <a:off x="10519314" y="4813458"/>
                  <a:ext cx="202120" cy="992123"/>
                </a:xfrm>
                <a:custGeom>
                  <a:avLst/>
                  <a:gdLst/>
                  <a:ahLst/>
                  <a:cxnLst/>
                  <a:rect l="l" t="t" r="r" b="b"/>
                  <a:pathLst>
                    <a:path w="202120" h="992123" extrusionOk="0">
                      <a:moveTo>
                        <a:pt x="0" y="0"/>
                      </a:moveTo>
                      <a:lnTo>
                        <a:pt x="202120" y="0"/>
                      </a:lnTo>
                      <a:lnTo>
                        <a:pt x="202120" y="992124"/>
                      </a:lnTo>
                      <a:lnTo>
                        <a:pt x="0" y="992124"/>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 name="Google Shape;47;p4"/>
                <p:cNvSpPr/>
                <p:nvPr/>
              </p:nvSpPr>
              <p:spPr>
                <a:xfrm>
                  <a:off x="10558843" y="4891468"/>
                  <a:ext cx="123063" cy="123062"/>
                </a:xfrm>
                <a:custGeom>
                  <a:avLst/>
                  <a:gdLst/>
                  <a:ahLst/>
                  <a:cxnLst/>
                  <a:rect l="l" t="t" r="r" b="b"/>
                  <a:pathLst>
                    <a:path w="123063" h="123062" extrusionOk="0">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 name="Google Shape;48;p4"/>
                <p:cNvGrpSpPr/>
                <p:nvPr/>
              </p:nvGrpSpPr>
              <p:grpSpPr>
                <a:xfrm>
                  <a:off x="10556176" y="5465730"/>
                  <a:ext cx="128397" cy="44196"/>
                  <a:chOff x="10556176" y="5465730"/>
                  <a:chExt cx="128397" cy="44196"/>
                </a:xfrm>
              </p:grpSpPr>
              <p:sp>
                <p:nvSpPr>
                  <p:cNvPr id="49" name="Google Shape;49;p4"/>
                  <p:cNvSpPr/>
                  <p:nvPr/>
                </p:nvSpPr>
                <p:spPr>
                  <a:xfrm>
                    <a:off x="10556176" y="5465730"/>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 name="Google Shape;50;p4"/>
                  <p:cNvSpPr/>
                  <p:nvPr/>
                </p:nvSpPr>
                <p:spPr>
                  <a:xfrm>
                    <a:off x="10556176" y="5494972"/>
                    <a:ext cx="128397" cy="14954"/>
                  </a:xfrm>
                  <a:custGeom>
                    <a:avLst/>
                    <a:gdLst/>
                    <a:ahLst/>
                    <a:cxnLst/>
                    <a:rect l="l" t="t" r="r" b="b"/>
                    <a:pathLst>
                      <a:path w="128397" h="14954" extrusionOk="0">
                        <a:moveTo>
                          <a:pt x="0" y="0"/>
                        </a:moveTo>
                        <a:lnTo>
                          <a:pt x="128397" y="0"/>
                        </a:lnTo>
                        <a:lnTo>
                          <a:pt x="128397"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1" name="Google Shape;51;p4"/>
                <p:cNvGrpSpPr/>
                <p:nvPr/>
              </p:nvGrpSpPr>
              <p:grpSpPr>
                <a:xfrm>
                  <a:off x="10556176" y="5689187"/>
                  <a:ext cx="128397" cy="44196"/>
                  <a:chOff x="10556176" y="5689187"/>
                  <a:chExt cx="128397" cy="44196"/>
                </a:xfrm>
              </p:grpSpPr>
              <p:sp>
                <p:nvSpPr>
                  <p:cNvPr id="52" name="Google Shape;52;p4"/>
                  <p:cNvSpPr/>
                  <p:nvPr/>
                </p:nvSpPr>
                <p:spPr>
                  <a:xfrm>
                    <a:off x="10556176" y="5689187"/>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 name="Google Shape;53;p4"/>
                  <p:cNvSpPr/>
                  <p:nvPr/>
                </p:nvSpPr>
                <p:spPr>
                  <a:xfrm>
                    <a:off x="10556176" y="5718429"/>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54" name="Google Shape;54;p4"/>
            <p:cNvGrpSpPr/>
            <p:nvPr/>
          </p:nvGrpSpPr>
          <p:grpSpPr>
            <a:xfrm>
              <a:off x="11058042" y="5088325"/>
              <a:ext cx="213052" cy="717953"/>
              <a:chOff x="11058042" y="5088325"/>
              <a:chExt cx="213052" cy="717953"/>
            </a:xfrm>
          </p:grpSpPr>
          <p:sp>
            <p:nvSpPr>
              <p:cNvPr id="55" name="Google Shape;55;p4"/>
              <p:cNvSpPr/>
              <p:nvPr/>
            </p:nvSpPr>
            <p:spPr>
              <a:xfrm rot="-631368">
                <a:off x="11122592" y="5089982"/>
                <a:ext cx="83952" cy="714640"/>
              </a:xfrm>
              <a:custGeom>
                <a:avLst/>
                <a:gdLst/>
                <a:ahLst/>
                <a:cxnLst/>
                <a:rect l="l" t="t" r="r" b="b"/>
                <a:pathLst>
                  <a:path w="84010" h="715136" extrusionOk="0">
                    <a:moveTo>
                      <a:pt x="0" y="0"/>
                    </a:moveTo>
                    <a:lnTo>
                      <a:pt x="84010" y="0"/>
                    </a:lnTo>
                    <a:lnTo>
                      <a:pt x="84010" y="715137"/>
                    </a:lnTo>
                    <a:lnTo>
                      <a:pt x="0" y="715137"/>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 name="Google Shape;56;p4"/>
              <p:cNvSpPr/>
              <p:nvPr/>
            </p:nvSpPr>
            <p:spPr>
              <a:xfrm rot="-631368">
                <a:off x="11154645" y="5271518"/>
                <a:ext cx="25985" cy="411004"/>
              </a:xfrm>
              <a:custGeom>
                <a:avLst/>
                <a:gdLst/>
                <a:ahLst/>
                <a:cxnLst/>
                <a:rect l="l" t="t" r="r" b="b"/>
                <a:pathLst>
                  <a:path w="26003" h="411289" extrusionOk="0">
                    <a:moveTo>
                      <a:pt x="0" y="0"/>
                    </a:moveTo>
                    <a:lnTo>
                      <a:pt x="26003" y="0"/>
                    </a:lnTo>
                    <a:lnTo>
                      <a:pt x="26003" y="411289"/>
                    </a:lnTo>
                    <a:lnTo>
                      <a:pt x="0" y="41128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57" name="Google Shape;57;p4"/>
          <p:cNvGrpSpPr/>
          <p:nvPr/>
        </p:nvGrpSpPr>
        <p:grpSpPr>
          <a:xfrm flipH="1">
            <a:off x="8485925" y="662239"/>
            <a:ext cx="516117" cy="779220"/>
            <a:chOff x="10572463" y="3528536"/>
            <a:chExt cx="580168" cy="875823"/>
          </a:xfrm>
        </p:grpSpPr>
        <p:grpSp>
          <p:nvGrpSpPr>
            <p:cNvPr id="58" name="Google Shape;58;p4"/>
            <p:cNvGrpSpPr/>
            <p:nvPr/>
          </p:nvGrpSpPr>
          <p:grpSpPr>
            <a:xfrm>
              <a:off x="10713815" y="3528536"/>
              <a:ext cx="438816" cy="746664"/>
              <a:chOff x="10713815" y="3528536"/>
              <a:chExt cx="438816" cy="746664"/>
            </a:xfrm>
          </p:grpSpPr>
          <p:sp>
            <p:nvSpPr>
              <p:cNvPr id="59" name="Google Shape;59;p4"/>
              <p:cNvSpPr/>
              <p:nvPr/>
            </p:nvSpPr>
            <p:spPr>
              <a:xfrm>
                <a:off x="10713815" y="3528536"/>
                <a:ext cx="438816" cy="746664"/>
              </a:xfrm>
              <a:custGeom>
                <a:avLst/>
                <a:gdLst/>
                <a:ahLst/>
                <a:cxnLst/>
                <a:rect l="l" t="t" r="r" b="b"/>
                <a:pathLst>
                  <a:path w="438816" h="746664" extrusionOk="0">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 name="Google Shape;60;p4"/>
              <p:cNvGrpSpPr/>
              <p:nvPr/>
            </p:nvGrpSpPr>
            <p:grpSpPr>
              <a:xfrm>
                <a:off x="10776489" y="3625310"/>
                <a:ext cx="313848" cy="288226"/>
                <a:chOff x="10776489" y="3625310"/>
                <a:chExt cx="313848" cy="288226"/>
              </a:xfrm>
            </p:grpSpPr>
            <p:sp>
              <p:nvSpPr>
                <p:cNvPr id="61" name="Google Shape;61;p4"/>
                <p:cNvSpPr/>
                <p:nvPr/>
              </p:nvSpPr>
              <p:spPr>
                <a:xfrm>
                  <a:off x="10776489" y="362531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 name="Google Shape;62;p4"/>
                <p:cNvSpPr/>
                <p:nvPr/>
              </p:nvSpPr>
              <p:spPr>
                <a:xfrm>
                  <a:off x="10776489" y="367865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 name="Google Shape;63;p4"/>
                <p:cNvSpPr/>
                <p:nvPr/>
              </p:nvSpPr>
              <p:spPr>
                <a:xfrm>
                  <a:off x="10776489" y="373199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 name="Google Shape;64;p4"/>
                <p:cNvSpPr/>
                <p:nvPr/>
              </p:nvSpPr>
              <p:spPr>
                <a:xfrm>
                  <a:off x="10776489" y="378542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5" name="Google Shape;65;p4"/>
                <p:cNvSpPr/>
                <p:nvPr/>
              </p:nvSpPr>
              <p:spPr>
                <a:xfrm>
                  <a:off x="10776489" y="383876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6" name="Google Shape;66;p4"/>
                <p:cNvSpPr/>
                <p:nvPr/>
              </p:nvSpPr>
              <p:spPr>
                <a:xfrm>
                  <a:off x="10776489" y="3892105"/>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7" name="Google Shape;67;p4"/>
              <p:cNvGrpSpPr/>
              <p:nvPr/>
            </p:nvGrpSpPr>
            <p:grpSpPr>
              <a:xfrm>
                <a:off x="10776489" y="3999547"/>
                <a:ext cx="313848" cy="181546"/>
                <a:chOff x="10776489" y="3999547"/>
                <a:chExt cx="313848" cy="181546"/>
              </a:xfrm>
            </p:grpSpPr>
            <p:sp>
              <p:nvSpPr>
                <p:cNvPr id="68" name="Google Shape;68;p4"/>
                <p:cNvSpPr/>
                <p:nvPr/>
              </p:nvSpPr>
              <p:spPr>
                <a:xfrm>
                  <a:off x="10776489" y="399954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 name="Google Shape;69;p4"/>
                <p:cNvSpPr/>
                <p:nvPr/>
              </p:nvSpPr>
              <p:spPr>
                <a:xfrm>
                  <a:off x="10776489" y="405288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 name="Google Shape;70;p4"/>
                <p:cNvSpPr/>
                <p:nvPr/>
              </p:nvSpPr>
              <p:spPr>
                <a:xfrm>
                  <a:off x="10776489" y="4106322"/>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 name="Google Shape;71;p4"/>
                <p:cNvSpPr/>
                <p:nvPr/>
              </p:nvSpPr>
              <p:spPr>
                <a:xfrm>
                  <a:off x="10776489" y="4159662"/>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2" name="Google Shape;72;p4"/>
              <p:cNvSpPr/>
              <p:nvPr/>
            </p:nvSpPr>
            <p:spPr>
              <a:xfrm>
                <a:off x="11039951" y="3528536"/>
                <a:ext cx="112584" cy="112585"/>
              </a:xfrm>
              <a:custGeom>
                <a:avLst/>
                <a:gdLst/>
                <a:ahLst/>
                <a:cxnLst/>
                <a:rect l="l" t="t" r="r" b="b"/>
                <a:pathLst>
                  <a:path w="112584" h="112585" extrusionOk="0">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3" name="Google Shape;73;p4"/>
            <p:cNvGrpSpPr/>
            <p:nvPr/>
          </p:nvGrpSpPr>
          <p:grpSpPr>
            <a:xfrm>
              <a:off x="10572463" y="3657790"/>
              <a:ext cx="438817" cy="746569"/>
              <a:chOff x="10572463" y="3657790"/>
              <a:chExt cx="438817" cy="746569"/>
            </a:xfrm>
          </p:grpSpPr>
          <p:sp>
            <p:nvSpPr>
              <p:cNvPr id="74" name="Google Shape;74;p4"/>
              <p:cNvSpPr/>
              <p:nvPr/>
            </p:nvSpPr>
            <p:spPr>
              <a:xfrm>
                <a:off x="10572463" y="3657790"/>
                <a:ext cx="438817" cy="746569"/>
              </a:xfrm>
              <a:custGeom>
                <a:avLst/>
                <a:gdLst/>
                <a:ahLst/>
                <a:cxnLst/>
                <a:rect l="l" t="t" r="r" b="b"/>
                <a:pathLst>
                  <a:path w="438817" h="746569" extrusionOk="0">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5" name="Google Shape;75;p4"/>
              <p:cNvGrpSpPr/>
              <p:nvPr/>
            </p:nvGrpSpPr>
            <p:grpSpPr>
              <a:xfrm>
                <a:off x="10635138" y="3754469"/>
                <a:ext cx="313848" cy="288321"/>
                <a:chOff x="10635138" y="3754469"/>
                <a:chExt cx="313848" cy="288321"/>
              </a:xfrm>
            </p:grpSpPr>
            <p:sp>
              <p:nvSpPr>
                <p:cNvPr id="76" name="Google Shape;76;p4"/>
                <p:cNvSpPr/>
                <p:nvPr/>
              </p:nvSpPr>
              <p:spPr>
                <a:xfrm>
                  <a:off x="10635138" y="375446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 name="Google Shape;77;p4"/>
                <p:cNvSpPr/>
                <p:nvPr/>
              </p:nvSpPr>
              <p:spPr>
                <a:xfrm>
                  <a:off x="10635138" y="380790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 name="Google Shape;78;p4"/>
                <p:cNvSpPr/>
                <p:nvPr/>
              </p:nvSpPr>
              <p:spPr>
                <a:xfrm>
                  <a:off x="10635138" y="386124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 name="Google Shape;79;p4"/>
                <p:cNvSpPr/>
                <p:nvPr/>
              </p:nvSpPr>
              <p:spPr>
                <a:xfrm>
                  <a:off x="10635138" y="391458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 name="Google Shape;80;p4"/>
                <p:cNvSpPr/>
                <p:nvPr/>
              </p:nvSpPr>
              <p:spPr>
                <a:xfrm>
                  <a:off x="10635138" y="396801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 name="Google Shape;81;p4"/>
                <p:cNvSpPr/>
                <p:nvPr/>
              </p:nvSpPr>
              <p:spPr>
                <a:xfrm>
                  <a:off x="10635138" y="4021359"/>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82" name="Google Shape;82;p4"/>
              <p:cNvGrpSpPr/>
              <p:nvPr/>
            </p:nvGrpSpPr>
            <p:grpSpPr>
              <a:xfrm>
                <a:off x="10635138" y="4128801"/>
                <a:ext cx="313848" cy="181547"/>
                <a:chOff x="10635138" y="4128801"/>
                <a:chExt cx="313848" cy="181547"/>
              </a:xfrm>
            </p:grpSpPr>
            <p:sp>
              <p:nvSpPr>
                <p:cNvPr id="83" name="Google Shape;83;p4"/>
                <p:cNvSpPr/>
                <p:nvPr/>
              </p:nvSpPr>
              <p:spPr>
                <a:xfrm>
                  <a:off x="10635138" y="412880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 name="Google Shape;84;p4"/>
                <p:cNvSpPr/>
                <p:nvPr/>
              </p:nvSpPr>
              <p:spPr>
                <a:xfrm>
                  <a:off x="10635138" y="418214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 name="Google Shape;85;p4"/>
                <p:cNvSpPr/>
                <p:nvPr/>
              </p:nvSpPr>
              <p:spPr>
                <a:xfrm>
                  <a:off x="10635138" y="423548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 name="Google Shape;86;p4"/>
                <p:cNvSpPr/>
                <p:nvPr/>
              </p:nvSpPr>
              <p:spPr>
                <a:xfrm>
                  <a:off x="10635138" y="4288917"/>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87" name="Google Shape;87;p4"/>
              <p:cNvSpPr/>
              <p:nvPr/>
            </p:nvSpPr>
            <p:spPr>
              <a:xfrm>
                <a:off x="10898599" y="3657790"/>
                <a:ext cx="112586" cy="112585"/>
              </a:xfrm>
              <a:custGeom>
                <a:avLst/>
                <a:gdLst/>
                <a:ahLst/>
                <a:cxnLst/>
                <a:rect l="l" t="t" r="r" b="b"/>
                <a:pathLst>
                  <a:path w="112586" h="112585" extrusionOk="0">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88" name="Google Shape;88;p4"/>
          <p:cNvGrpSpPr/>
          <p:nvPr/>
        </p:nvGrpSpPr>
        <p:grpSpPr>
          <a:xfrm flipH="1">
            <a:off x="8768853" y="1439765"/>
            <a:ext cx="22030" cy="294484"/>
            <a:chOff x="10809827" y="4402455"/>
            <a:chExt cx="24764" cy="330993"/>
          </a:xfrm>
        </p:grpSpPr>
        <p:sp>
          <p:nvSpPr>
            <p:cNvPr id="89" name="Google Shape;89;p4"/>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 name="Google Shape;90;p4"/>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 name="Google Shape;91;p4"/>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92" name="Google Shape;92;p4"/>
          <p:cNvSpPr/>
          <p:nvPr/>
        </p:nvSpPr>
        <p:spPr>
          <a:xfrm rot="8662747" flipH="1">
            <a:off x="7370974" y="4168319"/>
            <a:ext cx="2746019" cy="192168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 name="Google Shape;93;p4"/>
          <p:cNvGrpSpPr/>
          <p:nvPr/>
        </p:nvGrpSpPr>
        <p:grpSpPr>
          <a:xfrm flipH="1">
            <a:off x="122956" y="4228558"/>
            <a:ext cx="829992" cy="750888"/>
            <a:chOff x="8114596" y="445039"/>
            <a:chExt cx="633002" cy="572716"/>
          </a:xfrm>
        </p:grpSpPr>
        <p:grpSp>
          <p:nvGrpSpPr>
            <p:cNvPr id="94" name="Google Shape;94;p4"/>
            <p:cNvGrpSpPr/>
            <p:nvPr/>
          </p:nvGrpSpPr>
          <p:grpSpPr>
            <a:xfrm>
              <a:off x="8114596" y="445039"/>
              <a:ext cx="633002" cy="572716"/>
              <a:chOff x="7189660" y="520827"/>
              <a:chExt cx="598074" cy="541115"/>
            </a:xfrm>
          </p:grpSpPr>
          <p:sp>
            <p:nvSpPr>
              <p:cNvPr id="95" name="Google Shape;95;p4"/>
              <p:cNvSpPr/>
              <p:nvPr/>
            </p:nvSpPr>
            <p:spPr>
              <a:xfrm>
                <a:off x="7189660" y="520827"/>
                <a:ext cx="598074" cy="541115"/>
              </a:xfrm>
              <a:custGeom>
                <a:avLst/>
                <a:gdLst/>
                <a:ahLst/>
                <a:cxnLst/>
                <a:rect l="l" t="t" r="r" b="b"/>
                <a:pathLst>
                  <a:path w="598074" h="541115" extrusionOk="0">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96" name="Google Shape;96;p4"/>
              <p:cNvGrpSpPr/>
              <p:nvPr/>
            </p:nvGrpSpPr>
            <p:grpSpPr>
              <a:xfrm>
                <a:off x="7579137" y="551973"/>
                <a:ext cx="164782" cy="41529"/>
                <a:chOff x="7579137" y="551973"/>
                <a:chExt cx="164782" cy="41529"/>
              </a:xfrm>
            </p:grpSpPr>
            <p:sp>
              <p:nvSpPr>
                <p:cNvPr id="97" name="Google Shape;97;p4"/>
                <p:cNvSpPr/>
                <p:nvPr/>
              </p:nvSpPr>
              <p:spPr>
                <a:xfrm>
                  <a:off x="7702391"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 name="Google Shape;98;p4"/>
                <p:cNvSpPr/>
                <p:nvPr/>
              </p:nvSpPr>
              <p:spPr>
                <a:xfrm>
                  <a:off x="7640764"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 name="Google Shape;99;p4"/>
                <p:cNvSpPr/>
                <p:nvPr/>
              </p:nvSpPr>
              <p:spPr>
                <a:xfrm>
                  <a:off x="7579137"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00" name="Google Shape;100;p4"/>
            <p:cNvGrpSpPr/>
            <p:nvPr/>
          </p:nvGrpSpPr>
          <p:grpSpPr>
            <a:xfrm>
              <a:off x="8184962" y="619646"/>
              <a:ext cx="498115" cy="257273"/>
              <a:chOff x="7256144" y="685800"/>
              <a:chExt cx="470630" cy="243077"/>
            </a:xfrm>
          </p:grpSpPr>
          <p:sp>
            <p:nvSpPr>
              <p:cNvPr id="101" name="Google Shape;101;p4"/>
              <p:cNvSpPr/>
              <p:nvPr/>
            </p:nvSpPr>
            <p:spPr>
              <a:xfrm>
                <a:off x="7256144" y="694753"/>
                <a:ext cx="218503" cy="218217"/>
              </a:xfrm>
              <a:custGeom>
                <a:avLst/>
                <a:gdLst/>
                <a:ahLst/>
                <a:cxnLst/>
                <a:rect l="l" t="t" r="r" b="b"/>
                <a:pathLst>
                  <a:path w="218503" h="218217" extrusionOk="0">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2" name="Google Shape;102;p4"/>
              <p:cNvGrpSpPr/>
              <p:nvPr/>
            </p:nvGrpSpPr>
            <p:grpSpPr>
              <a:xfrm>
                <a:off x="7512843" y="685800"/>
                <a:ext cx="213931" cy="243077"/>
                <a:chOff x="7512843" y="685800"/>
                <a:chExt cx="213931" cy="243077"/>
              </a:xfrm>
            </p:grpSpPr>
            <p:grpSp>
              <p:nvGrpSpPr>
                <p:cNvPr id="103" name="Google Shape;103;p4"/>
                <p:cNvGrpSpPr/>
                <p:nvPr/>
              </p:nvGrpSpPr>
              <p:grpSpPr>
                <a:xfrm>
                  <a:off x="7512843" y="836580"/>
                  <a:ext cx="213931" cy="92297"/>
                  <a:chOff x="7512843" y="836580"/>
                  <a:chExt cx="213931" cy="92297"/>
                </a:xfrm>
              </p:grpSpPr>
              <p:sp>
                <p:nvSpPr>
                  <p:cNvPr id="104" name="Google Shape;104;p4"/>
                  <p:cNvSpPr/>
                  <p:nvPr/>
                </p:nvSpPr>
                <p:spPr>
                  <a:xfrm>
                    <a:off x="7512843" y="856011"/>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 name="Google Shape;105;p4"/>
                  <p:cNvSpPr/>
                  <p:nvPr/>
                </p:nvSpPr>
                <p:spPr>
                  <a:xfrm>
                    <a:off x="7512843" y="83658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6" name="Google Shape;106;p4"/>
                <p:cNvGrpSpPr/>
                <p:nvPr/>
              </p:nvGrpSpPr>
              <p:grpSpPr>
                <a:xfrm>
                  <a:off x="7512843" y="761238"/>
                  <a:ext cx="213931" cy="92296"/>
                  <a:chOff x="7512843" y="761238"/>
                  <a:chExt cx="213931" cy="92296"/>
                </a:xfrm>
              </p:grpSpPr>
              <p:sp>
                <p:nvSpPr>
                  <p:cNvPr id="107" name="Google Shape;107;p4"/>
                  <p:cNvSpPr/>
                  <p:nvPr/>
                </p:nvSpPr>
                <p:spPr>
                  <a:xfrm>
                    <a:off x="7512843" y="780668"/>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 name="Google Shape;108;p4"/>
                  <p:cNvSpPr/>
                  <p:nvPr/>
                </p:nvSpPr>
                <p:spPr>
                  <a:xfrm>
                    <a:off x="7512843" y="761238"/>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9" name="Google Shape;109;p4"/>
                <p:cNvGrpSpPr/>
                <p:nvPr/>
              </p:nvGrpSpPr>
              <p:grpSpPr>
                <a:xfrm>
                  <a:off x="7512843" y="685800"/>
                  <a:ext cx="213931" cy="92297"/>
                  <a:chOff x="7512843" y="685800"/>
                  <a:chExt cx="213931" cy="92297"/>
                </a:xfrm>
              </p:grpSpPr>
              <p:sp>
                <p:nvSpPr>
                  <p:cNvPr id="110" name="Google Shape;110;p4"/>
                  <p:cNvSpPr/>
                  <p:nvPr/>
                </p:nvSpPr>
                <p:spPr>
                  <a:xfrm>
                    <a:off x="7512843" y="705231"/>
                    <a:ext cx="213931" cy="72866"/>
                  </a:xfrm>
                  <a:custGeom>
                    <a:avLst/>
                    <a:gdLst/>
                    <a:ahLst/>
                    <a:cxnLst/>
                    <a:rect l="l" t="t" r="r" b="b"/>
                    <a:pathLst>
                      <a:path w="213931" h="72866" extrusionOk="0">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 name="Google Shape;111;p4"/>
                  <p:cNvSpPr/>
                  <p:nvPr/>
                </p:nvSpPr>
                <p:spPr>
                  <a:xfrm>
                    <a:off x="7512843" y="68580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2"/>
        <p:cNvGrpSpPr/>
        <p:nvPr/>
      </p:nvGrpSpPr>
      <p:grpSpPr>
        <a:xfrm>
          <a:off x="0" y="0"/>
          <a:ext cx="0" cy="0"/>
          <a:chOff x="0" y="0"/>
          <a:chExt cx="0" cy="0"/>
        </a:xfrm>
      </p:grpSpPr>
      <p:sp>
        <p:nvSpPr>
          <p:cNvPr id="113" name="Google Shape;113;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4" name="Google Shape;114;p5"/>
          <p:cNvSpPr txBox="1">
            <a:spLocks noGrp="1"/>
          </p:cNvSpPr>
          <p:nvPr>
            <p:ph type="subTitle" idx="1"/>
          </p:nvPr>
        </p:nvSpPr>
        <p:spPr>
          <a:xfrm>
            <a:off x="4679150" y="2453574"/>
            <a:ext cx="3384300" cy="113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5" name="Google Shape;115;p5"/>
          <p:cNvSpPr txBox="1">
            <a:spLocks noGrp="1"/>
          </p:cNvSpPr>
          <p:nvPr>
            <p:ph type="subTitle" idx="2"/>
          </p:nvPr>
        </p:nvSpPr>
        <p:spPr>
          <a:xfrm>
            <a:off x="1080525" y="2453574"/>
            <a:ext cx="3384300" cy="113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6" name="Google Shape;116;p5"/>
          <p:cNvSpPr txBox="1">
            <a:spLocks noGrp="1"/>
          </p:cNvSpPr>
          <p:nvPr>
            <p:ph type="subTitle" idx="3"/>
          </p:nvPr>
        </p:nvSpPr>
        <p:spPr>
          <a:xfrm>
            <a:off x="1080536" y="1817200"/>
            <a:ext cx="3384300" cy="572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17" name="Google Shape;117;p5"/>
          <p:cNvSpPr txBox="1">
            <a:spLocks noGrp="1"/>
          </p:cNvSpPr>
          <p:nvPr>
            <p:ph type="subTitle" idx="4"/>
          </p:nvPr>
        </p:nvSpPr>
        <p:spPr>
          <a:xfrm>
            <a:off x="4679164" y="1817200"/>
            <a:ext cx="3384300" cy="572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118" name="Google Shape;118;p5"/>
          <p:cNvSpPr/>
          <p:nvPr/>
        </p:nvSpPr>
        <p:spPr>
          <a:xfrm rot="5551952">
            <a:off x="-721531" y="4084618"/>
            <a:ext cx="2053998" cy="1765206"/>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5"/>
          <p:cNvSpPr/>
          <p:nvPr/>
        </p:nvSpPr>
        <p:spPr>
          <a:xfrm rot="-460685">
            <a:off x="-850641" y="-888875"/>
            <a:ext cx="2082611" cy="1683994"/>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5"/>
          <p:cNvSpPr/>
          <p:nvPr/>
        </p:nvSpPr>
        <p:spPr>
          <a:xfrm rot="3259731">
            <a:off x="7063135" y="-804478"/>
            <a:ext cx="3168421" cy="256197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21"/>
        <p:cNvGrpSpPr/>
        <p:nvPr/>
      </p:nvGrpSpPr>
      <p:grpSpPr>
        <a:xfrm>
          <a:off x="0" y="0"/>
          <a:ext cx="0" cy="0"/>
          <a:chOff x="0" y="0"/>
          <a:chExt cx="0" cy="0"/>
        </a:xfrm>
      </p:grpSpPr>
      <p:sp>
        <p:nvSpPr>
          <p:cNvPr id="122" name="Google Shape;122;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3" name="Google Shape;123;p6"/>
          <p:cNvSpPr/>
          <p:nvPr/>
        </p:nvSpPr>
        <p:spPr>
          <a:xfrm rot="-9076707">
            <a:off x="85462" y="-755109"/>
            <a:ext cx="1683799" cy="1313891"/>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124;p6"/>
          <p:cNvGrpSpPr/>
          <p:nvPr/>
        </p:nvGrpSpPr>
        <p:grpSpPr>
          <a:xfrm>
            <a:off x="6779278" y="192982"/>
            <a:ext cx="2107998" cy="297419"/>
            <a:chOff x="6108096" y="3265836"/>
            <a:chExt cx="1633727" cy="230504"/>
          </a:xfrm>
        </p:grpSpPr>
        <p:sp>
          <p:nvSpPr>
            <p:cNvPr id="125" name="Google Shape;125;p6"/>
            <p:cNvSpPr/>
            <p:nvPr/>
          </p:nvSpPr>
          <p:spPr>
            <a:xfrm>
              <a:off x="6108096" y="3265836"/>
              <a:ext cx="1633727" cy="230504"/>
            </a:xfrm>
            <a:custGeom>
              <a:avLst/>
              <a:gdLst/>
              <a:ahLst/>
              <a:cxnLst/>
              <a:rect l="l" t="t" r="r" b="b"/>
              <a:pathLst>
                <a:path w="1633727" h="230504" extrusionOk="0">
                  <a:moveTo>
                    <a:pt x="1518476" y="0"/>
                  </a:moveTo>
                  <a:cubicBezTo>
                    <a:pt x="1582128" y="0"/>
                    <a:pt x="1633728" y="51600"/>
                    <a:pt x="1633728" y="115253"/>
                  </a:cubicBezTo>
                  <a:lnTo>
                    <a:pt x="1633728" y="115253"/>
                  </a:lnTo>
                  <a:cubicBezTo>
                    <a:pt x="1633728" y="178905"/>
                    <a:pt x="1582128" y="230505"/>
                    <a:pt x="1518476" y="230505"/>
                  </a:cubicBezTo>
                  <a:lnTo>
                    <a:pt x="115252" y="230505"/>
                  </a:lnTo>
                  <a:cubicBezTo>
                    <a:pt x="51601" y="230505"/>
                    <a:pt x="0" y="178905"/>
                    <a:pt x="0" y="115253"/>
                  </a:cubicBezTo>
                  <a:lnTo>
                    <a:pt x="0" y="115253"/>
                  </a:lnTo>
                  <a:cubicBezTo>
                    <a:pt x="0" y="51600"/>
                    <a:pt x="51601" y="0"/>
                    <a:pt x="115252"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 name="Google Shape;126;p6"/>
            <p:cNvSpPr/>
            <p:nvPr/>
          </p:nvSpPr>
          <p:spPr>
            <a:xfrm>
              <a:off x="7528381" y="3292292"/>
              <a:ext cx="166485" cy="165854"/>
            </a:xfrm>
            <a:custGeom>
              <a:avLst/>
              <a:gdLst/>
              <a:ahLst/>
              <a:cxnLst/>
              <a:rect l="l" t="t" r="r" b="b"/>
              <a:pathLst>
                <a:path w="166485" h="165854" extrusionOk="0">
                  <a:moveTo>
                    <a:pt x="161532" y="137469"/>
                  </a:moveTo>
                  <a:lnTo>
                    <a:pt x="120003" y="95941"/>
                  </a:lnTo>
                  <a:lnTo>
                    <a:pt x="113336" y="102608"/>
                  </a:lnTo>
                  <a:lnTo>
                    <a:pt x="105811" y="95083"/>
                  </a:lnTo>
                  <a:cubicBezTo>
                    <a:pt x="123622" y="71842"/>
                    <a:pt x="122194" y="38600"/>
                    <a:pt x="100953" y="17359"/>
                  </a:cubicBezTo>
                  <a:cubicBezTo>
                    <a:pt x="77807" y="-5786"/>
                    <a:pt x="40374" y="-5786"/>
                    <a:pt x="17324" y="17359"/>
                  </a:cubicBezTo>
                  <a:cubicBezTo>
                    <a:pt x="-5727" y="40505"/>
                    <a:pt x="-5822" y="77938"/>
                    <a:pt x="17324" y="100989"/>
                  </a:cubicBezTo>
                  <a:cubicBezTo>
                    <a:pt x="38850" y="122515"/>
                    <a:pt x="72568" y="123754"/>
                    <a:pt x="95809" y="105275"/>
                  </a:cubicBezTo>
                  <a:lnTo>
                    <a:pt x="103334" y="112800"/>
                  </a:lnTo>
                  <a:lnTo>
                    <a:pt x="96667" y="119467"/>
                  </a:lnTo>
                  <a:lnTo>
                    <a:pt x="138196" y="160996"/>
                  </a:lnTo>
                  <a:cubicBezTo>
                    <a:pt x="144673" y="167473"/>
                    <a:pt x="155150" y="167473"/>
                    <a:pt x="161627" y="160996"/>
                  </a:cubicBezTo>
                  <a:lnTo>
                    <a:pt x="161627" y="160996"/>
                  </a:lnTo>
                  <a:cubicBezTo>
                    <a:pt x="168104" y="154519"/>
                    <a:pt x="168104" y="144042"/>
                    <a:pt x="161627" y="137565"/>
                  </a:cubicBezTo>
                  <a:close/>
                  <a:moveTo>
                    <a:pt x="59138" y="102513"/>
                  </a:moveTo>
                  <a:cubicBezTo>
                    <a:pt x="54471" y="102513"/>
                    <a:pt x="49899" y="101751"/>
                    <a:pt x="45612" y="100417"/>
                  </a:cubicBezTo>
                  <a:cubicBezTo>
                    <a:pt x="33611" y="96512"/>
                    <a:pt x="23896" y="87463"/>
                    <a:pt x="19133" y="75938"/>
                  </a:cubicBezTo>
                  <a:cubicBezTo>
                    <a:pt x="16942" y="70794"/>
                    <a:pt x="15799" y="65175"/>
                    <a:pt x="15799" y="59269"/>
                  </a:cubicBezTo>
                  <a:cubicBezTo>
                    <a:pt x="15799" y="35361"/>
                    <a:pt x="35231" y="15931"/>
                    <a:pt x="59138" y="15931"/>
                  </a:cubicBezTo>
                  <a:cubicBezTo>
                    <a:pt x="65044" y="15931"/>
                    <a:pt x="70663" y="17074"/>
                    <a:pt x="75807" y="19264"/>
                  </a:cubicBezTo>
                  <a:cubicBezTo>
                    <a:pt x="87332" y="24122"/>
                    <a:pt x="96381" y="33742"/>
                    <a:pt x="100286" y="45744"/>
                  </a:cubicBezTo>
                  <a:cubicBezTo>
                    <a:pt x="101715" y="50030"/>
                    <a:pt x="102382" y="54507"/>
                    <a:pt x="102382" y="59269"/>
                  </a:cubicBezTo>
                  <a:cubicBezTo>
                    <a:pt x="102382" y="83177"/>
                    <a:pt x="83046" y="102513"/>
                    <a:pt x="59138" y="10251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 name="Google Shape;127;p6"/>
            <p:cNvSpPr/>
            <p:nvPr/>
          </p:nvSpPr>
          <p:spPr>
            <a:xfrm>
              <a:off x="7475124" y="3290220"/>
              <a:ext cx="7620" cy="174307"/>
            </a:xfrm>
            <a:custGeom>
              <a:avLst/>
              <a:gdLst/>
              <a:ahLst/>
              <a:cxnLst/>
              <a:rect l="l" t="t" r="r" b="b"/>
              <a:pathLst>
                <a:path w="7620" h="174307" extrusionOk="0">
                  <a:moveTo>
                    <a:pt x="3810" y="174308"/>
                  </a:moveTo>
                  <a:lnTo>
                    <a:pt x="3810" y="174308"/>
                  </a:lnTo>
                  <a:cubicBezTo>
                    <a:pt x="1714" y="174308"/>
                    <a:pt x="0" y="172593"/>
                    <a:pt x="0" y="170497"/>
                  </a:cubicBezTo>
                  <a:lnTo>
                    <a:pt x="0" y="3810"/>
                  </a:lnTo>
                  <a:cubicBezTo>
                    <a:pt x="0" y="1714"/>
                    <a:pt x="1714" y="0"/>
                    <a:pt x="3810" y="0"/>
                  </a:cubicBezTo>
                  <a:lnTo>
                    <a:pt x="3810" y="0"/>
                  </a:lnTo>
                  <a:cubicBezTo>
                    <a:pt x="5905" y="0"/>
                    <a:pt x="7620" y="1714"/>
                    <a:pt x="7620" y="3810"/>
                  </a:cubicBezTo>
                  <a:lnTo>
                    <a:pt x="7620" y="170497"/>
                  </a:lnTo>
                  <a:cubicBezTo>
                    <a:pt x="7620" y="172593"/>
                    <a:pt x="5905" y="174308"/>
                    <a:pt x="3810" y="17430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8" name="Google Shape;128;p6"/>
          <p:cNvSpPr/>
          <p:nvPr/>
        </p:nvSpPr>
        <p:spPr>
          <a:xfrm rot="532502" flipH="1">
            <a:off x="-514115" y="4385276"/>
            <a:ext cx="1514959" cy="1224991"/>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6"/>
          <p:cNvGrpSpPr/>
          <p:nvPr/>
        </p:nvGrpSpPr>
        <p:grpSpPr>
          <a:xfrm>
            <a:off x="-148774" y="4544215"/>
            <a:ext cx="784225" cy="584398"/>
            <a:chOff x="1914620" y="1930431"/>
            <a:chExt cx="572929" cy="426911"/>
          </a:xfrm>
        </p:grpSpPr>
        <p:grpSp>
          <p:nvGrpSpPr>
            <p:cNvPr id="130" name="Google Shape;130;p6"/>
            <p:cNvGrpSpPr/>
            <p:nvPr/>
          </p:nvGrpSpPr>
          <p:grpSpPr>
            <a:xfrm>
              <a:off x="1914620" y="1930431"/>
              <a:ext cx="572929" cy="426911"/>
              <a:chOff x="1914620" y="1930431"/>
              <a:chExt cx="572929" cy="426911"/>
            </a:xfrm>
          </p:grpSpPr>
          <p:sp>
            <p:nvSpPr>
              <p:cNvPr id="131" name="Google Shape;131;p6"/>
              <p:cNvSpPr/>
              <p:nvPr/>
            </p:nvSpPr>
            <p:spPr>
              <a:xfrm>
                <a:off x="2042160" y="1930431"/>
                <a:ext cx="445389" cy="299466"/>
              </a:xfrm>
              <a:custGeom>
                <a:avLst/>
                <a:gdLst/>
                <a:ahLst/>
                <a:cxnLst/>
                <a:rect l="l" t="t" r="r" b="b"/>
                <a:pathLst>
                  <a:path w="445389" h="299466" extrusionOk="0">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 name="Google Shape;132;p6"/>
              <p:cNvSpPr/>
              <p:nvPr/>
            </p:nvSpPr>
            <p:spPr>
              <a:xfrm>
                <a:off x="1978342" y="1994058"/>
                <a:ext cx="445389" cy="299465"/>
              </a:xfrm>
              <a:custGeom>
                <a:avLst/>
                <a:gdLst/>
                <a:ahLst/>
                <a:cxnLst/>
                <a:rect l="l" t="t" r="r" b="b"/>
                <a:pathLst>
                  <a:path w="445389" h="299465" extrusionOk="0">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 name="Google Shape;133;p6"/>
              <p:cNvSpPr/>
              <p:nvPr/>
            </p:nvSpPr>
            <p:spPr>
              <a:xfrm>
                <a:off x="1914620" y="2057876"/>
                <a:ext cx="445389" cy="299466"/>
              </a:xfrm>
              <a:custGeom>
                <a:avLst/>
                <a:gdLst/>
                <a:ahLst/>
                <a:cxnLst/>
                <a:rect l="l" t="t" r="r" b="b"/>
                <a:pathLst>
                  <a:path w="445389" h="299466" extrusionOk="0">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4" name="Google Shape;134;p6"/>
            <p:cNvSpPr/>
            <p:nvPr/>
          </p:nvSpPr>
          <p:spPr>
            <a:xfrm>
              <a:off x="2024157" y="2180272"/>
              <a:ext cx="222980" cy="101917"/>
            </a:xfrm>
            <a:custGeom>
              <a:avLst/>
              <a:gdLst/>
              <a:ahLst/>
              <a:cxnLst/>
              <a:rect l="l" t="t" r="r" b="b"/>
              <a:pathLst>
                <a:path w="222980" h="101917" extrusionOk="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5" name="Google Shape;135;p6"/>
          <p:cNvSpPr/>
          <p:nvPr/>
        </p:nvSpPr>
        <p:spPr>
          <a:xfrm rot="5844200">
            <a:off x="8030548" y="2339312"/>
            <a:ext cx="2404301" cy="131859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811975" y="1032900"/>
            <a:ext cx="2804400" cy="1006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811975" y="2039700"/>
            <a:ext cx="4294800" cy="207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5668975" y="1076550"/>
            <a:ext cx="2990400" cy="2990400"/>
          </a:xfrm>
          <a:prstGeom prst="roundRect">
            <a:avLst>
              <a:gd name="adj" fmla="val 16667"/>
            </a:avLst>
          </a:prstGeom>
          <a:noFill/>
          <a:ln>
            <a:noFill/>
          </a:ln>
        </p:spPr>
      </p:sp>
      <p:sp>
        <p:nvSpPr>
          <p:cNvPr id="140" name="Google Shape;140;p7"/>
          <p:cNvSpPr/>
          <p:nvPr/>
        </p:nvSpPr>
        <p:spPr>
          <a:xfrm rot="-2381697">
            <a:off x="-1265120" y="-661594"/>
            <a:ext cx="3096202" cy="2008988"/>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7"/>
          <p:cNvSpPr/>
          <p:nvPr/>
        </p:nvSpPr>
        <p:spPr>
          <a:xfrm rot="-7296874">
            <a:off x="-735040" y="4231574"/>
            <a:ext cx="2036053" cy="1508864"/>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 name="Google Shape;142;p7"/>
          <p:cNvGrpSpPr/>
          <p:nvPr/>
        </p:nvGrpSpPr>
        <p:grpSpPr>
          <a:xfrm>
            <a:off x="65066" y="4373044"/>
            <a:ext cx="878158" cy="654532"/>
            <a:chOff x="1114425" y="4361211"/>
            <a:chExt cx="573023" cy="427101"/>
          </a:xfrm>
        </p:grpSpPr>
        <p:grpSp>
          <p:nvGrpSpPr>
            <p:cNvPr id="143" name="Google Shape;143;p7"/>
            <p:cNvGrpSpPr/>
            <p:nvPr/>
          </p:nvGrpSpPr>
          <p:grpSpPr>
            <a:xfrm>
              <a:off x="1114425" y="4361211"/>
              <a:ext cx="573023" cy="427101"/>
              <a:chOff x="1114425" y="4361211"/>
              <a:chExt cx="573023" cy="427101"/>
            </a:xfrm>
          </p:grpSpPr>
          <p:sp>
            <p:nvSpPr>
              <p:cNvPr id="144" name="Google Shape;144;p7"/>
              <p:cNvSpPr/>
              <p:nvPr/>
            </p:nvSpPr>
            <p:spPr>
              <a:xfrm>
                <a:off x="1241964" y="4361211"/>
                <a:ext cx="445484" cy="299466"/>
              </a:xfrm>
              <a:custGeom>
                <a:avLst/>
                <a:gdLst/>
                <a:ahLst/>
                <a:cxnLst/>
                <a:rect l="l" t="t" r="r" b="b"/>
                <a:pathLst>
                  <a:path w="445484" h="299466" extrusionOk="0">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 name="Google Shape;145;p7"/>
              <p:cNvSpPr/>
              <p:nvPr/>
            </p:nvSpPr>
            <p:spPr>
              <a:xfrm>
                <a:off x="1178242" y="4425029"/>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 name="Google Shape;146;p7"/>
              <p:cNvSpPr/>
              <p:nvPr/>
            </p:nvSpPr>
            <p:spPr>
              <a:xfrm>
                <a:off x="1114425" y="4488846"/>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47" name="Google Shape;147;p7"/>
            <p:cNvSpPr/>
            <p:nvPr/>
          </p:nvSpPr>
          <p:spPr>
            <a:xfrm>
              <a:off x="1303210" y="4628965"/>
              <a:ext cx="68735" cy="82063"/>
            </a:xfrm>
            <a:custGeom>
              <a:avLst/>
              <a:gdLst/>
              <a:ahLst/>
              <a:cxnLst/>
              <a:rect l="l" t="t" r="r" b="b"/>
              <a:pathLst>
                <a:path w="68735" h="82063" extrusionOk="0">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48"/>
        <p:cNvGrpSpPr/>
        <p:nvPr/>
      </p:nvGrpSpPr>
      <p:grpSpPr>
        <a:xfrm>
          <a:off x="0" y="0"/>
          <a:ext cx="0" cy="0"/>
          <a:chOff x="0" y="0"/>
          <a:chExt cx="0" cy="0"/>
        </a:xfrm>
      </p:grpSpPr>
      <p:sp>
        <p:nvSpPr>
          <p:cNvPr id="149" name="Google Shape;149;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50" name="Google Shape;150;p8"/>
          <p:cNvSpPr/>
          <p:nvPr/>
        </p:nvSpPr>
        <p:spPr>
          <a:xfrm rot="-3263452" flipH="1">
            <a:off x="5847147" y="3927927"/>
            <a:ext cx="2997856" cy="257629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8"/>
          <p:cNvSpPr/>
          <p:nvPr/>
        </p:nvSpPr>
        <p:spPr>
          <a:xfrm rot="460623" flipH="1">
            <a:off x="6387251" y="-1517085"/>
            <a:ext cx="4087061" cy="330470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8"/>
          <p:cNvSpPr/>
          <p:nvPr/>
        </p:nvSpPr>
        <p:spPr>
          <a:xfrm rot="-4592116" flipH="1">
            <a:off x="6189" y="113200"/>
            <a:ext cx="642877" cy="51982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53"/>
        <p:cNvGrpSpPr/>
        <p:nvPr/>
      </p:nvGrpSpPr>
      <p:grpSpPr>
        <a:xfrm>
          <a:off x="0" y="0"/>
          <a:ext cx="0" cy="0"/>
          <a:chOff x="0" y="0"/>
          <a:chExt cx="0" cy="0"/>
        </a:xfrm>
      </p:grpSpPr>
      <p:sp>
        <p:nvSpPr>
          <p:cNvPr id="154" name="Google Shape;154;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15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55" name="Google Shape;155;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56" name="Google Shape;156;p9"/>
          <p:cNvSpPr/>
          <p:nvPr/>
        </p:nvSpPr>
        <p:spPr>
          <a:xfrm rot="3263452">
            <a:off x="-163955" y="3927927"/>
            <a:ext cx="2997856" cy="257629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9"/>
          <p:cNvSpPr/>
          <p:nvPr/>
        </p:nvSpPr>
        <p:spPr>
          <a:xfrm rot="-460623">
            <a:off x="-1793263" y="-1517085"/>
            <a:ext cx="4087061" cy="330470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9"/>
          <p:cNvSpPr/>
          <p:nvPr/>
        </p:nvSpPr>
        <p:spPr>
          <a:xfrm rot="4592047">
            <a:off x="7797256" y="593203"/>
            <a:ext cx="1475158" cy="119280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59"/>
        <p:cNvGrpSpPr/>
        <p:nvPr/>
      </p:nvGrpSpPr>
      <p:grpSpPr>
        <a:xfrm>
          <a:off x="0" y="0"/>
          <a:ext cx="0" cy="0"/>
          <a:chOff x="0" y="0"/>
          <a:chExt cx="0" cy="0"/>
        </a:xfrm>
      </p:grpSpPr>
      <p:sp>
        <p:nvSpPr>
          <p:cNvPr id="160" name="Google Shape;160;p10"/>
          <p:cNvSpPr txBox="1">
            <a:spLocks noGrp="1"/>
          </p:cNvSpPr>
          <p:nvPr>
            <p:ph type="title"/>
          </p:nvPr>
        </p:nvSpPr>
        <p:spPr>
          <a:xfrm>
            <a:off x="720000" y="4014450"/>
            <a:ext cx="7704000" cy="572700"/>
          </a:xfrm>
          <a:prstGeom prst="rect">
            <a:avLst/>
          </a:prstGeom>
          <a:solidFill>
            <a:schemeClr val="accent2"/>
          </a:solidFill>
        </p:spPr>
        <p:txBody>
          <a:bodyPr spcFirstLastPara="1" wrap="square" lIns="91425" tIns="91425" rIns="91425" bIns="91425" anchor="t" anchorCtr="0">
            <a:noAutofit/>
          </a:bodyPr>
          <a:lstStyle>
            <a:lvl1pPr lvl="0" algn="ctr" rtl="0">
              <a:spcBef>
                <a:spcPts val="0"/>
              </a:spcBef>
              <a:spcAft>
                <a:spcPts val="0"/>
              </a:spcAft>
              <a:buSzPts val="3000"/>
              <a:buNone/>
              <a:defRPr>
                <a:solidFill>
                  <a:schemeClr val="lt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1"/>
        <p:cNvGrpSpPr/>
        <p:nvPr/>
      </p:nvGrpSpPr>
      <p:grpSpPr>
        <a:xfrm>
          <a:off x="0" y="0"/>
          <a:ext cx="0" cy="0"/>
          <a:chOff x="0" y="0"/>
          <a:chExt cx="0" cy="0"/>
        </a:xfrm>
      </p:grpSpPr>
      <p:sp>
        <p:nvSpPr>
          <p:cNvPr id="162" name="Google Shape;162;p11"/>
          <p:cNvSpPr txBox="1">
            <a:spLocks noGrp="1"/>
          </p:cNvSpPr>
          <p:nvPr>
            <p:ph type="title" hasCustomPrompt="1"/>
          </p:nvPr>
        </p:nvSpPr>
        <p:spPr>
          <a:xfrm>
            <a:off x="713225" y="1477363"/>
            <a:ext cx="6576000" cy="1526700"/>
          </a:xfrm>
          <a:prstGeom prst="rect">
            <a:avLst/>
          </a:prstGeom>
        </p:spPr>
        <p:txBody>
          <a:bodyPr spcFirstLastPara="1" wrap="square" lIns="91425" tIns="91425" rIns="91425" bIns="91425" anchor="b" anchorCtr="0">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63" name="Google Shape;163;p11"/>
          <p:cNvSpPr txBox="1">
            <a:spLocks noGrp="1"/>
          </p:cNvSpPr>
          <p:nvPr>
            <p:ph type="subTitle" idx="1"/>
          </p:nvPr>
        </p:nvSpPr>
        <p:spPr>
          <a:xfrm>
            <a:off x="713225" y="3169038"/>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64" name="Google Shape;164;p11"/>
          <p:cNvSpPr/>
          <p:nvPr/>
        </p:nvSpPr>
        <p:spPr>
          <a:xfrm rot="-1900174" flipH="1">
            <a:off x="-500059" y="-436065"/>
            <a:ext cx="1729608" cy="139855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1"/>
          <p:cNvSpPr/>
          <p:nvPr/>
        </p:nvSpPr>
        <p:spPr>
          <a:xfrm rot="-3263452" flipH="1">
            <a:off x="5847147" y="3927927"/>
            <a:ext cx="2997856" cy="257629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rot="460623" flipH="1">
            <a:off x="6387251" y="-1517085"/>
            <a:ext cx="4087061" cy="330470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p:nvPr/>
        </p:nvSpPr>
        <p:spPr>
          <a:xfrm rot="531593" flipH="1">
            <a:off x="-1222788" y="3829381"/>
            <a:ext cx="2902962" cy="234732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 name="Google Shape;168;p11"/>
          <p:cNvGrpSpPr/>
          <p:nvPr/>
        </p:nvGrpSpPr>
        <p:grpSpPr>
          <a:xfrm>
            <a:off x="7441503" y="289852"/>
            <a:ext cx="1366913" cy="1382099"/>
            <a:chOff x="6568493" y="8"/>
            <a:chExt cx="1820608" cy="1840590"/>
          </a:xfrm>
        </p:grpSpPr>
        <p:sp>
          <p:nvSpPr>
            <p:cNvPr id="169" name="Google Shape;169;p11"/>
            <p:cNvSpPr/>
            <p:nvPr/>
          </p:nvSpPr>
          <p:spPr>
            <a:xfrm>
              <a:off x="6737915" y="169351"/>
              <a:ext cx="1651185" cy="1671247"/>
            </a:xfrm>
            <a:custGeom>
              <a:avLst/>
              <a:gdLst/>
              <a:ahLst/>
              <a:cxnLst/>
              <a:rect l="l" t="t" r="r" b="b"/>
              <a:pathLst>
                <a:path w="1959864" h="1983676" extrusionOk="0">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0" name="Google Shape;170;p11"/>
            <p:cNvSpPr/>
            <p:nvPr/>
          </p:nvSpPr>
          <p:spPr>
            <a:xfrm>
              <a:off x="6653203" y="8"/>
              <a:ext cx="1651185" cy="1671247"/>
            </a:xfrm>
            <a:custGeom>
              <a:avLst/>
              <a:gdLst/>
              <a:ahLst/>
              <a:cxnLst/>
              <a:rect l="l" t="t" r="r" b="b"/>
              <a:pathLst>
                <a:path w="1959864" h="1983676" extrusionOk="0">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1" name="Google Shape;171;p11"/>
            <p:cNvGrpSpPr/>
            <p:nvPr/>
          </p:nvGrpSpPr>
          <p:grpSpPr>
            <a:xfrm>
              <a:off x="6568493" y="84720"/>
              <a:ext cx="1649109" cy="1669065"/>
              <a:chOff x="8921020" y="472154"/>
              <a:chExt cx="1959958" cy="1983676"/>
            </a:xfrm>
          </p:grpSpPr>
          <p:sp>
            <p:nvSpPr>
              <p:cNvPr id="172" name="Google Shape;172;p11"/>
              <p:cNvSpPr/>
              <p:nvPr/>
            </p:nvSpPr>
            <p:spPr>
              <a:xfrm>
                <a:off x="8921114" y="472154"/>
                <a:ext cx="1959864" cy="1983676"/>
              </a:xfrm>
              <a:custGeom>
                <a:avLst/>
                <a:gdLst/>
                <a:ahLst/>
                <a:cxnLst/>
                <a:rect l="l" t="t" r="r" b="b"/>
                <a:pathLst>
                  <a:path w="1959864" h="1983676" extrusionOk="0">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3" name="Google Shape;173;p11"/>
              <p:cNvSpPr/>
              <p:nvPr/>
            </p:nvSpPr>
            <p:spPr>
              <a:xfrm>
                <a:off x="8921020" y="472154"/>
                <a:ext cx="1959958" cy="172307"/>
              </a:xfrm>
              <a:custGeom>
                <a:avLst/>
                <a:gdLst/>
                <a:ahLst/>
                <a:cxnLst/>
                <a:rect l="l" t="t" r="r" b="b"/>
                <a:pathLst>
                  <a:path w="1959958" h="172307" extrusionOk="0">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4" name="Google Shape;174;p11"/>
              <p:cNvGrpSpPr/>
              <p:nvPr/>
            </p:nvGrpSpPr>
            <p:grpSpPr>
              <a:xfrm>
                <a:off x="9011888" y="537781"/>
                <a:ext cx="255174" cy="64389"/>
                <a:chOff x="9011888" y="537781"/>
                <a:chExt cx="255174" cy="64389"/>
              </a:xfrm>
            </p:grpSpPr>
            <p:sp>
              <p:nvSpPr>
                <p:cNvPr id="175" name="Google Shape;175;p11"/>
                <p:cNvSpPr/>
                <p:nvPr/>
              </p:nvSpPr>
              <p:spPr>
                <a:xfrm>
                  <a:off x="9202673"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 name="Google Shape;176;p11"/>
                <p:cNvSpPr/>
                <p:nvPr/>
              </p:nvSpPr>
              <p:spPr>
                <a:xfrm>
                  <a:off x="9107233"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 name="Google Shape;177;p11"/>
                <p:cNvSpPr/>
                <p:nvPr/>
              </p:nvSpPr>
              <p:spPr>
                <a:xfrm>
                  <a:off x="9011888"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78" name="Google Shape;178;p11"/>
            <p:cNvGrpSpPr/>
            <p:nvPr/>
          </p:nvGrpSpPr>
          <p:grpSpPr>
            <a:xfrm>
              <a:off x="6795939" y="406335"/>
              <a:ext cx="1194216" cy="1228757"/>
              <a:chOff x="9191339" y="854392"/>
              <a:chExt cx="1419320" cy="1460372"/>
            </a:xfrm>
          </p:grpSpPr>
          <p:grpSp>
            <p:nvGrpSpPr>
              <p:cNvPr id="179" name="Google Shape;179;p11"/>
              <p:cNvGrpSpPr/>
              <p:nvPr/>
            </p:nvGrpSpPr>
            <p:grpSpPr>
              <a:xfrm>
                <a:off x="9191339" y="1884045"/>
                <a:ext cx="604932" cy="420243"/>
                <a:chOff x="9191339" y="1884045"/>
                <a:chExt cx="604932" cy="420243"/>
              </a:xfrm>
            </p:grpSpPr>
            <p:sp>
              <p:nvSpPr>
                <p:cNvPr id="180" name="Google Shape;180;p11"/>
                <p:cNvSpPr/>
                <p:nvPr/>
              </p:nvSpPr>
              <p:spPr>
                <a:xfrm>
                  <a:off x="9191339" y="1884045"/>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1" name="Google Shape;181;p11"/>
                <p:cNvSpPr/>
                <p:nvPr/>
              </p:nvSpPr>
              <p:spPr>
                <a:xfrm>
                  <a:off x="9449466" y="1884045"/>
                  <a:ext cx="182498" cy="52959"/>
                </a:xfrm>
                <a:custGeom>
                  <a:avLst/>
                  <a:gdLst/>
                  <a:ahLst/>
                  <a:cxnLst/>
                  <a:rect l="l" t="t" r="r" b="b"/>
                  <a:pathLst>
                    <a:path w="182498" h="52959" extrusionOk="0">
                      <a:moveTo>
                        <a:pt x="0" y="0"/>
                      </a:moveTo>
                      <a:lnTo>
                        <a:pt x="182499" y="0"/>
                      </a:lnTo>
                      <a:lnTo>
                        <a:pt x="18249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2" name="Google Shape;182;p11"/>
                <p:cNvSpPr/>
                <p:nvPr/>
              </p:nvSpPr>
              <p:spPr>
                <a:xfrm>
                  <a:off x="9651396" y="1884045"/>
                  <a:ext cx="144875" cy="52959"/>
                </a:xfrm>
                <a:custGeom>
                  <a:avLst/>
                  <a:gdLst/>
                  <a:ahLst/>
                  <a:cxnLst/>
                  <a:rect l="l" t="t" r="r" b="b"/>
                  <a:pathLst>
                    <a:path w="144875" h="52959" extrusionOk="0">
                      <a:moveTo>
                        <a:pt x="0" y="0"/>
                      </a:moveTo>
                      <a:lnTo>
                        <a:pt x="144876" y="0"/>
                      </a:lnTo>
                      <a:lnTo>
                        <a:pt x="14487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3" name="Google Shape;183;p11"/>
                <p:cNvSpPr/>
                <p:nvPr/>
              </p:nvSpPr>
              <p:spPr>
                <a:xfrm>
                  <a:off x="9308306" y="2006536"/>
                  <a:ext cx="487965" cy="52959"/>
                </a:xfrm>
                <a:custGeom>
                  <a:avLst/>
                  <a:gdLst/>
                  <a:ahLst/>
                  <a:cxnLst/>
                  <a:rect l="l" t="t" r="r" b="b"/>
                  <a:pathLst>
                    <a:path w="487965" h="52959" extrusionOk="0">
                      <a:moveTo>
                        <a:pt x="0" y="0"/>
                      </a:moveTo>
                      <a:lnTo>
                        <a:pt x="487966" y="0"/>
                      </a:lnTo>
                      <a:lnTo>
                        <a:pt x="48796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 name="Google Shape;184;p11"/>
                <p:cNvSpPr/>
                <p:nvPr/>
              </p:nvSpPr>
              <p:spPr>
                <a:xfrm>
                  <a:off x="9191339" y="2006536"/>
                  <a:ext cx="89630" cy="52959"/>
                </a:xfrm>
                <a:custGeom>
                  <a:avLst/>
                  <a:gdLst/>
                  <a:ahLst/>
                  <a:cxnLst/>
                  <a:rect l="l" t="t" r="r" b="b"/>
                  <a:pathLst>
                    <a:path w="89630" h="52959" extrusionOk="0">
                      <a:moveTo>
                        <a:pt x="0" y="0"/>
                      </a:moveTo>
                      <a:lnTo>
                        <a:pt x="89630" y="0"/>
                      </a:lnTo>
                      <a:lnTo>
                        <a:pt x="8963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5" name="Google Shape;185;p11"/>
                <p:cNvSpPr/>
                <p:nvPr/>
              </p:nvSpPr>
              <p:spPr>
                <a:xfrm>
                  <a:off x="9460325" y="2128932"/>
                  <a:ext cx="230790" cy="52959"/>
                </a:xfrm>
                <a:custGeom>
                  <a:avLst/>
                  <a:gdLst/>
                  <a:ahLst/>
                  <a:cxnLst/>
                  <a:rect l="l" t="t" r="r" b="b"/>
                  <a:pathLst>
                    <a:path w="230790" h="52959" extrusionOk="0">
                      <a:moveTo>
                        <a:pt x="0" y="0"/>
                      </a:moveTo>
                      <a:lnTo>
                        <a:pt x="230791" y="0"/>
                      </a:lnTo>
                      <a:lnTo>
                        <a:pt x="230791"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 name="Google Shape;186;p11"/>
                <p:cNvSpPr/>
                <p:nvPr/>
              </p:nvSpPr>
              <p:spPr>
                <a:xfrm>
                  <a:off x="9713023" y="2128932"/>
                  <a:ext cx="83248" cy="52959"/>
                </a:xfrm>
                <a:custGeom>
                  <a:avLst/>
                  <a:gdLst/>
                  <a:ahLst/>
                  <a:cxnLst/>
                  <a:rect l="l" t="t" r="r" b="b"/>
                  <a:pathLst>
                    <a:path w="83248" h="52959" extrusionOk="0">
                      <a:moveTo>
                        <a:pt x="0" y="0"/>
                      </a:moveTo>
                      <a:lnTo>
                        <a:pt x="83248" y="0"/>
                      </a:lnTo>
                      <a:lnTo>
                        <a:pt x="8324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 name="Google Shape;187;p11"/>
                <p:cNvSpPr/>
                <p:nvPr/>
              </p:nvSpPr>
              <p:spPr>
                <a:xfrm>
                  <a:off x="9191339" y="2128932"/>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 name="Google Shape;188;p11"/>
                <p:cNvSpPr/>
                <p:nvPr/>
              </p:nvSpPr>
              <p:spPr>
                <a:xfrm>
                  <a:off x="9365170" y="2251329"/>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 name="Google Shape;189;p11"/>
                <p:cNvSpPr/>
                <p:nvPr/>
              </p:nvSpPr>
              <p:spPr>
                <a:xfrm>
                  <a:off x="9191339" y="2251329"/>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90" name="Google Shape;190;p11"/>
              <p:cNvGrpSpPr/>
              <p:nvPr/>
            </p:nvGrpSpPr>
            <p:grpSpPr>
              <a:xfrm>
                <a:off x="10004774" y="854392"/>
                <a:ext cx="604932" cy="420243"/>
                <a:chOff x="10004774" y="854392"/>
                <a:chExt cx="604932" cy="420243"/>
              </a:xfrm>
            </p:grpSpPr>
            <p:sp>
              <p:nvSpPr>
                <p:cNvPr id="191" name="Google Shape;191;p11"/>
                <p:cNvSpPr/>
                <p:nvPr/>
              </p:nvSpPr>
              <p:spPr>
                <a:xfrm>
                  <a:off x="10004774" y="854392"/>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2" name="Google Shape;192;p11"/>
                <p:cNvSpPr/>
                <p:nvPr/>
              </p:nvSpPr>
              <p:spPr>
                <a:xfrm>
                  <a:off x="10262901" y="854392"/>
                  <a:ext cx="182498" cy="52959"/>
                </a:xfrm>
                <a:custGeom>
                  <a:avLst/>
                  <a:gdLst/>
                  <a:ahLst/>
                  <a:cxnLst/>
                  <a:rect l="l" t="t" r="r" b="b"/>
                  <a:pathLst>
                    <a:path w="182498" h="52959" extrusionOk="0">
                      <a:moveTo>
                        <a:pt x="0" y="0"/>
                      </a:moveTo>
                      <a:lnTo>
                        <a:pt x="182498" y="0"/>
                      </a:lnTo>
                      <a:lnTo>
                        <a:pt x="18249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3" name="Google Shape;193;p11"/>
                <p:cNvSpPr/>
                <p:nvPr/>
              </p:nvSpPr>
              <p:spPr>
                <a:xfrm>
                  <a:off x="10464831" y="854392"/>
                  <a:ext cx="144875" cy="52959"/>
                </a:xfrm>
                <a:custGeom>
                  <a:avLst/>
                  <a:gdLst/>
                  <a:ahLst/>
                  <a:cxnLst/>
                  <a:rect l="l" t="t" r="r" b="b"/>
                  <a:pathLst>
                    <a:path w="144875" h="52959" extrusionOk="0">
                      <a:moveTo>
                        <a:pt x="0" y="0"/>
                      </a:moveTo>
                      <a:lnTo>
                        <a:pt x="144875" y="0"/>
                      </a:lnTo>
                      <a:lnTo>
                        <a:pt x="144875"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4" name="Google Shape;194;p11"/>
                <p:cNvSpPr/>
                <p:nvPr/>
              </p:nvSpPr>
              <p:spPr>
                <a:xfrm>
                  <a:off x="10121741" y="976788"/>
                  <a:ext cx="487965" cy="52959"/>
                </a:xfrm>
                <a:custGeom>
                  <a:avLst/>
                  <a:gdLst/>
                  <a:ahLst/>
                  <a:cxnLst/>
                  <a:rect l="l" t="t" r="r" b="b"/>
                  <a:pathLst>
                    <a:path w="487965" h="52959" extrusionOk="0">
                      <a:moveTo>
                        <a:pt x="0" y="0"/>
                      </a:moveTo>
                      <a:lnTo>
                        <a:pt x="487966" y="0"/>
                      </a:lnTo>
                      <a:lnTo>
                        <a:pt x="48796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5" name="Google Shape;195;p11"/>
                <p:cNvSpPr/>
                <p:nvPr/>
              </p:nvSpPr>
              <p:spPr>
                <a:xfrm>
                  <a:off x="10004774" y="976788"/>
                  <a:ext cx="89630" cy="52959"/>
                </a:xfrm>
                <a:custGeom>
                  <a:avLst/>
                  <a:gdLst/>
                  <a:ahLst/>
                  <a:cxnLst/>
                  <a:rect l="l" t="t" r="r" b="b"/>
                  <a:pathLst>
                    <a:path w="89630" h="52959" extrusionOk="0">
                      <a:moveTo>
                        <a:pt x="0" y="0"/>
                      </a:moveTo>
                      <a:lnTo>
                        <a:pt x="89630" y="0"/>
                      </a:lnTo>
                      <a:lnTo>
                        <a:pt x="8963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6" name="Google Shape;196;p11"/>
                <p:cNvSpPr/>
                <p:nvPr/>
              </p:nvSpPr>
              <p:spPr>
                <a:xfrm>
                  <a:off x="10273760" y="1099280"/>
                  <a:ext cx="230790" cy="52959"/>
                </a:xfrm>
                <a:custGeom>
                  <a:avLst/>
                  <a:gdLst/>
                  <a:ahLst/>
                  <a:cxnLst/>
                  <a:rect l="l" t="t" r="r" b="b"/>
                  <a:pathLst>
                    <a:path w="230790" h="52959" extrusionOk="0">
                      <a:moveTo>
                        <a:pt x="0" y="0"/>
                      </a:moveTo>
                      <a:lnTo>
                        <a:pt x="230790" y="0"/>
                      </a:lnTo>
                      <a:lnTo>
                        <a:pt x="23079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7" name="Google Shape;197;p11"/>
                <p:cNvSpPr/>
                <p:nvPr/>
              </p:nvSpPr>
              <p:spPr>
                <a:xfrm>
                  <a:off x="10526458" y="1099280"/>
                  <a:ext cx="83248" cy="52959"/>
                </a:xfrm>
                <a:custGeom>
                  <a:avLst/>
                  <a:gdLst/>
                  <a:ahLst/>
                  <a:cxnLst/>
                  <a:rect l="l" t="t" r="r" b="b"/>
                  <a:pathLst>
                    <a:path w="83248" h="52959" extrusionOk="0">
                      <a:moveTo>
                        <a:pt x="0" y="0"/>
                      </a:moveTo>
                      <a:lnTo>
                        <a:pt x="83249" y="0"/>
                      </a:lnTo>
                      <a:lnTo>
                        <a:pt x="8324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8" name="Google Shape;198;p11"/>
                <p:cNvSpPr/>
                <p:nvPr/>
              </p:nvSpPr>
              <p:spPr>
                <a:xfrm>
                  <a:off x="10004774" y="1099280"/>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9" name="Google Shape;199;p11"/>
                <p:cNvSpPr/>
                <p:nvPr/>
              </p:nvSpPr>
              <p:spPr>
                <a:xfrm>
                  <a:off x="10178700" y="1221676"/>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0" name="Google Shape;200;p11"/>
                <p:cNvSpPr/>
                <p:nvPr/>
              </p:nvSpPr>
              <p:spPr>
                <a:xfrm>
                  <a:off x="10004774" y="1221676"/>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01" name="Google Shape;201;p11"/>
              <p:cNvGrpSpPr/>
              <p:nvPr/>
            </p:nvGrpSpPr>
            <p:grpSpPr>
              <a:xfrm>
                <a:off x="10004774" y="1374362"/>
                <a:ext cx="604932" cy="303466"/>
                <a:chOff x="10004774" y="1374362"/>
                <a:chExt cx="604932" cy="303466"/>
              </a:xfrm>
            </p:grpSpPr>
            <p:sp>
              <p:nvSpPr>
                <p:cNvPr id="202" name="Google Shape;202;p11"/>
                <p:cNvSpPr/>
                <p:nvPr/>
              </p:nvSpPr>
              <p:spPr>
                <a:xfrm>
                  <a:off x="10004774" y="1374362"/>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3" name="Google Shape;203;p11"/>
                <p:cNvSpPr/>
                <p:nvPr/>
              </p:nvSpPr>
              <p:spPr>
                <a:xfrm>
                  <a:off x="10262901" y="1374362"/>
                  <a:ext cx="182498" cy="52959"/>
                </a:xfrm>
                <a:custGeom>
                  <a:avLst/>
                  <a:gdLst/>
                  <a:ahLst/>
                  <a:cxnLst/>
                  <a:rect l="l" t="t" r="r" b="b"/>
                  <a:pathLst>
                    <a:path w="182498" h="52959" extrusionOk="0">
                      <a:moveTo>
                        <a:pt x="0" y="0"/>
                      </a:moveTo>
                      <a:lnTo>
                        <a:pt x="182498" y="0"/>
                      </a:lnTo>
                      <a:lnTo>
                        <a:pt x="18249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4" name="Google Shape;204;p11"/>
                <p:cNvSpPr/>
                <p:nvPr/>
              </p:nvSpPr>
              <p:spPr>
                <a:xfrm>
                  <a:off x="10464831" y="1374362"/>
                  <a:ext cx="144875" cy="52959"/>
                </a:xfrm>
                <a:custGeom>
                  <a:avLst/>
                  <a:gdLst/>
                  <a:ahLst/>
                  <a:cxnLst/>
                  <a:rect l="l" t="t" r="r" b="b"/>
                  <a:pathLst>
                    <a:path w="144875" h="52959" extrusionOk="0">
                      <a:moveTo>
                        <a:pt x="0" y="0"/>
                      </a:moveTo>
                      <a:lnTo>
                        <a:pt x="144875" y="0"/>
                      </a:lnTo>
                      <a:lnTo>
                        <a:pt x="144875"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5" name="Google Shape;205;p11"/>
                <p:cNvSpPr/>
                <p:nvPr/>
              </p:nvSpPr>
              <p:spPr>
                <a:xfrm>
                  <a:off x="10273760" y="1502378"/>
                  <a:ext cx="230790" cy="52959"/>
                </a:xfrm>
                <a:custGeom>
                  <a:avLst/>
                  <a:gdLst/>
                  <a:ahLst/>
                  <a:cxnLst/>
                  <a:rect l="l" t="t" r="r" b="b"/>
                  <a:pathLst>
                    <a:path w="230790" h="52959" extrusionOk="0">
                      <a:moveTo>
                        <a:pt x="0" y="0"/>
                      </a:moveTo>
                      <a:lnTo>
                        <a:pt x="230790" y="0"/>
                      </a:lnTo>
                      <a:lnTo>
                        <a:pt x="23079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 name="Google Shape;206;p11"/>
                <p:cNvSpPr/>
                <p:nvPr/>
              </p:nvSpPr>
              <p:spPr>
                <a:xfrm>
                  <a:off x="10526458" y="1502378"/>
                  <a:ext cx="83248" cy="52959"/>
                </a:xfrm>
                <a:custGeom>
                  <a:avLst/>
                  <a:gdLst/>
                  <a:ahLst/>
                  <a:cxnLst/>
                  <a:rect l="l" t="t" r="r" b="b"/>
                  <a:pathLst>
                    <a:path w="83248" h="52959" extrusionOk="0">
                      <a:moveTo>
                        <a:pt x="0" y="0"/>
                      </a:moveTo>
                      <a:lnTo>
                        <a:pt x="83249" y="0"/>
                      </a:lnTo>
                      <a:lnTo>
                        <a:pt x="8324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 name="Google Shape;207;p11"/>
                <p:cNvSpPr/>
                <p:nvPr/>
              </p:nvSpPr>
              <p:spPr>
                <a:xfrm>
                  <a:off x="10004774" y="1502378"/>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8" name="Google Shape;208;p11"/>
                <p:cNvSpPr/>
                <p:nvPr/>
              </p:nvSpPr>
              <p:spPr>
                <a:xfrm>
                  <a:off x="10178700" y="1624869"/>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9" name="Google Shape;209;p11"/>
                <p:cNvSpPr/>
                <p:nvPr/>
              </p:nvSpPr>
              <p:spPr>
                <a:xfrm>
                  <a:off x="10004774" y="1624869"/>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10" name="Google Shape;210;p11"/>
              <p:cNvSpPr/>
              <p:nvPr/>
            </p:nvSpPr>
            <p:spPr>
              <a:xfrm>
                <a:off x="10004774" y="1875948"/>
                <a:ext cx="605885" cy="438816"/>
              </a:xfrm>
              <a:custGeom>
                <a:avLst/>
                <a:gdLst/>
                <a:ahLst/>
                <a:cxnLst/>
                <a:rect l="l" t="t" r="r" b="b"/>
                <a:pathLst>
                  <a:path w="605885" h="438816" extrusionOk="0">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1" name="Google Shape;211;p11"/>
              <p:cNvSpPr/>
              <p:nvPr/>
            </p:nvSpPr>
            <p:spPr>
              <a:xfrm>
                <a:off x="9191339" y="860202"/>
                <a:ext cx="605885" cy="815149"/>
              </a:xfrm>
              <a:custGeom>
                <a:avLst/>
                <a:gdLst/>
                <a:ahLst/>
                <a:cxnLst/>
                <a:rect l="l" t="t" r="r" b="b"/>
                <a:pathLst>
                  <a:path w="605885" h="815149" extrusionOk="0">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12" name="Google Shape;212;p11"/>
            <p:cNvGrpSpPr/>
            <p:nvPr/>
          </p:nvGrpSpPr>
          <p:grpSpPr>
            <a:xfrm>
              <a:off x="6717319" y="354723"/>
              <a:ext cx="656533" cy="799751"/>
              <a:chOff x="9097899" y="793051"/>
              <a:chExt cx="780287" cy="950500"/>
            </a:xfrm>
          </p:grpSpPr>
          <p:grpSp>
            <p:nvGrpSpPr>
              <p:cNvPr id="213" name="Google Shape;213;p11"/>
              <p:cNvGrpSpPr/>
              <p:nvPr/>
            </p:nvGrpSpPr>
            <p:grpSpPr>
              <a:xfrm>
                <a:off x="9118758" y="814006"/>
                <a:ext cx="747999" cy="918020"/>
                <a:chOff x="9118758" y="814006"/>
                <a:chExt cx="747999" cy="918020"/>
              </a:xfrm>
            </p:grpSpPr>
            <p:sp>
              <p:nvSpPr>
                <p:cNvPr id="214" name="Google Shape;214;p11"/>
                <p:cNvSpPr/>
                <p:nvPr/>
              </p:nvSpPr>
              <p:spPr>
                <a:xfrm>
                  <a:off x="9131522" y="1722501"/>
                  <a:ext cx="700277" cy="9525"/>
                </a:xfrm>
                <a:custGeom>
                  <a:avLst/>
                  <a:gdLst/>
                  <a:ahLst/>
                  <a:cxnLst/>
                  <a:rect l="l" t="t" r="r" b="b"/>
                  <a:pathLst>
                    <a:path w="700277" h="9525" extrusionOk="0">
                      <a:moveTo>
                        <a:pt x="700278" y="0"/>
                      </a:moveTo>
                      <a:lnTo>
                        <a:pt x="0"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5" name="Google Shape;215;p11"/>
                <p:cNvSpPr/>
                <p:nvPr/>
              </p:nvSpPr>
              <p:spPr>
                <a:xfrm>
                  <a:off x="9118758" y="826579"/>
                  <a:ext cx="9525" cy="870680"/>
                </a:xfrm>
                <a:custGeom>
                  <a:avLst/>
                  <a:gdLst/>
                  <a:ahLst/>
                  <a:cxnLst/>
                  <a:rect l="l" t="t" r="r" b="b"/>
                  <a:pathLst>
                    <a:path w="9525" h="870680" extrusionOk="0">
                      <a:moveTo>
                        <a:pt x="0" y="870680"/>
                      </a:moveTo>
                      <a:lnTo>
                        <a:pt x="0"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6" name="Google Shape;216;p11"/>
                <p:cNvSpPr/>
                <p:nvPr/>
              </p:nvSpPr>
              <p:spPr>
                <a:xfrm>
                  <a:off x="9144285" y="814006"/>
                  <a:ext cx="700277" cy="9525"/>
                </a:xfrm>
                <a:custGeom>
                  <a:avLst/>
                  <a:gdLst/>
                  <a:ahLst/>
                  <a:cxnLst/>
                  <a:rect l="l" t="t" r="r" b="b"/>
                  <a:pathLst>
                    <a:path w="700277" h="9525" extrusionOk="0">
                      <a:moveTo>
                        <a:pt x="0" y="0"/>
                      </a:moveTo>
                      <a:lnTo>
                        <a:pt x="700278"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7" name="Google Shape;217;p11"/>
                <p:cNvSpPr/>
                <p:nvPr/>
              </p:nvSpPr>
              <p:spPr>
                <a:xfrm>
                  <a:off x="9857232" y="839247"/>
                  <a:ext cx="9525" cy="870680"/>
                </a:xfrm>
                <a:custGeom>
                  <a:avLst/>
                  <a:gdLst/>
                  <a:ahLst/>
                  <a:cxnLst/>
                  <a:rect l="l" t="t" r="r" b="b"/>
                  <a:pathLst>
                    <a:path w="9525" h="870680" extrusionOk="0">
                      <a:moveTo>
                        <a:pt x="0" y="0"/>
                      </a:moveTo>
                      <a:lnTo>
                        <a:pt x="0" y="87068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18" name="Google Shape;218;p11"/>
              <p:cNvGrpSpPr/>
              <p:nvPr/>
            </p:nvGrpSpPr>
            <p:grpSpPr>
              <a:xfrm>
                <a:off x="9097899" y="793051"/>
                <a:ext cx="780287" cy="950500"/>
                <a:chOff x="9097899" y="793051"/>
                <a:chExt cx="780287" cy="950500"/>
              </a:xfrm>
            </p:grpSpPr>
            <p:grpSp>
              <p:nvGrpSpPr>
                <p:cNvPr id="219" name="Google Shape;219;p11"/>
                <p:cNvGrpSpPr/>
                <p:nvPr/>
              </p:nvGrpSpPr>
              <p:grpSpPr>
                <a:xfrm>
                  <a:off x="9097899" y="793051"/>
                  <a:ext cx="780287" cy="41909"/>
                  <a:chOff x="9097899" y="793051"/>
                  <a:chExt cx="780287" cy="41909"/>
                </a:xfrm>
              </p:grpSpPr>
              <p:sp>
                <p:nvSpPr>
                  <p:cNvPr id="220" name="Google Shape;220;p11"/>
                  <p:cNvSpPr/>
                  <p:nvPr/>
                </p:nvSpPr>
                <p:spPr>
                  <a:xfrm>
                    <a:off x="9097899"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 name="Google Shape;221;p11"/>
                  <p:cNvSpPr/>
                  <p:nvPr/>
                </p:nvSpPr>
                <p:spPr>
                  <a:xfrm>
                    <a:off x="9467088"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 name="Google Shape;222;p11"/>
                  <p:cNvSpPr/>
                  <p:nvPr/>
                </p:nvSpPr>
                <p:spPr>
                  <a:xfrm>
                    <a:off x="9836277"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3" name="Google Shape;223;p11"/>
                <p:cNvGrpSpPr/>
                <p:nvPr/>
              </p:nvGrpSpPr>
              <p:grpSpPr>
                <a:xfrm>
                  <a:off x="9097899" y="1247298"/>
                  <a:ext cx="780287" cy="41910"/>
                  <a:chOff x="9097899" y="1247298"/>
                  <a:chExt cx="780287" cy="41910"/>
                </a:xfrm>
              </p:grpSpPr>
              <p:sp>
                <p:nvSpPr>
                  <p:cNvPr id="224" name="Google Shape;224;p11"/>
                  <p:cNvSpPr/>
                  <p:nvPr/>
                </p:nvSpPr>
                <p:spPr>
                  <a:xfrm>
                    <a:off x="9097899" y="1247298"/>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 name="Google Shape;225;p11"/>
                  <p:cNvSpPr/>
                  <p:nvPr/>
                </p:nvSpPr>
                <p:spPr>
                  <a:xfrm>
                    <a:off x="9836277" y="1247298"/>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6" name="Google Shape;226;p11"/>
                <p:cNvGrpSpPr/>
                <p:nvPr/>
              </p:nvGrpSpPr>
              <p:grpSpPr>
                <a:xfrm>
                  <a:off x="9097899" y="1701641"/>
                  <a:ext cx="780287" cy="41910"/>
                  <a:chOff x="9097899" y="1701641"/>
                  <a:chExt cx="780287" cy="41910"/>
                </a:xfrm>
              </p:grpSpPr>
              <p:sp>
                <p:nvSpPr>
                  <p:cNvPr id="227" name="Google Shape;227;p11"/>
                  <p:cNvSpPr/>
                  <p:nvPr/>
                </p:nvSpPr>
                <p:spPr>
                  <a:xfrm>
                    <a:off x="9097899"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 name="Google Shape;228;p11"/>
                  <p:cNvSpPr/>
                  <p:nvPr/>
                </p:nvSpPr>
                <p:spPr>
                  <a:xfrm>
                    <a:off x="9467088"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 name="Google Shape;229;p11"/>
                  <p:cNvSpPr/>
                  <p:nvPr/>
                </p:nvSpPr>
                <p:spPr>
                  <a:xfrm>
                    <a:off x="9836277"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230" name="Google Shape;230;p11"/>
            <p:cNvGrpSpPr/>
            <p:nvPr/>
          </p:nvGrpSpPr>
          <p:grpSpPr>
            <a:xfrm>
              <a:off x="7074117" y="956519"/>
              <a:ext cx="215826" cy="125825"/>
              <a:chOff x="9521952" y="1508283"/>
              <a:chExt cx="256508" cy="149542"/>
            </a:xfrm>
          </p:grpSpPr>
          <p:sp>
            <p:nvSpPr>
              <p:cNvPr id="231" name="Google Shape;231;p11"/>
              <p:cNvSpPr/>
              <p:nvPr/>
            </p:nvSpPr>
            <p:spPr>
              <a:xfrm>
                <a:off x="9521952" y="1508283"/>
                <a:ext cx="256508" cy="149542"/>
              </a:xfrm>
              <a:custGeom>
                <a:avLst/>
                <a:gdLst/>
                <a:ahLst/>
                <a:cxnLst/>
                <a:rect l="l" t="t" r="r" b="b"/>
                <a:pathLst>
                  <a:path w="256508" h="149542" extrusionOk="0">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32" name="Google Shape;232;p11"/>
              <p:cNvGrpSpPr/>
              <p:nvPr/>
            </p:nvGrpSpPr>
            <p:grpSpPr>
              <a:xfrm>
                <a:off x="9556578" y="1534618"/>
                <a:ext cx="183763" cy="98921"/>
                <a:chOff x="9556578" y="1534618"/>
                <a:chExt cx="183763" cy="98921"/>
              </a:xfrm>
            </p:grpSpPr>
            <p:grpSp>
              <p:nvGrpSpPr>
                <p:cNvPr id="233" name="Google Shape;233;p11"/>
                <p:cNvGrpSpPr/>
                <p:nvPr/>
              </p:nvGrpSpPr>
              <p:grpSpPr>
                <a:xfrm>
                  <a:off x="9645396" y="1536115"/>
                  <a:ext cx="94945" cy="94946"/>
                  <a:chOff x="9645396" y="1536115"/>
                  <a:chExt cx="94945" cy="94946"/>
                </a:xfrm>
              </p:grpSpPr>
              <p:sp>
                <p:nvSpPr>
                  <p:cNvPr id="234" name="Google Shape;234;p11"/>
                  <p:cNvSpPr/>
                  <p:nvPr/>
                </p:nvSpPr>
                <p:spPr>
                  <a:xfrm>
                    <a:off x="9645396" y="1588389"/>
                    <a:ext cx="42671" cy="42672"/>
                  </a:xfrm>
                  <a:custGeom>
                    <a:avLst/>
                    <a:gdLst/>
                    <a:ahLst/>
                    <a:cxnLst/>
                    <a:rect l="l" t="t" r="r" b="b"/>
                    <a:pathLst>
                      <a:path w="42671" h="42672" extrusionOk="0">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 name="Google Shape;235;p11"/>
                  <p:cNvSpPr/>
                  <p:nvPr/>
                </p:nvSpPr>
                <p:spPr>
                  <a:xfrm>
                    <a:off x="9674923" y="1536115"/>
                    <a:ext cx="65418" cy="65418"/>
                  </a:xfrm>
                  <a:custGeom>
                    <a:avLst/>
                    <a:gdLst/>
                    <a:ahLst/>
                    <a:cxnLst/>
                    <a:rect l="l" t="t" r="r" b="b"/>
                    <a:pathLst>
                      <a:path w="65418" h="65418" extrusionOk="0">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6" name="Google Shape;236;p11"/>
                <p:cNvGrpSpPr/>
                <p:nvPr/>
              </p:nvGrpSpPr>
              <p:grpSpPr>
                <a:xfrm>
                  <a:off x="9556578" y="1534618"/>
                  <a:ext cx="98773" cy="98921"/>
                  <a:chOff x="9556578" y="1534618"/>
                  <a:chExt cx="98773" cy="98921"/>
                </a:xfrm>
              </p:grpSpPr>
              <p:sp>
                <p:nvSpPr>
                  <p:cNvPr id="237" name="Google Shape;237;p11"/>
                  <p:cNvSpPr/>
                  <p:nvPr/>
                </p:nvSpPr>
                <p:spPr>
                  <a:xfrm>
                    <a:off x="9556578" y="1534618"/>
                    <a:ext cx="98773" cy="98921"/>
                  </a:xfrm>
                  <a:custGeom>
                    <a:avLst/>
                    <a:gdLst/>
                    <a:ahLst/>
                    <a:cxnLst/>
                    <a:rect l="l" t="t" r="r" b="b"/>
                    <a:pathLst>
                      <a:path w="98773" h="98921" extrusionOk="0">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8" name="Google Shape;238;p11"/>
                  <p:cNvSpPr/>
                  <p:nvPr/>
                </p:nvSpPr>
                <p:spPr>
                  <a:xfrm>
                    <a:off x="9597270" y="1577125"/>
                    <a:ext cx="15573" cy="15573"/>
                  </a:xfrm>
                  <a:custGeom>
                    <a:avLst/>
                    <a:gdLst/>
                    <a:ahLst/>
                    <a:cxnLst/>
                    <a:rect l="l" t="t" r="r" b="b"/>
                    <a:pathLst>
                      <a:path w="15573" h="15573" extrusionOk="0">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2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40"/>
        <p:cNvGrpSpPr/>
        <p:nvPr/>
      </p:nvGrpSpPr>
      <p:grpSpPr>
        <a:xfrm>
          <a:off x="0" y="0"/>
          <a:ext cx="0" cy="0"/>
          <a:chOff x="0" y="0"/>
          <a:chExt cx="0" cy="0"/>
        </a:xfrm>
      </p:grpSpPr>
      <p:sp>
        <p:nvSpPr>
          <p:cNvPr id="241" name="Google Shape;241;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42" name="Google Shape;242;p13"/>
          <p:cNvSpPr txBox="1">
            <a:spLocks noGrp="1"/>
          </p:cNvSpPr>
          <p:nvPr>
            <p:ph type="title" idx="2" hasCustomPrompt="1"/>
          </p:nvPr>
        </p:nvSpPr>
        <p:spPr>
          <a:xfrm>
            <a:off x="1100975" y="1203373"/>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3" name="Google Shape;243;p13"/>
          <p:cNvSpPr txBox="1">
            <a:spLocks noGrp="1"/>
          </p:cNvSpPr>
          <p:nvPr>
            <p:ph type="title" idx="3" hasCustomPrompt="1"/>
          </p:nvPr>
        </p:nvSpPr>
        <p:spPr>
          <a:xfrm>
            <a:off x="1100975" y="2789203"/>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4" name="Google Shape;244;p13"/>
          <p:cNvSpPr txBox="1">
            <a:spLocks noGrp="1"/>
          </p:cNvSpPr>
          <p:nvPr>
            <p:ph type="title" idx="4" hasCustomPrompt="1"/>
          </p:nvPr>
        </p:nvSpPr>
        <p:spPr>
          <a:xfrm>
            <a:off x="3419250" y="1203373"/>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5" name="Google Shape;245;p13"/>
          <p:cNvSpPr txBox="1">
            <a:spLocks noGrp="1"/>
          </p:cNvSpPr>
          <p:nvPr>
            <p:ph type="title" idx="5" hasCustomPrompt="1"/>
          </p:nvPr>
        </p:nvSpPr>
        <p:spPr>
          <a:xfrm>
            <a:off x="3419250" y="2789203"/>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6" name="Google Shape;246;p13"/>
          <p:cNvSpPr txBox="1">
            <a:spLocks noGrp="1"/>
          </p:cNvSpPr>
          <p:nvPr>
            <p:ph type="title" idx="6" hasCustomPrompt="1"/>
          </p:nvPr>
        </p:nvSpPr>
        <p:spPr>
          <a:xfrm>
            <a:off x="5737525" y="1203373"/>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7" name="Google Shape;247;p13"/>
          <p:cNvSpPr txBox="1">
            <a:spLocks noGrp="1"/>
          </p:cNvSpPr>
          <p:nvPr>
            <p:ph type="title" idx="7" hasCustomPrompt="1"/>
          </p:nvPr>
        </p:nvSpPr>
        <p:spPr>
          <a:xfrm>
            <a:off x="5737525" y="2789203"/>
            <a:ext cx="734700" cy="5727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8" name="Google Shape;248;p13"/>
          <p:cNvSpPr txBox="1">
            <a:spLocks noGrp="1"/>
          </p:cNvSpPr>
          <p:nvPr>
            <p:ph type="subTitle" idx="1"/>
          </p:nvPr>
        </p:nvSpPr>
        <p:spPr>
          <a:xfrm>
            <a:off x="1100975" y="1912475"/>
            <a:ext cx="2305500" cy="75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49" name="Google Shape;249;p13"/>
          <p:cNvSpPr txBox="1">
            <a:spLocks noGrp="1"/>
          </p:cNvSpPr>
          <p:nvPr>
            <p:ph type="subTitle" idx="8"/>
          </p:nvPr>
        </p:nvSpPr>
        <p:spPr>
          <a:xfrm>
            <a:off x="3419250" y="1912475"/>
            <a:ext cx="2305500" cy="75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0" name="Google Shape;250;p13"/>
          <p:cNvSpPr txBox="1">
            <a:spLocks noGrp="1"/>
          </p:cNvSpPr>
          <p:nvPr>
            <p:ph type="subTitle" idx="9"/>
          </p:nvPr>
        </p:nvSpPr>
        <p:spPr>
          <a:xfrm>
            <a:off x="5737525" y="1912475"/>
            <a:ext cx="2305500" cy="75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1" name="Google Shape;251;p13"/>
          <p:cNvSpPr txBox="1">
            <a:spLocks noGrp="1"/>
          </p:cNvSpPr>
          <p:nvPr>
            <p:ph type="subTitle" idx="13"/>
          </p:nvPr>
        </p:nvSpPr>
        <p:spPr>
          <a:xfrm>
            <a:off x="1100975" y="3498350"/>
            <a:ext cx="2305500" cy="75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2" name="Google Shape;252;p13"/>
          <p:cNvSpPr txBox="1">
            <a:spLocks noGrp="1"/>
          </p:cNvSpPr>
          <p:nvPr>
            <p:ph type="subTitle" idx="14"/>
          </p:nvPr>
        </p:nvSpPr>
        <p:spPr>
          <a:xfrm>
            <a:off x="3419250" y="3498350"/>
            <a:ext cx="2305500" cy="75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3" name="Google Shape;253;p13"/>
          <p:cNvSpPr txBox="1">
            <a:spLocks noGrp="1"/>
          </p:cNvSpPr>
          <p:nvPr>
            <p:ph type="subTitle" idx="15"/>
          </p:nvPr>
        </p:nvSpPr>
        <p:spPr>
          <a:xfrm>
            <a:off x="5737525" y="3498350"/>
            <a:ext cx="2305500" cy="75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rtl="0">
              <a:lnSpc>
                <a:spcPct val="100000"/>
              </a:lnSpc>
              <a:spcBef>
                <a:spcPts val="0"/>
              </a:spcBef>
              <a:spcAft>
                <a:spcPts val="0"/>
              </a:spcAft>
              <a:buSzPts val="2400"/>
              <a:buFont typeface="Raleway"/>
              <a:buNone/>
              <a:defRPr sz="2400" b="1">
                <a:latin typeface="Raleway"/>
                <a:ea typeface="Raleway"/>
                <a:cs typeface="Raleway"/>
                <a:sym typeface="Raleway"/>
              </a:defRPr>
            </a:lvl2pPr>
            <a:lvl3pPr lvl="2" rtl="0">
              <a:lnSpc>
                <a:spcPct val="100000"/>
              </a:lnSpc>
              <a:spcBef>
                <a:spcPts val="0"/>
              </a:spcBef>
              <a:spcAft>
                <a:spcPts val="0"/>
              </a:spcAft>
              <a:buSzPts val="2400"/>
              <a:buFont typeface="Raleway"/>
              <a:buNone/>
              <a:defRPr sz="2400" b="1">
                <a:latin typeface="Raleway"/>
                <a:ea typeface="Raleway"/>
                <a:cs typeface="Raleway"/>
                <a:sym typeface="Raleway"/>
              </a:defRPr>
            </a:lvl3pPr>
            <a:lvl4pPr lvl="3" rtl="0">
              <a:lnSpc>
                <a:spcPct val="100000"/>
              </a:lnSpc>
              <a:spcBef>
                <a:spcPts val="0"/>
              </a:spcBef>
              <a:spcAft>
                <a:spcPts val="0"/>
              </a:spcAft>
              <a:buSzPts val="2400"/>
              <a:buFont typeface="Raleway"/>
              <a:buNone/>
              <a:defRPr sz="2400" b="1">
                <a:latin typeface="Raleway"/>
                <a:ea typeface="Raleway"/>
                <a:cs typeface="Raleway"/>
                <a:sym typeface="Raleway"/>
              </a:defRPr>
            </a:lvl4pPr>
            <a:lvl5pPr lvl="4" rtl="0">
              <a:lnSpc>
                <a:spcPct val="100000"/>
              </a:lnSpc>
              <a:spcBef>
                <a:spcPts val="0"/>
              </a:spcBef>
              <a:spcAft>
                <a:spcPts val="0"/>
              </a:spcAft>
              <a:buSzPts val="2400"/>
              <a:buFont typeface="Raleway"/>
              <a:buNone/>
              <a:defRPr sz="2400" b="1">
                <a:latin typeface="Raleway"/>
                <a:ea typeface="Raleway"/>
                <a:cs typeface="Raleway"/>
                <a:sym typeface="Raleway"/>
              </a:defRPr>
            </a:lvl5pPr>
            <a:lvl6pPr lvl="5" rtl="0">
              <a:lnSpc>
                <a:spcPct val="100000"/>
              </a:lnSpc>
              <a:spcBef>
                <a:spcPts val="0"/>
              </a:spcBef>
              <a:spcAft>
                <a:spcPts val="0"/>
              </a:spcAft>
              <a:buSzPts val="2400"/>
              <a:buFont typeface="Raleway"/>
              <a:buNone/>
              <a:defRPr sz="2400" b="1">
                <a:latin typeface="Raleway"/>
                <a:ea typeface="Raleway"/>
                <a:cs typeface="Raleway"/>
                <a:sym typeface="Raleway"/>
              </a:defRPr>
            </a:lvl6pPr>
            <a:lvl7pPr lvl="6" rtl="0">
              <a:lnSpc>
                <a:spcPct val="100000"/>
              </a:lnSpc>
              <a:spcBef>
                <a:spcPts val="0"/>
              </a:spcBef>
              <a:spcAft>
                <a:spcPts val="0"/>
              </a:spcAft>
              <a:buSzPts val="2400"/>
              <a:buFont typeface="Raleway"/>
              <a:buNone/>
              <a:defRPr sz="2400" b="1">
                <a:latin typeface="Raleway"/>
                <a:ea typeface="Raleway"/>
                <a:cs typeface="Raleway"/>
                <a:sym typeface="Raleway"/>
              </a:defRPr>
            </a:lvl7pPr>
            <a:lvl8pPr lvl="7" rtl="0">
              <a:lnSpc>
                <a:spcPct val="100000"/>
              </a:lnSpc>
              <a:spcBef>
                <a:spcPts val="0"/>
              </a:spcBef>
              <a:spcAft>
                <a:spcPts val="0"/>
              </a:spcAft>
              <a:buSzPts val="2400"/>
              <a:buFont typeface="Raleway"/>
              <a:buNone/>
              <a:defRPr sz="2400" b="1">
                <a:latin typeface="Raleway"/>
                <a:ea typeface="Raleway"/>
                <a:cs typeface="Raleway"/>
                <a:sym typeface="Raleway"/>
              </a:defRPr>
            </a:lvl8pPr>
            <a:lvl9pPr lvl="8"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4" name="Google Shape;254;p13"/>
          <p:cNvSpPr/>
          <p:nvPr/>
        </p:nvSpPr>
        <p:spPr>
          <a:xfrm rot="8819869" flipH="1">
            <a:off x="7035528" y="3933627"/>
            <a:ext cx="3158468" cy="2509642"/>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3"/>
          <p:cNvSpPr/>
          <p:nvPr/>
        </p:nvSpPr>
        <p:spPr>
          <a:xfrm rot="-3657034" flipH="1">
            <a:off x="-1336268" y="-858934"/>
            <a:ext cx="2746020" cy="1921695"/>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 name="Google Shape;256;p13"/>
          <p:cNvGrpSpPr/>
          <p:nvPr/>
        </p:nvGrpSpPr>
        <p:grpSpPr>
          <a:xfrm>
            <a:off x="8114970" y="266839"/>
            <a:ext cx="829992" cy="750888"/>
            <a:chOff x="8114596" y="445039"/>
            <a:chExt cx="633002" cy="572716"/>
          </a:xfrm>
        </p:grpSpPr>
        <p:grpSp>
          <p:nvGrpSpPr>
            <p:cNvPr id="257" name="Google Shape;257;p13"/>
            <p:cNvGrpSpPr/>
            <p:nvPr/>
          </p:nvGrpSpPr>
          <p:grpSpPr>
            <a:xfrm>
              <a:off x="8114596" y="445039"/>
              <a:ext cx="633002" cy="572716"/>
              <a:chOff x="7189660" y="520827"/>
              <a:chExt cx="598074" cy="541115"/>
            </a:xfrm>
          </p:grpSpPr>
          <p:sp>
            <p:nvSpPr>
              <p:cNvPr id="258" name="Google Shape;258;p13"/>
              <p:cNvSpPr/>
              <p:nvPr/>
            </p:nvSpPr>
            <p:spPr>
              <a:xfrm>
                <a:off x="7189660" y="520827"/>
                <a:ext cx="598074" cy="541115"/>
              </a:xfrm>
              <a:custGeom>
                <a:avLst/>
                <a:gdLst/>
                <a:ahLst/>
                <a:cxnLst/>
                <a:rect l="l" t="t" r="r" b="b"/>
                <a:pathLst>
                  <a:path w="598074" h="541115" extrusionOk="0">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59" name="Google Shape;259;p13"/>
              <p:cNvGrpSpPr/>
              <p:nvPr/>
            </p:nvGrpSpPr>
            <p:grpSpPr>
              <a:xfrm>
                <a:off x="7579137" y="551973"/>
                <a:ext cx="164782" cy="41529"/>
                <a:chOff x="7579137" y="551973"/>
                <a:chExt cx="164782" cy="41529"/>
              </a:xfrm>
            </p:grpSpPr>
            <p:sp>
              <p:nvSpPr>
                <p:cNvPr id="260" name="Google Shape;260;p13"/>
                <p:cNvSpPr/>
                <p:nvPr/>
              </p:nvSpPr>
              <p:spPr>
                <a:xfrm>
                  <a:off x="7702391"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1" name="Google Shape;261;p13"/>
                <p:cNvSpPr/>
                <p:nvPr/>
              </p:nvSpPr>
              <p:spPr>
                <a:xfrm>
                  <a:off x="7640764"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 name="Google Shape;262;p13"/>
                <p:cNvSpPr/>
                <p:nvPr/>
              </p:nvSpPr>
              <p:spPr>
                <a:xfrm>
                  <a:off x="7579137"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263" name="Google Shape;263;p13"/>
            <p:cNvGrpSpPr/>
            <p:nvPr/>
          </p:nvGrpSpPr>
          <p:grpSpPr>
            <a:xfrm>
              <a:off x="8184962" y="619646"/>
              <a:ext cx="498115" cy="257273"/>
              <a:chOff x="7256144" y="685800"/>
              <a:chExt cx="470630" cy="243077"/>
            </a:xfrm>
          </p:grpSpPr>
          <p:sp>
            <p:nvSpPr>
              <p:cNvPr id="264" name="Google Shape;264;p13"/>
              <p:cNvSpPr/>
              <p:nvPr/>
            </p:nvSpPr>
            <p:spPr>
              <a:xfrm>
                <a:off x="7256144" y="694753"/>
                <a:ext cx="218503" cy="218217"/>
              </a:xfrm>
              <a:custGeom>
                <a:avLst/>
                <a:gdLst/>
                <a:ahLst/>
                <a:cxnLst/>
                <a:rect l="l" t="t" r="r" b="b"/>
                <a:pathLst>
                  <a:path w="218503" h="218217" extrusionOk="0">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65" name="Google Shape;265;p13"/>
              <p:cNvGrpSpPr/>
              <p:nvPr/>
            </p:nvGrpSpPr>
            <p:grpSpPr>
              <a:xfrm>
                <a:off x="7512843" y="685800"/>
                <a:ext cx="213931" cy="243077"/>
                <a:chOff x="7512843" y="685800"/>
                <a:chExt cx="213931" cy="243077"/>
              </a:xfrm>
            </p:grpSpPr>
            <p:grpSp>
              <p:nvGrpSpPr>
                <p:cNvPr id="266" name="Google Shape;266;p13"/>
                <p:cNvGrpSpPr/>
                <p:nvPr/>
              </p:nvGrpSpPr>
              <p:grpSpPr>
                <a:xfrm>
                  <a:off x="7512843" y="836580"/>
                  <a:ext cx="213931" cy="92297"/>
                  <a:chOff x="7512843" y="836580"/>
                  <a:chExt cx="213931" cy="92297"/>
                </a:xfrm>
              </p:grpSpPr>
              <p:sp>
                <p:nvSpPr>
                  <p:cNvPr id="267" name="Google Shape;267;p13"/>
                  <p:cNvSpPr/>
                  <p:nvPr/>
                </p:nvSpPr>
                <p:spPr>
                  <a:xfrm>
                    <a:off x="7512843" y="856011"/>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 name="Google Shape;268;p13"/>
                  <p:cNvSpPr/>
                  <p:nvPr/>
                </p:nvSpPr>
                <p:spPr>
                  <a:xfrm>
                    <a:off x="7512843" y="83658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9" name="Google Shape;269;p13"/>
                <p:cNvGrpSpPr/>
                <p:nvPr/>
              </p:nvGrpSpPr>
              <p:grpSpPr>
                <a:xfrm>
                  <a:off x="7512843" y="761238"/>
                  <a:ext cx="213931" cy="92296"/>
                  <a:chOff x="7512843" y="761238"/>
                  <a:chExt cx="213931" cy="92296"/>
                </a:xfrm>
              </p:grpSpPr>
              <p:sp>
                <p:nvSpPr>
                  <p:cNvPr id="270" name="Google Shape;270;p13"/>
                  <p:cNvSpPr/>
                  <p:nvPr/>
                </p:nvSpPr>
                <p:spPr>
                  <a:xfrm>
                    <a:off x="7512843" y="780668"/>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 name="Google Shape;271;p13"/>
                  <p:cNvSpPr/>
                  <p:nvPr/>
                </p:nvSpPr>
                <p:spPr>
                  <a:xfrm>
                    <a:off x="7512843" y="761238"/>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2" name="Google Shape;272;p13"/>
                <p:cNvGrpSpPr/>
                <p:nvPr/>
              </p:nvGrpSpPr>
              <p:grpSpPr>
                <a:xfrm>
                  <a:off x="7512843" y="685800"/>
                  <a:ext cx="213931" cy="92297"/>
                  <a:chOff x="7512843" y="685800"/>
                  <a:chExt cx="213931" cy="92297"/>
                </a:xfrm>
              </p:grpSpPr>
              <p:sp>
                <p:nvSpPr>
                  <p:cNvPr id="273" name="Google Shape;273;p13"/>
                  <p:cNvSpPr/>
                  <p:nvPr/>
                </p:nvSpPr>
                <p:spPr>
                  <a:xfrm>
                    <a:off x="7512843" y="705231"/>
                    <a:ext cx="213931" cy="72866"/>
                  </a:xfrm>
                  <a:custGeom>
                    <a:avLst/>
                    <a:gdLst/>
                    <a:ahLst/>
                    <a:cxnLst/>
                    <a:rect l="l" t="t" r="r" b="b"/>
                    <a:pathLst>
                      <a:path w="213931" h="72866" extrusionOk="0">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 name="Google Shape;274;p13"/>
                  <p:cNvSpPr/>
                  <p:nvPr/>
                </p:nvSpPr>
                <p:spPr>
                  <a:xfrm>
                    <a:off x="7512843" y="68580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sp>
        <p:nvSpPr>
          <p:cNvPr id="275" name="Google Shape;275;p13"/>
          <p:cNvSpPr/>
          <p:nvPr/>
        </p:nvSpPr>
        <p:spPr>
          <a:xfrm>
            <a:off x="62832" y="4828541"/>
            <a:ext cx="734045" cy="45268"/>
          </a:xfrm>
          <a:custGeom>
            <a:avLst/>
            <a:gdLst/>
            <a:ahLst/>
            <a:cxnLst/>
            <a:rect l="l" t="t" r="r" b="b"/>
            <a:pathLst>
              <a:path w="824770" h="50863" extrusionOk="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6" name="Google Shape;276;p13"/>
          <p:cNvGrpSpPr/>
          <p:nvPr/>
        </p:nvGrpSpPr>
        <p:grpSpPr>
          <a:xfrm>
            <a:off x="103395" y="3891186"/>
            <a:ext cx="668783" cy="959747"/>
            <a:chOff x="10519314" y="4728596"/>
            <a:chExt cx="751780" cy="1078731"/>
          </a:xfrm>
        </p:grpSpPr>
        <p:grpSp>
          <p:nvGrpSpPr>
            <p:cNvPr id="277" name="Google Shape;277;p13"/>
            <p:cNvGrpSpPr/>
            <p:nvPr/>
          </p:nvGrpSpPr>
          <p:grpSpPr>
            <a:xfrm>
              <a:off x="10519314" y="4728596"/>
              <a:ext cx="626662" cy="1078731"/>
              <a:chOff x="10519314" y="4728596"/>
              <a:chExt cx="626662" cy="1078731"/>
            </a:xfrm>
          </p:grpSpPr>
          <p:grpSp>
            <p:nvGrpSpPr>
              <p:cNvPr id="278" name="Google Shape;278;p13"/>
              <p:cNvGrpSpPr/>
              <p:nvPr/>
            </p:nvGrpSpPr>
            <p:grpSpPr>
              <a:xfrm>
                <a:off x="10903220" y="4888205"/>
                <a:ext cx="242756" cy="919122"/>
                <a:chOff x="10903220" y="4888205"/>
                <a:chExt cx="242756" cy="919122"/>
              </a:xfrm>
            </p:grpSpPr>
            <p:sp>
              <p:nvSpPr>
                <p:cNvPr id="279" name="Google Shape;279;p13"/>
                <p:cNvSpPr/>
                <p:nvPr/>
              </p:nvSpPr>
              <p:spPr>
                <a:xfrm rot="-447735">
                  <a:off x="10961814" y="4892503"/>
                  <a:ext cx="125567" cy="910526"/>
                </a:xfrm>
                <a:custGeom>
                  <a:avLst/>
                  <a:gdLst/>
                  <a:ahLst/>
                  <a:cxnLst/>
                  <a:rect l="l" t="t" r="r" b="b"/>
                  <a:pathLst>
                    <a:path w="125444" h="909637" extrusionOk="0">
                      <a:moveTo>
                        <a:pt x="0" y="0"/>
                      </a:moveTo>
                      <a:lnTo>
                        <a:pt x="125445" y="0"/>
                      </a:lnTo>
                      <a:lnTo>
                        <a:pt x="125445" y="909637"/>
                      </a:lnTo>
                      <a:lnTo>
                        <a:pt x="0" y="9096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 name="Google Shape;280;p13"/>
                <p:cNvSpPr/>
                <p:nvPr/>
              </p:nvSpPr>
              <p:spPr>
                <a:xfrm>
                  <a:off x="10952422" y="4933194"/>
                  <a:ext cx="42088" cy="42088"/>
                </a:xfrm>
                <a:custGeom>
                  <a:avLst/>
                  <a:gdLst/>
                  <a:ahLst/>
                  <a:cxnLst/>
                  <a:rect l="l" t="t" r="r" b="b"/>
                  <a:pathLst>
                    <a:path w="42088" h="42088" extrusionOk="0">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1" name="Google Shape;281;p13"/>
                <p:cNvSpPr/>
                <p:nvPr/>
              </p:nvSpPr>
              <p:spPr>
                <a:xfrm>
                  <a:off x="10961186" y="5000250"/>
                  <a:ext cx="42087" cy="42087"/>
                </a:xfrm>
                <a:custGeom>
                  <a:avLst/>
                  <a:gdLst/>
                  <a:ahLst/>
                  <a:cxnLst/>
                  <a:rect l="l" t="t" r="r" b="b"/>
                  <a:pathLst>
                    <a:path w="42087" h="42087" extrusionOk="0">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82" name="Google Shape;282;p13"/>
                <p:cNvGrpSpPr/>
                <p:nvPr/>
              </p:nvGrpSpPr>
              <p:grpSpPr>
                <a:xfrm>
                  <a:off x="11014221" y="5588618"/>
                  <a:ext cx="100021" cy="114784"/>
                  <a:chOff x="11014221" y="5588618"/>
                  <a:chExt cx="100021" cy="114784"/>
                </a:xfrm>
              </p:grpSpPr>
              <p:sp>
                <p:nvSpPr>
                  <p:cNvPr id="283" name="Google Shape;283;p13"/>
                  <p:cNvSpPr/>
                  <p:nvPr/>
                </p:nvSpPr>
                <p:spPr>
                  <a:xfrm rot="-447735">
                    <a:off x="11014826" y="5594269"/>
                    <a:ext cx="88001" cy="15064"/>
                  </a:xfrm>
                  <a:custGeom>
                    <a:avLst/>
                    <a:gdLst/>
                    <a:ahLst/>
                    <a:cxnLst/>
                    <a:rect l="l" t="t" r="r" b="b"/>
                    <a:pathLst>
                      <a:path w="87915" h="15049" extrusionOk="0">
                        <a:moveTo>
                          <a:pt x="0" y="0"/>
                        </a:moveTo>
                        <a:lnTo>
                          <a:pt x="87916" y="0"/>
                        </a:lnTo>
                        <a:lnTo>
                          <a:pt x="87916" y="15049"/>
                        </a:lnTo>
                        <a:lnTo>
                          <a:pt x="0" y="1504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4" name="Google Shape;284;p13"/>
                  <p:cNvSpPr/>
                  <p:nvPr/>
                </p:nvSpPr>
                <p:spPr>
                  <a:xfrm rot="-447735">
                    <a:off x="11018646" y="5623150"/>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5" name="Google Shape;285;p13"/>
                  <p:cNvSpPr/>
                  <p:nvPr/>
                </p:nvSpPr>
                <p:spPr>
                  <a:xfrm rot="-447735">
                    <a:off x="11021820" y="5653805"/>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6" name="Google Shape;286;p13"/>
                  <p:cNvSpPr/>
                  <p:nvPr/>
                </p:nvSpPr>
                <p:spPr>
                  <a:xfrm rot="-447735">
                    <a:off x="11025635" y="5682688"/>
                    <a:ext cx="88001" cy="15064"/>
                  </a:xfrm>
                  <a:custGeom>
                    <a:avLst/>
                    <a:gdLst/>
                    <a:ahLst/>
                    <a:cxnLst/>
                    <a:rect l="l" t="t" r="r" b="b"/>
                    <a:pathLst>
                      <a:path w="87915" h="15049" extrusionOk="0">
                        <a:moveTo>
                          <a:pt x="0" y="0"/>
                        </a:moveTo>
                        <a:lnTo>
                          <a:pt x="87915" y="0"/>
                        </a:lnTo>
                        <a:lnTo>
                          <a:pt x="87915"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287" name="Google Shape;287;p13"/>
              <p:cNvGrpSpPr/>
              <p:nvPr/>
            </p:nvGrpSpPr>
            <p:grpSpPr>
              <a:xfrm>
                <a:off x="10718623" y="4728596"/>
                <a:ext cx="229169" cy="1075979"/>
                <a:chOff x="10718623" y="4728596"/>
                <a:chExt cx="229169" cy="1075979"/>
              </a:xfrm>
            </p:grpSpPr>
            <p:sp>
              <p:nvSpPr>
                <p:cNvPr id="288" name="Google Shape;288;p13"/>
                <p:cNvSpPr/>
                <p:nvPr/>
              </p:nvSpPr>
              <p:spPr>
                <a:xfrm rot="-172174">
                  <a:off x="10745259" y="4732329"/>
                  <a:ext cx="175897" cy="1068513"/>
                </a:xfrm>
                <a:custGeom>
                  <a:avLst/>
                  <a:gdLst/>
                  <a:ahLst/>
                  <a:cxnLst/>
                  <a:rect l="l" t="t" r="r" b="b"/>
                  <a:pathLst>
                    <a:path w="176117" h="1069848" extrusionOk="0">
                      <a:moveTo>
                        <a:pt x="0" y="0"/>
                      </a:moveTo>
                      <a:lnTo>
                        <a:pt x="176117" y="0"/>
                      </a:lnTo>
                      <a:lnTo>
                        <a:pt x="176117" y="1069848"/>
                      </a:lnTo>
                      <a:lnTo>
                        <a:pt x="0" y="1069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9" name="Google Shape;289;p13"/>
                <p:cNvSpPr/>
                <p:nvPr/>
              </p:nvSpPr>
              <p:spPr>
                <a:xfrm>
                  <a:off x="10787634" y="5182743"/>
                  <a:ext cx="87629" cy="87630"/>
                </a:xfrm>
                <a:custGeom>
                  <a:avLst/>
                  <a:gdLst/>
                  <a:ahLst/>
                  <a:cxnLst/>
                  <a:rect l="l" t="t" r="r" b="b"/>
                  <a:pathLst>
                    <a:path w="87629" h="87630" extrusionOk="0">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90" name="Google Shape;290;p13"/>
                <p:cNvGrpSpPr/>
                <p:nvPr/>
              </p:nvGrpSpPr>
              <p:grpSpPr>
                <a:xfrm>
                  <a:off x="10765015" y="5040134"/>
                  <a:ext cx="116314" cy="49775"/>
                  <a:chOff x="10765015" y="5040134"/>
                  <a:chExt cx="116314" cy="49775"/>
                </a:xfrm>
              </p:grpSpPr>
              <p:sp>
                <p:nvSpPr>
                  <p:cNvPr id="291" name="Google Shape;291;p13"/>
                  <p:cNvSpPr/>
                  <p:nvPr/>
                </p:nvSpPr>
                <p:spPr>
                  <a:xfrm rot="-172174">
                    <a:off x="10765318" y="5042987"/>
                    <a:ext cx="114347" cy="14935"/>
                  </a:xfrm>
                  <a:custGeom>
                    <a:avLst/>
                    <a:gdLst/>
                    <a:ahLst/>
                    <a:cxnLst/>
                    <a:rect l="l" t="t" r="r" b="b"/>
                    <a:pathLst>
                      <a:path w="114490" h="14954" extrusionOk="0">
                        <a:moveTo>
                          <a:pt x="0" y="0"/>
                        </a:moveTo>
                        <a:lnTo>
                          <a:pt x="114490" y="0"/>
                        </a:lnTo>
                        <a:lnTo>
                          <a:pt x="114490"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2" name="Google Shape;292;p13"/>
                  <p:cNvSpPr/>
                  <p:nvPr/>
                </p:nvSpPr>
                <p:spPr>
                  <a:xfrm rot="-172174">
                    <a:off x="10766681" y="5072121"/>
                    <a:ext cx="114347" cy="14935"/>
                  </a:xfrm>
                  <a:custGeom>
                    <a:avLst/>
                    <a:gdLst/>
                    <a:ahLst/>
                    <a:cxnLst/>
                    <a:rect l="l" t="t" r="r" b="b"/>
                    <a:pathLst>
                      <a:path w="114490" h="14954" extrusionOk="0">
                        <a:moveTo>
                          <a:pt x="0" y="0"/>
                        </a:moveTo>
                        <a:lnTo>
                          <a:pt x="114491" y="0"/>
                        </a:lnTo>
                        <a:lnTo>
                          <a:pt x="114491"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93" name="Google Shape;293;p13"/>
                <p:cNvGrpSpPr/>
                <p:nvPr/>
              </p:nvGrpSpPr>
              <p:grpSpPr>
                <a:xfrm>
                  <a:off x="10784825" y="5436314"/>
                  <a:ext cx="116414" cy="49961"/>
                  <a:chOff x="10784825" y="5436314"/>
                  <a:chExt cx="116414" cy="49961"/>
                </a:xfrm>
              </p:grpSpPr>
              <p:sp>
                <p:nvSpPr>
                  <p:cNvPr id="294" name="Google Shape;294;p13"/>
                  <p:cNvSpPr/>
                  <p:nvPr/>
                </p:nvSpPr>
                <p:spPr>
                  <a:xfrm rot="-172174">
                    <a:off x="10785128" y="5439167"/>
                    <a:ext cx="114347" cy="14935"/>
                  </a:xfrm>
                  <a:custGeom>
                    <a:avLst/>
                    <a:gdLst/>
                    <a:ahLst/>
                    <a:cxnLst/>
                    <a:rect l="l" t="t" r="r" b="b"/>
                    <a:pathLst>
                      <a:path w="114490" h="14954" extrusionOk="0">
                        <a:moveTo>
                          <a:pt x="0" y="0"/>
                        </a:moveTo>
                        <a:lnTo>
                          <a:pt x="114491" y="0"/>
                        </a:lnTo>
                        <a:lnTo>
                          <a:pt x="114491"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5" name="Google Shape;295;p13"/>
                  <p:cNvSpPr/>
                  <p:nvPr/>
                </p:nvSpPr>
                <p:spPr>
                  <a:xfrm rot="-172174">
                    <a:off x="10786591" y="5468487"/>
                    <a:ext cx="114347" cy="14935"/>
                  </a:xfrm>
                  <a:custGeom>
                    <a:avLst/>
                    <a:gdLst/>
                    <a:ahLst/>
                    <a:cxnLst/>
                    <a:rect l="l" t="t" r="r" b="b"/>
                    <a:pathLst>
                      <a:path w="114490" h="14954" extrusionOk="0">
                        <a:moveTo>
                          <a:pt x="0" y="0"/>
                        </a:moveTo>
                        <a:lnTo>
                          <a:pt x="114490" y="0"/>
                        </a:lnTo>
                        <a:lnTo>
                          <a:pt x="114490"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296" name="Google Shape;296;p13"/>
              <p:cNvGrpSpPr/>
              <p:nvPr/>
            </p:nvGrpSpPr>
            <p:grpSpPr>
              <a:xfrm>
                <a:off x="10519314" y="4813458"/>
                <a:ext cx="202120" cy="992123"/>
                <a:chOff x="10519314" y="4813458"/>
                <a:chExt cx="202120" cy="992123"/>
              </a:xfrm>
            </p:grpSpPr>
            <p:sp>
              <p:nvSpPr>
                <p:cNvPr id="297" name="Google Shape;297;p13"/>
                <p:cNvSpPr/>
                <p:nvPr/>
              </p:nvSpPr>
              <p:spPr>
                <a:xfrm>
                  <a:off x="10519314" y="4813458"/>
                  <a:ext cx="202120" cy="992123"/>
                </a:xfrm>
                <a:custGeom>
                  <a:avLst/>
                  <a:gdLst/>
                  <a:ahLst/>
                  <a:cxnLst/>
                  <a:rect l="l" t="t" r="r" b="b"/>
                  <a:pathLst>
                    <a:path w="202120" h="992123" extrusionOk="0">
                      <a:moveTo>
                        <a:pt x="0" y="0"/>
                      </a:moveTo>
                      <a:lnTo>
                        <a:pt x="202120" y="0"/>
                      </a:lnTo>
                      <a:lnTo>
                        <a:pt x="202120" y="992124"/>
                      </a:lnTo>
                      <a:lnTo>
                        <a:pt x="0" y="992124"/>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8" name="Google Shape;298;p13"/>
                <p:cNvSpPr/>
                <p:nvPr/>
              </p:nvSpPr>
              <p:spPr>
                <a:xfrm>
                  <a:off x="10558843" y="4891468"/>
                  <a:ext cx="123063" cy="123062"/>
                </a:xfrm>
                <a:custGeom>
                  <a:avLst/>
                  <a:gdLst/>
                  <a:ahLst/>
                  <a:cxnLst/>
                  <a:rect l="l" t="t" r="r" b="b"/>
                  <a:pathLst>
                    <a:path w="123063" h="123062" extrusionOk="0">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99" name="Google Shape;299;p13"/>
                <p:cNvGrpSpPr/>
                <p:nvPr/>
              </p:nvGrpSpPr>
              <p:grpSpPr>
                <a:xfrm>
                  <a:off x="10556176" y="5465730"/>
                  <a:ext cx="128397" cy="44196"/>
                  <a:chOff x="10556176" y="5465730"/>
                  <a:chExt cx="128397" cy="44196"/>
                </a:xfrm>
              </p:grpSpPr>
              <p:sp>
                <p:nvSpPr>
                  <p:cNvPr id="300" name="Google Shape;300;p13"/>
                  <p:cNvSpPr/>
                  <p:nvPr/>
                </p:nvSpPr>
                <p:spPr>
                  <a:xfrm>
                    <a:off x="10556176" y="5465730"/>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1" name="Google Shape;301;p13"/>
                  <p:cNvSpPr/>
                  <p:nvPr/>
                </p:nvSpPr>
                <p:spPr>
                  <a:xfrm>
                    <a:off x="10556176" y="5494972"/>
                    <a:ext cx="128397" cy="14954"/>
                  </a:xfrm>
                  <a:custGeom>
                    <a:avLst/>
                    <a:gdLst/>
                    <a:ahLst/>
                    <a:cxnLst/>
                    <a:rect l="l" t="t" r="r" b="b"/>
                    <a:pathLst>
                      <a:path w="128397" h="14954" extrusionOk="0">
                        <a:moveTo>
                          <a:pt x="0" y="0"/>
                        </a:moveTo>
                        <a:lnTo>
                          <a:pt x="128397" y="0"/>
                        </a:lnTo>
                        <a:lnTo>
                          <a:pt x="128397"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02" name="Google Shape;302;p13"/>
                <p:cNvGrpSpPr/>
                <p:nvPr/>
              </p:nvGrpSpPr>
              <p:grpSpPr>
                <a:xfrm>
                  <a:off x="10556176" y="5689187"/>
                  <a:ext cx="128397" cy="44196"/>
                  <a:chOff x="10556176" y="5689187"/>
                  <a:chExt cx="128397" cy="44196"/>
                </a:xfrm>
              </p:grpSpPr>
              <p:sp>
                <p:nvSpPr>
                  <p:cNvPr id="303" name="Google Shape;303;p13"/>
                  <p:cNvSpPr/>
                  <p:nvPr/>
                </p:nvSpPr>
                <p:spPr>
                  <a:xfrm>
                    <a:off x="10556176" y="5689187"/>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4" name="Google Shape;304;p13"/>
                  <p:cNvSpPr/>
                  <p:nvPr/>
                </p:nvSpPr>
                <p:spPr>
                  <a:xfrm>
                    <a:off x="10556176" y="5718429"/>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305" name="Google Shape;305;p13"/>
            <p:cNvGrpSpPr/>
            <p:nvPr/>
          </p:nvGrpSpPr>
          <p:grpSpPr>
            <a:xfrm>
              <a:off x="11058042" y="5088325"/>
              <a:ext cx="213052" cy="717953"/>
              <a:chOff x="11058042" y="5088325"/>
              <a:chExt cx="213052" cy="717953"/>
            </a:xfrm>
          </p:grpSpPr>
          <p:sp>
            <p:nvSpPr>
              <p:cNvPr id="306" name="Google Shape;306;p13"/>
              <p:cNvSpPr/>
              <p:nvPr/>
            </p:nvSpPr>
            <p:spPr>
              <a:xfrm rot="-631368">
                <a:off x="11122592" y="5089982"/>
                <a:ext cx="83952" cy="714640"/>
              </a:xfrm>
              <a:custGeom>
                <a:avLst/>
                <a:gdLst/>
                <a:ahLst/>
                <a:cxnLst/>
                <a:rect l="l" t="t" r="r" b="b"/>
                <a:pathLst>
                  <a:path w="84010" h="715136" extrusionOk="0">
                    <a:moveTo>
                      <a:pt x="0" y="0"/>
                    </a:moveTo>
                    <a:lnTo>
                      <a:pt x="84010" y="0"/>
                    </a:lnTo>
                    <a:lnTo>
                      <a:pt x="84010" y="715137"/>
                    </a:lnTo>
                    <a:lnTo>
                      <a:pt x="0" y="715137"/>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7" name="Google Shape;307;p13"/>
              <p:cNvSpPr/>
              <p:nvPr/>
            </p:nvSpPr>
            <p:spPr>
              <a:xfrm rot="-631368">
                <a:off x="11154645" y="5271518"/>
                <a:ext cx="25985" cy="411004"/>
              </a:xfrm>
              <a:custGeom>
                <a:avLst/>
                <a:gdLst/>
                <a:ahLst/>
                <a:cxnLst/>
                <a:rect l="l" t="t" r="r" b="b"/>
                <a:pathLst>
                  <a:path w="26003" h="411289" extrusionOk="0">
                    <a:moveTo>
                      <a:pt x="0" y="0"/>
                    </a:moveTo>
                    <a:lnTo>
                      <a:pt x="26003" y="0"/>
                    </a:lnTo>
                    <a:lnTo>
                      <a:pt x="26003" y="411289"/>
                    </a:lnTo>
                    <a:lnTo>
                      <a:pt x="0" y="41128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308" name="Google Shape;308;p13"/>
          <p:cNvGrpSpPr/>
          <p:nvPr/>
        </p:nvGrpSpPr>
        <p:grpSpPr>
          <a:xfrm>
            <a:off x="150676" y="2823493"/>
            <a:ext cx="516117" cy="779220"/>
            <a:chOff x="10572463" y="3528536"/>
            <a:chExt cx="580168" cy="875823"/>
          </a:xfrm>
        </p:grpSpPr>
        <p:grpSp>
          <p:nvGrpSpPr>
            <p:cNvPr id="309" name="Google Shape;309;p13"/>
            <p:cNvGrpSpPr/>
            <p:nvPr/>
          </p:nvGrpSpPr>
          <p:grpSpPr>
            <a:xfrm>
              <a:off x="10713815" y="3528536"/>
              <a:ext cx="438816" cy="746664"/>
              <a:chOff x="10713815" y="3528536"/>
              <a:chExt cx="438816" cy="746664"/>
            </a:xfrm>
          </p:grpSpPr>
          <p:sp>
            <p:nvSpPr>
              <p:cNvPr id="310" name="Google Shape;310;p13"/>
              <p:cNvSpPr/>
              <p:nvPr/>
            </p:nvSpPr>
            <p:spPr>
              <a:xfrm>
                <a:off x="10713815" y="3528536"/>
                <a:ext cx="438816" cy="746664"/>
              </a:xfrm>
              <a:custGeom>
                <a:avLst/>
                <a:gdLst/>
                <a:ahLst/>
                <a:cxnLst/>
                <a:rect l="l" t="t" r="r" b="b"/>
                <a:pathLst>
                  <a:path w="438816" h="746664" extrusionOk="0">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1" name="Google Shape;311;p13"/>
              <p:cNvGrpSpPr/>
              <p:nvPr/>
            </p:nvGrpSpPr>
            <p:grpSpPr>
              <a:xfrm>
                <a:off x="10776489" y="3625310"/>
                <a:ext cx="313848" cy="288226"/>
                <a:chOff x="10776489" y="3625310"/>
                <a:chExt cx="313848" cy="288226"/>
              </a:xfrm>
            </p:grpSpPr>
            <p:sp>
              <p:nvSpPr>
                <p:cNvPr id="312" name="Google Shape;312;p13"/>
                <p:cNvSpPr/>
                <p:nvPr/>
              </p:nvSpPr>
              <p:spPr>
                <a:xfrm>
                  <a:off x="10776489" y="362531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3" name="Google Shape;313;p13"/>
                <p:cNvSpPr/>
                <p:nvPr/>
              </p:nvSpPr>
              <p:spPr>
                <a:xfrm>
                  <a:off x="10776489" y="367865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4" name="Google Shape;314;p13"/>
                <p:cNvSpPr/>
                <p:nvPr/>
              </p:nvSpPr>
              <p:spPr>
                <a:xfrm>
                  <a:off x="10776489" y="373199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 name="Google Shape;315;p13"/>
                <p:cNvSpPr/>
                <p:nvPr/>
              </p:nvSpPr>
              <p:spPr>
                <a:xfrm>
                  <a:off x="10776489" y="378542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 name="Google Shape;316;p13"/>
                <p:cNvSpPr/>
                <p:nvPr/>
              </p:nvSpPr>
              <p:spPr>
                <a:xfrm>
                  <a:off x="10776489" y="383876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 name="Google Shape;317;p13"/>
                <p:cNvSpPr/>
                <p:nvPr/>
              </p:nvSpPr>
              <p:spPr>
                <a:xfrm>
                  <a:off x="10776489" y="3892105"/>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8" name="Google Shape;318;p13"/>
              <p:cNvGrpSpPr/>
              <p:nvPr/>
            </p:nvGrpSpPr>
            <p:grpSpPr>
              <a:xfrm>
                <a:off x="10776489" y="3999547"/>
                <a:ext cx="313848" cy="181546"/>
                <a:chOff x="10776489" y="3999547"/>
                <a:chExt cx="313848" cy="181546"/>
              </a:xfrm>
            </p:grpSpPr>
            <p:sp>
              <p:nvSpPr>
                <p:cNvPr id="319" name="Google Shape;319;p13"/>
                <p:cNvSpPr/>
                <p:nvPr/>
              </p:nvSpPr>
              <p:spPr>
                <a:xfrm>
                  <a:off x="10776489" y="399954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 name="Google Shape;320;p13"/>
                <p:cNvSpPr/>
                <p:nvPr/>
              </p:nvSpPr>
              <p:spPr>
                <a:xfrm>
                  <a:off x="10776489" y="405288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 name="Google Shape;321;p13"/>
                <p:cNvSpPr/>
                <p:nvPr/>
              </p:nvSpPr>
              <p:spPr>
                <a:xfrm>
                  <a:off x="10776489" y="4106322"/>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 name="Google Shape;322;p13"/>
                <p:cNvSpPr/>
                <p:nvPr/>
              </p:nvSpPr>
              <p:spPr>
                <a:xfrm>
                  <a:off x="10776489" y="4159662"/>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3" name="Google Shape;323;p13"/>
              <p:cNvSpPr/>
              <p:nvPr/>
            </p:nvSpPr>
            <p:spPr>
              <a:xfrm>
                <a:off x="11039951" y="3528536"/>
                <a:ext cx="112584" cy="112585"/>
              </a:xfrm>
              <a:custGeom>
                <a:avLst/>
                <a:gdLst/>
                <a:ahLst/>
                <a:cxnLst/>
                <a:rect l="l" t="t" r="r" b="b"/>
                <a:pathLst>
                  <a:path w="112584" h="112585" extrusionOk="0">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4" name="Google Shape;324;p13"/>
            <p:cNvGrpSpPr/>
            <p:nvPr/>
          </p:nvGrpSpPr>
          <p:grpSpPr>
            <a:xfrm>
              <a:off x="10572463" y="3657790"/>
              <a:ext cx="438817" cy="746569"/>
              <a:chOff x="10572463" y="3657790"/>
              <a:chExt cx="438817" cy="746569"/>
            </a:xfrm>
          </p:grpSpPr>
          <p:sp>
            <p:nvSpPr>
              <p:cNvPr id="325" name="Google Shape;325;p13"/>
              <p:cNvSpPr/>
              <p:nvPr/>
            </p:nvSpPr>
            <p:spPr>
              <a:xfrm>
                <a:off x="10572463" y="3657790"/>
                <a:ext cx="438817" cy="746569"/>
              </a:xfrm>
              <a:custGeom>
                <a:avLst/>
                <a:gdLst/>
                <a:ahLst/>
                <a:cxnLst/>
                <a:rect l="l" t="t" r="r" b="b"/>
                <a:pathLst>
                  <a:path w="438817" h="746569" extrusionOk="0">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6" name="Google Shape;326;p13"/>
              <p:cNvGrpSpPr/>
              <p:nvPr/>
            </p:nvGrpSpPr>
            <p:grpSpPr>
              <a:xfrm>
                <a:off x="10635138" y="3754469"/>
                <a:ext cx="313848" cy="288321"/>
                <a:chOff x="10635138" y="3754469"/>
                <a:chExt cx="313848" cy="288321"/>
              </a:xfrm>
            </p:grpSpPr>
            <p:sp>
              <p:nvSpPr>
                <p:cNvPr id="327" name="Google Shape;327;p13"/>
                <p:cNvSpPr/>
                <p:nvPr/>
              </p:nvSpPr>
              <p:spPr>
                <a:xfrm>
                  <a:off x="10635138" y="375446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 name="Google Shape;328;p13"/>
                <p:cNvSpPr/>
                <p:nvPr/>
              </p:nvSpPr>
              <p:spPr>
                <a:xfrm>
                  <a:off x="10635138" y="380790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 name="Google Shape;329;p13"/>
                <p:cNvSpPr/>
                <p:nvPr/>
              </p:nvSpPr>
              <p:spPr>
                <a:xfrm>
                  <a:off x="10635138" y="386124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 name="Google Shape;330;p13"/>
                <p:cNvSpPr/>
                <p:nvPr/>
              </p:nvSpPr>
              <p:spPr>
                <a:xfrm>
                  <a:off x="10635138" y="391458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 name="Google Shape;331;p13"/>
                <p:cNvSpPr/>
                <p:nvPr/>
              </p:nvSpPr>
              <p:spPr>
                <a:xfrm>
                  <a:off x="10635138" y="396801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 name="Google Shape;332;p13"/>
                <p:cNvSpPr/>
                <p:nvPr/>
              </p:nvSpPr>
              <p:spPr>
                <a:xfrm>
                  <a:off x="10635138" y="4021359"/>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 name="Google Shape;333;p13"/>
              <p:cNvGrpSpPr/>
              <p:nvPr/>
            </p:nvGrpSpPr>
            <p:grpSpPr>
              <a:xfrm>
                <a:off x="10635138" y="4128801"/>
                <a:ext cx="313848" cy="181547"/>
                <a:chOff x="10635138" y="4128801"/>
                <a:chExt cx="313848" cy="181547"/>
              </a:xfrm>
            </p:grpSpPr>
            <p:sp>
              <p:nvSpPr>
                <p:cNvPr id="334" name="Google Shape;334;p13"/>
                <p:cNvSpPr/>
                <p:nvPr/>
              </p:nvSpPr>
              <p:spPr>
                <a:xfrm>
                  <a:off x="10635138" y="412880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 name="Google Shape;335;p13"/>
                <p:cNvSpPr/>
                <p:nvPr/>
              </p:nvSpPr>
              <p:spPr>
                <a:xfrm>
                  <a:off x="10635138" y="418214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 name="Google Shape;336;p13"/>
                <p:cNvSpPr/>
                <p:nvPr/>
              </p:nvSpPr>
              <p:spPr>
                <a:xfrm>
                  <a:off x="10635138" y="423548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 name="Google Shape;337;p13"/>
                <p:cNvSpPr/>
                <p:nvPr/>
              </p:nvSpPr>
              <p:spPr>
                <a:xfrm>
                  <a:off x="10635138" y="4288917"/>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8" name="Google Shape;338;p13"/>
              <p:cNvSpPr/>
              <p:nvPr/>
            </p:nvSpPr>
            <p:spPr>
              <a:xfrm>
                <a:off x="10898599" y="3657790"/>
                <a:ext cx="112586" cy="112585"/>
              </a:xfrm>
              <a:custGeom>
                <a:avLst/>
                <a:gdLst/>
                <a:ahLst/>
                <a:cxnLst/>
                <a:rect l="l" t="t" r="r" b="b"/>
                <a:pathLst>
                  <a:path w="112586" h="112585" extrusionOk="0">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339" name="Google Shape;339;p13"/>
          <p:cNvGrpSpPr/>
          <p:nvPr/>
        </p:nvGrpSpPr>
        <p:grpSpPr>
          <a:xfrm>
            <a:off x="361835" y="3601018"/>
            <a:ext cx="22030" cy="294484"/>
            <a:chOff x="10809827" y="4402455"/>
            <a:chExt cx="24764" cy="330993"/>
          </a:xfrm>
        </p:grpSpPr>
        <p:sp>
          <p:nvSpPr>
            <p:cNvPr id="340" name="Google Shape;340;p13"/>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 name="Google Shape;341;p13"/>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 name="Google Shape;342;p13"/>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343"/>
        <p:cNvGrpSpPr/>
        <p:nvPr/>
      </p:nvGrpSpPr>
      <p:grpSpPr>
        <a:xfrm>
          <a:off x="0" y="0"/>
          <a:ext cx="0" cy="0"/>
          <a:chOff x="0" y="0"/>
          <a:chExt cx="0" cy="0"/>
        </a:xfrm>
      </p:grpSpPr>
      <p:sp>
        <p:nvSpPr>
          <p:cNvPr id="344" name="Google Shape;344;p14"/>
          <p:cNvSpPr txBox="1">
            <a:spLocks noGrp="1"/>
          </p:cNvSpPr>
          <p:nvPr>
            <p:ph type="title"/>
          </p:nvPr>
        </p:nvSpPr>
        <p:spPr>
          <a:xfrm>
            <a:off x="811975" y="1032900"/>
            <a:ext cx="2804400" cy="10068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345" name="Google Shape;345;p14"/>
          <p:cNvSpPr txBox="1">
            <a:spLocks noGrp="1"/>
          </p:cNvSpPr>
          <p:nvPr>
            <p:ph type="subTitle" idx="1"/>
          </p:nvPr>
        </p:nvSpPr>
        <p:spPr>
          <a:xfrm>
            <a:off x="811975" y="2039700"/>
            <a:ext cx="4294800" cy="2070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a:endParaRPr/>
          </a:p>
        </p:txBody>
      </p:sp>
      <p:sp>
        <p:nvSpPr>
          <p:cNvPr id="346" name="Google Shape;346;p14"/>
          <p:cNvSpPr>
            <a:spLocks noGrp="1"/>
          </p:cNvSpPr>
          <p:nvPr>
            <p:ph type="pic" idx="2"/>
          </p:nvPr>
        </p:nvSpPr>
        <p:spPr>
          <a:xfrm>
            <a:off x="5668975" y="1076550"/>
            <a:ext cx="2990400" cy="2990400"/>
          </a:xfrm>
          <a:prstGeom prst="roundRect">
            <a:avLst>
              <a:gd name="adj" fmla="val 16667"/>
            </a:avLst>
          </a:prstGeom>
          <a:noFill/>
          <a:ln>
            <a:noFill/>
          </a:ln>
        </p:spPr>
      </p:sp>
      <p:sp>
        <p:nvSpPr>
          <p:cNvPr id="347" name="Google Shape;347;p14"/>
          <p:cNvSpPr/>
          <p:nvPr/>
        </p:nvSpPr>
        <p:spPr>
          <a:xfrm rot="-2381697">
            <a:off x="-1265120" y="-661594"/>
            <a:ext cx="3096202" cy="2008988"/>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4"/>
          <p:cNvSpPr/>
          <p:nvPr/>
        </p:nvSpPr>
        <p:spPr>
          <a:xfrm rot="-7296874">
            <a:off x="-735040" y="4231574"/>
            <a:ext cx="2036053" cy="1508864"/>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 name="Google Shape;349;p14"/>
          <p:cNvGrpSpPr/>
          <p:nvPr/>
        </p:nvGrpSpPr>
        <p:grpSpPr>
          <a:xfrm>
            <a:off x="65066" y="4373044"/>
            <a:ext cx="878158" cy="654532"/>
            <a:chOff x="1114425" y="4361211"/>
            <a:chExt cx="573023" cy="427101"/>
          </a:xfrm>
        </p:grpSpPr>
        <p:grpSp>
          <p:nvGrpSpPr>
            <p:cNvPr id="350" name="Google Shape;350;p14"/>
            <p:cNvGrpSpPr/>
            <p:nvPr/>
          </p:nvGrpSpPr>
          <p:grpSpPr>
            <a:xfrm>
              <a:off x="1114425" y="4361211"/>
              <a:ext cx="573023" cy="427101"/>
              <a:chOff x="1114425" y="4361211"/>
              <a:chExt cx="573023" cy="427101"/>
            </a:xfrm>
          </p:grpSpPr>
          <p:sp>
            <p:nvSpPr>
              <p:cNvPr id="351" name="Google Shape;351;p14"/>
              <p:cNvSpPr/>
              <p:nvPr/>
            </p:nvSpPr>
            <p:spPr>
              <a:xfrm>
                <a:off x="1241964" y="4361211"/>
                <a:ext cx="445484" cy="299466"/>
              </a:xfrm>
              <a:custGeom>
                <a:avLst/>
                <a:gdLst/>
                <a:ahLst/>
                <a:cxnLst/>
                <a:rect l="l" t="t" r="r" b="b"/>
                <a:pathLst>
                  <a:path w="445484" h="299466" extrusionOk="0">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 name="Google Shape;352;p14"/>
              <p:cNvSpPr/>
              <p:nvPr/>
            </p:nvSpPr>
            <p:spPr>
              <a:xfrm>
                <a:off x="1178242" y="4425029"/>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 name="Google Shape;353;p14"/>
              <p:cNvSpPr/>
              <p:nvPr/>
            </p:nvSpPr>
            <p:spPr>
              <a:xfrm>
                <a:off x="1114425" y="4488846"/>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54" name="Google Shape;354;p14"/>
            <p:cNvSpPr/>
            <p:nvPr/>
          </p:nvSpPr>
          <p:spPr>
            <a:xfrm>
              <a:off x="1303210" y="4628965"/>
              <a:ext cx="68735" cy="82063"/>
            </a:xfrm>
            <a:custGeom>
              <a:avLst/>
              <a:gdLst/>
              <a:ahLst/>
              <a:cxnLst/>
              <a:rect l="l" t="t" r="r" b="b"/>
              <a:pathLst>
                <a:path w="68735" h="82063" extrusionOk="0">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ONE_COLUMN_TEXT_1_1">
    <p:spTree>
      <p:nvGrpSpPr>
        <p:cNvPr id="1" name="Shape 355"/>
        <p:cNvGrpSpPr/>
        <p:nvPr/>
      </p:nvGrpSpPr>
      <p:grpSpPr>
        <a:xfrm>
          <a:off x="0" y="0"/>
          <a:ext cx="0" cy="0"/>
          <a:chOff x="0" y="0"/>
          <a:chExt cx="0" cy="0"/>
        </a:xfrm>
      </p:grpSpPr>
      <p:sp>
        <p:nvSpPr>
          <p:cNvPr id="356" name="Google Shape;356;p15"/>
          <p:cNvSpPr txBox="1">
            <a:spLocks noGrp="1"/>
          </p:cNvSpPr>
          <p:nvPr>
            <p:ph type="title"/>
          </p:nvPr>
        </p:nvSpPr>
        <p:spPr>
          <a:xfrm>
            <a:off x="2013850" y="841075"/>
            <a:ext cx="5116200" cy="13905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357" name="Google Shape;357;p15"/>
          <p:cNvSpPr txBox="1">
            <a:spLocks noGrp="1"/>
          </p:cNvSpPr>
          <p:nvPr>
            <p:ph type="subTitle" idx="1"/>
          </p:nvPr>
        </p:nvSpPr>
        <p:spPr>
          <a:xfrm>
            <a:off x="2013850" y="2231525"/>
            <a:ext cx="5116200" cy="2070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a:endParaRPr/>
          </a:p>
        </p:txBody>
      </p:sp>
      <p:sp>
        <p:nvSpPr>
          <p:cNvPr id="358" name="Google Shape;358;p15"/>
          <p:cNvSpPr/>
          <p:nvPr/>
        </p:nvSpPr>
        <p:spPr>
          <a:xfrm rot="9076707" flipH="1">
            <a:off x="7972821" y="-586852"/>
            <a:ext cx="1683799" cy="167281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 name="Google Shape;359;p15"/>
          <p:cNvGrpSpPr/>
          <p:nvPr/>
        </p:nvGrpSpPr>
        <p:grpSpPr>
          <a:xfrm flipH="1">
            <a:off x="683048" y="4696520"/>
            <a:ext cx="325927" cy="404808"/>
            <a:chOff x="7385113" y="1535430"/>
            <a:chExt cx="435673" cy="541115"/>
          </a:xfrm>
        </p:grpSpPr>
        <p:sp>
          <p:nvSpPr>
            <p:cNvPr id="360" name="Google Shape;360;p15"/>
            <p:cNvSpPr/>
            <p:nvPr/>
          </p:nvSpPr>
          <p:spPr>
            <a:xfrm>
              <a:off x="7385113" y="1535430"/>
              <a:ext cx="435673" cy="541115"/>
            </a:xfrm>
            <a:custGeom>
              <a:avLst/>
              <a:gdLst/>
              <a:ahLst/>
              <a:cxnLst/>
              <a:rect l="l" t="t" r="r" b="b"/>
              <a:pathLst>
                <a:path w="435673" h="541115" extrusionOk="0">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61" name="Google Shape;361;p15"/>
            <p:cNvGrpSpPr/>
            <p:nvPr/>
          </p:nvGrpSpPr>
          <p:grpSpPr>
            <a:xfrm>
              <a:off x="7612094" y="1566576"/>
              <a:ext cx="164781" cy="41529"/>
              <a:chOff x="7612094" y="1566576"/>
              <a:chExt cx="164781" cy="41529"/>
            </a:xfrm>
          </p:grpSpPr>
          <p:sp>
            <p:nvSpPr>
              <p:cNvPr id="362" name="Google Shape;362;p15"/>
              <p:cNvSpPr/>
              <p:nvPr/>
            </p:nvSpPr>
            <p:spPr>
              <a:xfrm>
                <a:off x="7735347" y="1566576"/>
                <a:ext cx="41528" cy="41529"/>
              </a:xfrm>
              <a:custGeom>
                <a:avLst/>
                <a:gdLst/>
                <a:ahLst/>
                <a:cxnLst/>
                <a:rect l="l" t="t" r="r" b="b"/>
                <a:pathLst>
                  <a:path w="41528"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3" name="Google Shape;363;p15"/>
              <p:cNvSpPr/>
              <p:nvPr/>
            </p:nvSpPr>
            <p:spPr>
              <a:xfrm>
                <a:off x="7673721" y="1566576"/>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4" name="Google Shape;364;p15"/>
              <p:cNvSpPr/>
              <p:nvPr/>
            </p:nvSpPr>
            <p:spPr>
              <a:xfrm>
                <a:off x="7612094" y="1566576"/>
                <a:ext cx="41529" cy="41529"/>
              </a:xfrm>
              <a:custGeom>
                <a:avLst/>
                <a:gdLst/>
                <a:ahLst/>
                <a:cxnLst/>
                <a:rect l="l" t="t" r="r" b="b"/>
                <a:pathLst>
                  <a:path w="41529"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365" name="Google Shape;365;p15"/>
          <p:cNvGrpSpPr/>
          <p:nvPr/>
        </p:nvGrpSpPr>
        <p:grpSpPr>
          <a:xfrm flipH="1">
            <a:off x="713902" y="4774546"/>
            <a:ext cx="268636" cy="280965"/>
            <a:chOff x="7420451" y="1639728"/>
            <a:chExt cx="359091" cy="375571"/>
          </a:xfrm>
        </p:grpSpPr>
        <p:sp>
          <p:nvSpPr>
            <p:cNvPr id="366" name="Google Shape;366;p15"/>
            <p:cNvSpPr/>
            <p:nvPr/>
          </p:nvSpPr>
          <p:spPr>
            <a:xfrm>
              <a:off x="7420451" y="1852041"/>
              <a:ext cx="357473" cy="163258"/>
            </a:xfrm>
            <a:custGeom>
              <a:avLst/>
              <a:gdLst/>
              <a:ahLst/>
              <a:cxnLst/>
              <a:rect l="l" t="t" r="r" b="b"/>
              <a:pathLst>
                <a:path w="357473" h="163258" extrusionOk="0">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7" name="Google Shape;367;p15"/>
            <p:cNvSpPr/>
            <p:nvPr/>
          </p:nvSpPr>
          <p:spPr>
            <a:xfrm>
              <a:off x="7425594" y="1639728"/>
              <a:ext cx="353948" cy="180117"/>
            </a:xfrm>
            <a:custGeom>
              <a:avLst/>
              <a:gdLst/>
              <a:ahLst/>
              <a:cxnLst/>
              <a:rect l="l" t="t" r="r" b="b"/>
              <a:pathLst>
                <a:path w="353948" h="180117" extrusionOk="0">
                  <a:moveTo>
                    <a:pt x="0" y="0"/>
                  </a:moveTo>
                  <a:lnTo>
                    <a:pt x="353949" y="0"/>
                  </a:lnTo>
                  <a:lnTo>
                    <a:pt x="353949" y="180118"/>
                  </a:lnTo>
                  <a:lnTo>
                    <a:pt x="0" y="180118"/>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68" name="Google Shape;368;p15"/>
          <p:cNvGrpSpPr/>
          <p:nvPr/>
        </p:nvGrpSpPr>
        <p:grpSpPr>
          <a:xfrm flipH="1">
            <a:off x="96200" y="4469347"/>
            <a:ext cx="355444" cy="644072"/>
            <a:chOff x="1945386" y="5582316"/>
            <a:chExt cx="470725" cy="852963"/>
          </a:xfrm>
        </p:grpSpPr>
        <p:grpSp>
          <p:nvGrpSpPr>
            <p:cNvPr id="369" name="Google Shape;369;p15"/>
            <p:cNvGrpSpPr/>
            <p:nvPr/>
          </p:nvGrpSpPr>
          <p:grpSpPr>
            <a:xfrm>
              <a:off x="1945386" y="5582316"/>
              <a:ext cx="470725" cy="852963"/>
              <a:chOff x="1945386" y="5582316"/>
              <a:chExt cx="470725" cy="852963"/>
            </a:xfrm>
          </p:grpSpPr>
          <p:sp>
            <p:nvSpPr>
              <p:cNvPr id="370" name="Google Shape;370;p15"/>
              <p:cNvSpPr/>
              <p:nvPr/>
            </p:nvSpPr>
            <p:spPr>
              <a:xfrm>
                <a:off x="1945386" y="5582316"/>
                <a:ext cx="470725" cy="852963"/>
              </a:xfrm>
              <a:custGeom>
                <a:avLst/>
                <a:gdLst/>
                <a:ahLst/>
                <a:cxnLst/>
                <a:rect l="l" t="t" r="r" b="b"/>
                <a:pathLst>
                  <a:path w="470725" h="852963" extrusionOk="0">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1" name="Google Shape;371;p15"/>
              <p:cNvSpPr/>
              <p:nvPr/>
            </p:nvSpPr>
            <p:spPr>
              <a:xfrm>
                <a:off x="1965864" y="5625846"/>
                <a:ext cx="429577" cy="699420"/>
              </a:xfrm>
              <a:custGeom>
                <a:avLst/>
                <a:gdLst/>
                <a:ahLst/>
                <a:cxnLst/>
                <a:rect l="l" t="t" r="r" b="b"/>
                <a:pathLst>
                  <a:path w="429577" h="699420" extrusionOk="0">
                    <a:moveTo>
                      <a:pt x="0" y="0"/>
                    </a:moveTo>
                    <a:lnTo>
                      <a:pt x="429578" y="0"/>
                    </a:lnTo>
                    <a:lnTo>
                      <a:pt x="429578" y="699421"/>
                    </a:lnTo>
                    <a:lnTo>
                      <a:pt x="0" y="699421"/>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72" name="Google Shape;372;p15"/>
            <p:cNvSpPr/>
            <p:nvPr/>
          </p:nvSpPr>
          <p:spPr>
            <a:xfrm>
              <a:off x="1986438" y="6371462"/>
              <a:ext cx="388334" cy="32194"/>
            </a:xfrm>
            <a:custGeom>
              <a:avLst/>
              <a:gdLst/>
              <a:ahLst/>
              <a:cxnLst/>
              <a:rect l="l" t="t" r="r" b="b"/>
              <a:pathLst>
                <a:path w="388334" h="32194" extrusionOk="0">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73" name="Google Shape;373;p15"/>
          <p:cNvGrpSpPr/>
          <p:nvPr/>
        </p:nvGrpSpPr>
        <p:grpSpPr>
          <a:xfrm>
            <a:off x="7975988" y="116167"/>
            <a:ext cx="1061979" cy="558999"/>
            <a:chOff x="3859815" y="2867310"/>
            <a:chExt cx="1262157" cy="664368"/>
          </a:xfrm>
        </p:grpSpPr>
        <p:sp>
          <p:nvSpPr>
            <p:cNvPr id="374" name="Google Shape;374;p15"/>
            <p:cNvSpPr/>
            <p:nvPr/>
          </p:nvSpPr>
          <p:spPr>
            <a:xfrm>
              <a:off x="3859815" y="2867310"/>
              <a:ext cx="1262157" cy="664368"/>
            </a:xfrm>
            <a:custGeom>
              <a:avLst/>
              <a:gdLst/>
              <a:ahLst/>
              <a:cxnLst/>
              <a:rect l="l" t="t" r="r" b="b"/>
              <a:pathLst>
                <a:path w="1262157" h="664368" extrusionOk="0">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75" name="Google Shape;375;p15"/>
            <p:cNvGrpSpPr/>
            <p:nvPr/>
          </p:nvGrpSpPr>
          <p:grpSpPr>
            <a:xfrm>
              <a:off x="4275677" y="3065525"/>
              <a:ext cx="334517" cy="380047"/>
              <a:chOff x="4275677" y="3065525"/>
              <a:chExt cx="334517" cy="380047"/>
            </a:xfrm>
          </p:grpSpPr>
          <p:grpSp>
            <p:nvGrpSpPr>
              <p:cNvPr id="376" name="Google Shape;376;p15"/>
              <p:cNvGrpSpPr/>
              <p:nvPr/>
            </p:nvGrpSpPr>
            <p:grpSpPr>
              <a:xfrm>
                <a:off x="4275677" y="3065525"/>
                <a:ext cx="334517" cy="380047"/>
                <a:chOff x="4275677" y="3065525"/>
                <a:chExt cx="334517" cy="380047"/>
              </a:xfrm>
            </p:grpSpPr>
            <p:grpSp>
              <p:nvGrpSpPr>
                <p:cNvPr id="377" name="Google Shape;377;p15"/>
                <p:cNvGrpSpPr/>
                <p:nvPr/>
              </p:nvGrpSpPr>
              <p:grpSpPr>
                <a:xfrm>
                  <a:off x="4275677" y="3301269"/>
                  <a:ext cx="334422" cy="144303"/>
                  <a:chOff x="4275677" y="3301269"/>
                  <a:chExt cx="334422" cy="144303"/>
                </a:xfrm>
              </p:grpSpPr>
              <p:sp>
                <p:nvSpPr>
                  <p:cNvPr id="378" name="Google Shape;378;p15"/>
                  <p:cNvSpPr/>
                  <p:nvPr/>
                </p:nvSpPr>
                <p:spPr>
                  <a:xfrm>
                    <a:off x="4275677" y="333165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 name="Google Shape;379;p15"/>
                  <p:cNvSpPr/>
                  <p:nvPr/>
                </p:nvSpPr>
                <p:spPr>
                  <a:xfrm>
                    <a:off x="4275772" y="3301269"/>
                    <a:ext cx="334327" cy="60769"/>
                  </a:xfrm>
                  <a:custGeom>
                    <a:avLst/>
                    <a:gdLst/>
                    <a:ahLst/>
                    <a:cxnLst/>
                    <a:rect l="l" t="t" r="r" b="b"/>
                    <a:pathLst>
                      <a:path w="334327" h="60769" extrusionOk="0">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0" name="Google Shape;380;p15"/>
                <p:cNvGrpSpPr/>
                <p:nvPr/>
              </p:nvGrpSpPr>
              <p:grpSpPr>
                <a:xfrm>
                  <a:off x="4275677" y="3183350"/>
                  <a:ext cx="334422" cy="144302"/>
                  <a:chOff x="4275677" y="3183350"/>
                  <a:chExt cx="334422" cy="144302"/>
                </a:xfrm>
              </p:grpSpPr>
              <p:sp>
                <p:nvSpPr>
                  <p:cNvPr id="381" name="Google Shape;381;p15"/>
                  <p:cNvSpPr/>
                  <p:nvPr/>
                </p:nvSpPr>
                <p:spPr>
                  <a:xfrm>
                    <a:off x="4275677" y="321373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 name="Google Shape;382;p15"/>
                  <p:cNvSpPr/>
                  <p:nvPr/>
                </p:nvSpPr>
                <p:spPr>
                  <a:xfrm>
                    <a:off x="4275772" y="3183350"/>
                    <a:ext cx="334327" cy="60769"/>
                  </a:xfrm>
                  <a:custGeom>
                    <a:avLst/>
                    <a:gdLst/>
                    <a:ahLst/>
                    <a:cxnLst/>
                    <a:rect l="l" t="t" r="r" b="b"/>
                    <a:pathLst>
                      <a:path w="334327" h="60769" extrusionOk="0">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3" name="Google Shape;383;p15"/>
                <p:cNvGrpSpPr/>
                <p:nvPr/>
              </p:nvGrpSpPr>
              <p:grpSpPr>
                <a:xfrm>
                  <a:off x="4275677" y="3065525"/>
                  <a:ext cx="334517" cy="144303"/>
                  <a:chOff x="4275677" y="3065525"/>
                  <a:chExt cx="334517" cy="144303"/>
                </a:xfrm>
              </p:grpSpPr>
              <p:sp>
                <p:nvSpPr>
                  <p:cNvPr id="384" name="Google Shape;384;p15"/>
                  <p:cNvSpPr/>
                  <p:nvPr/>
                </p:nvSpPr>
                <p:spPr>
                  <a:xfrm>
                    <a:off x="4275677" y="3095910"/>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 name="Google Shape;385;p15"/>
                  <p:cNvSpPr/>
                  <p:nvPr/>
                </p:nvSpPr>
                <p:spPr>
                  <a:xfrm>
                    <a:off x="4275867" y="3065525"/>
                    <a:ext cx="334327" cy="60769"/>
                  </a:xfrm>
                  <a:custGeom>
                    <a:avLst/>
                    <a:gdLst/>
                    <a:ahLst/>
                    <a:cxnLst/>
                    <a:rect l="l" t="t" r="r" b="b"/>
                    <a:pathLst>
                      <a:path w="334327" h="60769" extrusionOk="0">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386" name="Google Shape;386;p15"/>
              <p:cNvSpPr/>
              <p:nvPr/>
            </p:nvSpPr>
            <p:spPr>
              <a:xfrm>
                <a:off x="4529994" y="3140487"/>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 name="Google Shape;387;p15"/>
              <p:cNvSpPr/>
              <p:nvPr/>
            </p:nvSpPr>
            <p:spPr>
              <a:xfrm>
                <a:off x="4529994" y="3256216"/>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 name="Google Shape;388;p15"/>
              <p:cNvSpPr/>
              <p:nvPr/>
            </p:nvSpPr>
            <p:spPr>
              <a:xfrm>
                <a:off x="4529994" y="3377088"/>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389" name="Google Shape;389;p15"/>
          <p:cNvGrpSpPr/>
          <p:nvPr/>
        </p:nvGrpSpPr>
        <p:grpSpPr>
          <a:xfrm rot="5400000" flipH="1">
            <a:off x="557972" y="4696603"/>
            <a:ext cx="16329" cy="218290"/>
            <a:chOff x="10809827" y="4402455"/>
            <a:chExt cx="24764" cy="330993"/>
          </a:xfrm>
        </p:grpSpPr>
        <p:sp>
          <p:nvSpPr>
            <p:cNvPr id="390" name="Google Shape;390;p15"/>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 name="Google Shape;391;p15"/>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 name="Google Shape;392;p15"/>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93" name="Google Shape;393;p15"/>
          <p:cNvSpPr/>
          <p:nvPr/>
        </p:nvSpPr>
        <p:spPr>
          <a:xfrm rot="-532595">
            <a:off x="7984139" y="4422751"/>
            <a:ext cx="1661199" cy="1343241"/>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5"/>
          <p:cNvSpPr/>
          <p:nvPr/>
        </p:nvSpPr>
        <p:spPr>
          <a:xfrm rot="-5145822" flipH="1">
            <a:off x="-1235221" y="72085"/>
            <a:ext cx="2404292" cy="1318592"/>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95"/>
        <p:cNvGrpSpPr/>
        <p:nvPr/>
      </p:nvGrpSpPr>
      <p:grpSpPr>
        <a:xfrm>
          <a:off x="0" y="0"/>
          <a:ext cx="0" cy="0"/>
          <a:chOff x="0" y="0"/>
          <a:chExt cx="0" cy="0"/>
        </a:xfrm>
      </p:grpSpPr>
      <p:sp>
        <p:nvSpPr>
          <p:cNvPr id="396" name="Google Shape;396;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97" name="Google Shape;397;p16"/>
          <p:cNvSpPr txBox="1">
            <a:spLocks noGrp="1"/>
          </p:cNvSpPr>
          <p:nvPr>
            <p:ph type="subTitle" idx="1"/>
          </p:nvPr>
        </p:nvSpPr>
        <p:spPr>
          <a:xfrm>
            <a:off x="937625" y="2579823"/>
            <a:ext cx="21753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98" name="Google Shape;398;p16"/>
          <p:cNvSpPr txBox="1">
            <a:spLocks noGrp="1"/>
          </p:cNvSpPr>
          <p:nvPr>
            <p:ph type="subTitle" idx="2"/>
          </p:nvPr>
        </p:nvSpPr>
        <p:spPr>
          <a:xfrm>
            <a:off x="3484347" y="2579823"/>
            <a:ext cx="21753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99" name="Google Shape;399;p16"/>
          <p:cNvSpPr txBox="1">
            <a:spLocks noGrp="1"/>
          </p:cNvSpPr>
          <p:nvPr>
            <p:ph type="subTitle" idx="3"/>
          </p:nvPr>
        </p:nvSpPr>
        <p:spPr>
          <a:xfrm>
            <a:off x="6031075" y="2579823"/>
            <a:ext cx="21753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0" name="Google Shape;400;p16"/>
          <p:cNvSpPr txBox="1">
            <a:spLocks noGrp="1"/>
          </p:cNvSpPr>
          <p:nvPr>
            <p:ph type="subTitle" idx="4"/>
          </p:nvPr>
        </p:nvSpPr>
        <p:spPr>
          <a:xfrm>
            <a:off x="937625" y="1775401"/>
            <a:ext cx="21753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Raleway"/>
                <a:ea typeface="Raleway"/>
                <a:cs typeface="Raleway"/>
                <a:sym typeface="Raleway"/>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401" name="Google Shape;401;p16"/>
          <p:cNvSpPr txBox="1">
            <a:spLocks noGrp="1"/>
          </p:cNvSpPr>
          <p:nvPr>
            <p:ph type="subTitle" idx="5"/>
          </p:nvPr>
        </p:nvSpPr>
        <p:spPr>
          <a:xfrm>
            <a:off x="3484350" y="1775401"/>
            <a:ext cx="21753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Raleway"/>
                <a:ea typeface="Raleway"/>
                <a:cs typeface="Raleway"/>
                <a:sym typeface="Raleway"/>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402" name="Google Shape;402;p16"/>
          <p:cNvSpPr txBox="1">
            <a:spLocks noGrp="1"/>
          </p:cNvSpPr>
          <p:nvPr>
            <p:ph type="subTitle" idx="6"/>
          </p:nvPr>
        </p:nvSpPr>
        <p:spPr>
          <a:xfrm>
            <a:off x="6031075" y="1775401"/>
            <a:ext cx="21753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Raleway"/>
                <a:ea typeface="Raleway"/>
                <a:cs typeface="Raleway"/>
                <a:sym typeface="Raleway"/>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403" name="Google Shape;403;p16"/>
          <p:cNvSpPr/>
          <p:nvPr/>
        </p:nvSpPr>
        <p:spPr>
          <a:xfrm rot="8800738" flipH="1">
            <a:off x="7902412" y="4181666"/>
            <a:ext cx="1680262" cy="135858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6"/>
          <p:cNvSpPr/>
          <p:nvPr/>
        </p:nvSpPr>
        <p:spPr>
          <a:xfrm rot="-8942362" flipH="1">
            <a:off x="-983149" y="4040244"/>
            <a:ext cx="2474148" cy="200058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6"/>
          <p:cNvSpPr/>
          <p:nvPr/>
        </p:nvSpPr>
        <p:spPr>
          <a:xfrm rot="1554271" flipH="1">
            <a:off x="7563507" y="-664049"/>
            <a:ext cx="2112334" cy="2002574"/>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6"/>
          <p:cNvSpPr/>
          <p:nvPr/>
        </p:nvSpPr>
        <p:spPr>
          <a:xfrm>
            <a:off x="62825" y="1725386"/>
            <a:ext cx="606206" cy="37384"/>
          </a:xfrm>
          <a:custGeom>
            <a:avLst/>
            <a:gdLst/>
            <a:ahLst/>
            <a:cxnLst/>
            <a:rect l="l" t="t" r="r" b="b"/>
            <a:pathLst>
              <a:path w="824770" h="50863" extrusionOk="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07" name="Google Shape;407;p16"/>
          <p:cNvGrpSpPr/>
          <p:nvPr/>
        </p:nvGrpSpPr>
        <p:grpSpPr>
          <a:xfrm>
            <a:off x="96399" y="951293"/>
            <a:ext cx="552408" cy="792759"/>
            <a:chOff x="10519314" y="4728596"/>
            <a:chExt cx="751780" cy="1078731"/>
          </a:xfrm>
        </p:grpSpPr>
        <p:grpSp>
          <p:nvGrpSpPr>
            <p:cNvPr id="408" name="Google Shape;408;p16"/>
            <p:cNvGrpSpPr/>
            <p:nvPr/>
          </p:nvGrpSpPr>
          <p:grpSpPr>
            <a:xfrm>
              <a:off x="10519314" y="4728596"/>
              <a:ext cx="626662" cy="1078731"/>
              <a:chOff x="10519314" y="4728596"/>
              <a:chExt cx="626662" cy="1078731"/>
            </a:xfrm>
          </p:grpSpPr>
          <p:grpSp>
            <p:nvGrpSpPr>
              <p:cNvPr id="409" name="Google Shape;409;p16"/>
              <p:cNvGrpSpPr/>
              <p:nvPr/>
            </p:nvGrpSpPr>
            <p:grpSpPr>
              <a:xfrm>
                <a:off x="10903220" y="4888205"/>
                <a:ext cx="242756" cy="919122"/>
                <a:chOff x="10903220" y="4888205"/>
                <a:chExt cx="242756" cy="919122"/>
              </a:xfrm>
            </p:grpSpPr>
            <p:sp>
              <p:nvSpPr>
                <p:cNvPr id="410" name="Google Shape;410;p16"/>
                <p:cNvSpPr/>
                <p:nvPr/>
              </p:nvSpPr>
              <p:spPr>
                <a:xfrm rot="-447735">
                  <a:off x="10961814" y="4892503"/>
                  <a:ext cx="125567" cy="910526"/>
                </a:xfrm>
                <a:custGeom>
                  <a:avLst/>
                  <a:gdLst/>
                  <a:ahLst/>
                  <a:cxnLst/>
                  <a:rect l="l" t="t" r="r" b="b"/>
                  <a:pathLst>
                    <a:path w="125444" h="909637" extrusionOk="0">
                      <a:moveTo>
                        <a:pt x="0" y="0"/>
                      </a:moveTo>
                      <a:lnTo>
                        <a:pt x="125445" y="0"/>
                      </a:lnTo>
                      <a:lnTo>
                        <a:pt x="125445" y="909637"/>
                      </a:lnTo>
                      <a:lnTo>
                        <a:pt x="0" y="9096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 name="Google Shape;411;p16"/>
                <p:cNvSpPr/>
                <p:nvPr/>
              </p:nvSpPr>
              <p:spPr>
                <a:xfrm>
                  <a:off x="10952422" y="4933194"/>
                  <a:ext cx="42088" cy="42088"/>
                </a:xfrm>
                <a:custGeom>
                  <a:avLst/>
                  <a:gdLst/>
                  <a:ahLst/>
                  <a:cxnLst/>
                  <a:rect l="l" t="t" r="r" b="b"/>
                  <a:pathLst>
                    <a:path w="42088" h="42088" extrusionOk="0">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2" name="Google Shape;412;p16"/>
                <p:cNvSpPr/>
                <p:nvPr/>
              </p:nvSpPr>
              <p:spPr>
                <a:xfrm>
                  <a:off x="10961186" y="5000250"/>
                  <a:ext cx="42087" cy="42087"/>
                </a:xfrm>
                <a:custGeom>
                  <a:avLst/>
                  <a:gdLst/>
                  <a:ahLst/>
                  <a:cxnLst/>
                  <a:rect l="l" t="t" r="r" b="b"/>
                  <a:pathLst>
                    <a:path w="42087" h="42087" extrusionOk="0">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13" name="Google Shape;413;p16"/>
                <p:cNvGrpSpPr/>
                <p:nvPr/>
              </p:nvGrpSpPr>
              <p:grpSpPr>
                <a:xfrm>
                  <a:off x="11014221" y="5588618"/>
                  <a:ext cx="100021" cy="114784"/>
                  <a:chOff x="11014221" y="5588618"/>
                  <a:chExt cx="100021" cy="114784"/>
                </a:xfrm>
              </p:grpSpPr>
              <p:sp>
                <p:nvSpPr>
                  <p:cNvPr id="414" name="Google Shape;414;p16"/>
                  <p:cNvSpPr/>
                  <p:nvPr/>
                </p:nvSpPr>
                <p:spPr>
                  <a:xfrm rot="-447735">
                    <a:off x="11014826" y="5594269"/>
                    <a:ext cx="88001" cy="15064"/>
                  </a:xfrm>
                  <a:custGeom>
                    <a:avLst/>
                    <a:gdLst/>
                    <a:ahLst/>
                    <a:cxnLst/>
                    <a:rect l="l" t="t" r="r" b="b"/>
                    <a:pathLst>
                      <a:path w="87915" h="15049" extrusionOk="0">
                        <a:moveTo>
                          <a:pt x="0" y="0"/>
                        </a:moveTo>
                        <a:lnTo>
                          <a:pt x="87916" y="0"/>
                        </a:lnTo>
                        <a:lnTo>
                          <a:pt x="87916" y="15049"/>
                        </a:lnTo>
                        <a:lnTo>
                          <a:pt x="0" y="1504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5" name="Google Shape;415;p16"/>
                  <p:cNvSpPr/>
                  <p:nvPr/>
                </p:nvSpPr>
                <p:spPr>
                  <a:xfrm rot="-447735">
                    <a:off x="11018646" y="5623150"/>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6" name="Google Shape;416;p16"/>
                  <p:cNvSpPr/>
                  <p:nvPr/>
                </p:nvSpPr>
                <p:spPr>
                  <a:xfrm rot="-447735">
                    <a:off x="11021820" y="5653805"/>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7" name="Google Shape;417;p16"/>
                  <p:cNvSpPr/>
                  <p:nvPr/>
                </p:nvSpPr>
                <p:spPr>
                  <a:xfrm rot="-447735">
                    <a:off x="11025635" y="5682688"/>
                    <a:ext cx="88001" cy="15064"/>
                  </a:xfrm>
                  <a:custGeom>
                    <a:avLst/>
                    <a:gdLst/>
                    <a:ahLst/>
                    <a:cxnLst/>
                    <a:rect l="l" t="t" r="r" b="b"/>
                    <a:pathLst>
                      <a:path w="87915" h="15049" extrusionOk="0">
                        <a:moveTo>
                          <a:pt x="0" y="0"/>
                        </a:moveTo>
                        <a:lnTo>
                          <a:pt x="87915" y="0"/>
                        </a:lnTo>
                        <a:lnTo>
                          <a:pt x="87915"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418" name="Google Shape;418;p16"/>
              <p:cNvGrpSpPr/>
              <p:nvPr/>
            </p:nvGrpSpPr>
            <p:grpSpPr>
              <a:xfrm>
                <a:off x="10718623" y="4728596"/>
                <a:ext cx="229169" cy="1075979"/>
                <a:chOff x="10718623" y="4728596"/>
                <a:chExt cx="229169" cy="1075979"/>
              </a:xfrm>
            </p:grpSpPr>
            <p:sp>
              <p:nvSpPr>
                <p:cNvPr id="419" name="Google Shape;419;p16"/>
                <p:cNvSpPr/>
                <p:nvPr/>
              </p:nvSpPr>
              <p:spPr>
                <a:xfrm rot="-172174">
                  <a:off x="10745259" y="4732329"/>
                  <a:ext cx="175897" cy="1068513"/>
                </a:xfrm>
                <a:custGeom>
                  <a:avLst/>
                  <a:gdLst/>
                  <a:ahLst/>
                  <a:cxnLst/>
                  <a:rect l="l" t="t" r="r" b="b"/>
                  <a:pathLst>
                    <a:path w="176117" h="1069848" extrusionOk="0">
                      <a:moveTo>
                        <a:pt x="0" y="0"/>
                      </a:moveTo>
                      <a:lnTo>
                        <a:pt x="176117" y="0"/>
                      </a:lnTo>
                      <a:lnTo>
                        <a:pt x="176117" y="1069848"/>
                      </a:lnTo>
                      <a:lnTo>
                        <a:pt x="0" y="1069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0" name="Google Shape;420;p16"/>
                <p:cNvSpPr/>
                <p:nvPr/>
              </p:nvSpPr>
              <p:spPr>
                <a:xfrm>
                  <a:off x="10787634" y="5182743"/>
                  <a:ext cx="87629" cy="87630"/>
                </a:xfrm>
                <a:custGeom>
                  <a:avLst/>
                  <a:gdLst/>
                  <a:ahLst/>
                  <a:cxnLst/>
                  <a:rect l="l" t="t" r="r" b="b"/>
                  <a:pathLst>
                    <a:path w="87629" h="87630" extrusionOk="0">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21" name="Google Shape;421;p16"/>
                <p:cNvGrpSpPr/>
                <p:nvPr/>
              </p:nvGrpSpPr>
              <p:grpSpPr>
                <a:xfrm>
                  <a:off x="10765015" y="5040134"/>
                  <a:ext cx="116314" cy="49775"/>
                  <a:chOff x="10765015" y="5040134"/>
                  <a:chExt cx="116314" cy="49775"/>
                </a:xfrm>
              </p:grpSpPr>
              <p:sp>
                <p:nvSpPr>
                  <p:cNvPr id="422" name="Google Shape;422;p16"/>
                  <p:cNvSpPr/>
                  <p:nvPr/>
                </p:nvSpPr>
                <p:spPr>
                  <a:xfrm rot="-172174">
                    <a:off x="10765318" y="5042987"/>
                    <a:ext cx="114347" cy="14935"/>
                  </a:xfrm>
                  <a:custGeom>
                    <a:avLst/>
                    <a:gdLst/>
                    <a:ahLst/>
                    <a:cxnLst/>
                    <a:rect l="l" t="t" r="r" b="b"/>
                    <a:pathLst>
                      <a:path w="114490" h="14954" extrusionOk="0">
                        <a:moveTo>
                          <a:pt x="0" y="0"/>
                        </a:moveTo>
                        <a:lnTo>
                          <a:pt x="114490" y="0"/>
                        </a:lnTo>
                        <a:lnTo>
                          <a:pt x="114490"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3" name="Google Shape;423;p16"/>
                  <p:cNvSpPr/>
                  <p:nvPr/>
                </p:nvSpPr>
                <p:spPr>
                  <a:xfrm rot="-172174">
                    <a:off x="10766681" y="5072121"/>
                    <a:ext cx="114347" cy="14935"/>
                  </a:xfrm>
                  <a:custGeom>
                    <a:avLst/>
                    <a:gdLst/>
                    <a:ahLst/>
                    <a:cxnLst/>
                    <a:rect l="l" t="t" r="r" b="b"/>
                    <a:pathLst>
                      <a:path w="114490" h="14954" extrusionOk="0">
                        <a:moveTo>
                          <a:pt x="0" y="0"/>
                        </a:moveTo>
                        <a:lnTo>
                          <a:pt x="114491" y="0"/>
                        </a:lnTo>
                        <a:lnTo>
                          <a:pt x="114491"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24" name="Google Shape;424;p16"/>
                <p:cNvGrpSpPr/>
                <p:nvPr/>
              </p:nvGrpSpPr>
              <p:grpSpPr>
                <a:xfrm>
                  <a:off x="10784825" y="5436314"/>
                  <a:ext cx="116414" cy="49961"/>
                  <a:chOff x="10784825" y="5436314"/>
                  <a:chExt cx="116414" cy="49961"/>
                </a:xfrm>
              </p:grpSpPr>
              <p:sp>
                <p:nvSpPr>
                  <p:cNvPr id="425" name="Google Shape;425;p16"/>
                  <p:cNvSpPr/>
                  <p:nvPr/>
                </p:nvSpPr>
                <p:spPr>
                  <a:xfrm rot="-172174">
                    <a:off x="10785128" y="5439167"/>
                    <a:ext cx="114347" cy="14935"/>
                  </a:xfrm>
                  <a:custGeom>
                    <a:avLst/>
                    <a:gdLst/>
                    <a:ahLst/>
                    <a:cxnLst/>
                    <a:rect l="l" t="t" r="r" b="b"/>
                    <a:pathLst>
                      <a:path w="114490" h="14954" extrusionOk="0">
                        <a:moveTo>
                          <a:pt x="0" y="0"/>
                        </a:moveTo>
                        <a:lnTo>
                          <a:pt x="114491" y="0"/>
                        </a:lnTo>
                        <a:lnTo>
                          <a:pt x="114491"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6" name="Google Shape;426;p16"/>
                  <p:cNvSpPr/>
                  <p:nvPr/>
                </p:nvSpPr>
                <p:spPr>
                  <a:xfrm rot="-172174">
                    <a:off x="10786591" y="5468487"/>
                    <a:ext cx="114347" cy="14935"/>
                  </a:xfrm>
                  <a:custGeom>
                    <a:avLst/>
                    <a:gdLst/>
                    <a:ahLst/>
                    <a:cxnLst/>
                    <a:rect l="l" t="t" r="r" b="b"/>
                    <a:pathLst>
                      <a:path w="114490" h="14954" extrusionOk="0">
                        <a:moveTo>
                          <a:pt x="0" y="0"/>
                        </a:moveTo>
                        <a:lnTo>
                          <a:pt x="114490" y="0"/>
                        </a:lnTo>
                        <a:lnTo>
                          <a:pt x="114490"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427" name="Google Shape;427;p16"/>
              <p:cNvGrpSpPr/>
              <p:nvPr/>
            </p:nvGrpSpPr>
            <p:grpSpPr>
              <a:xfrm>
                <a:off x="10519314" y="4813458"/>
                <a:ext cx="202120" cy="992123"/>
                <a:chOff x="10519314" y="4813458"/>
                <a:chExt cx="202120" cy="992123"/>
              </a:xfrm>
            </p:grpSpPr>
            <p:sp>
              <p:nvSpPr>
                <p:cNvPr id="428" name="Google Shape;428;p16"/>
                <p:cNvSpPr/>
                <p:nvPr/>
              </p:nvSpPr>
              <p:spPr>
                <a:xfrm>
                  <a:off x="10519314" y="4813458"/>
                  <a:ext cx="202120" cy="992123"/>
                </a:xfrm>
                <a:custGeom>
                  <a:avLst/>
                  <a:gdLst/>
                  <a:ahLst/>
                  <a:cxnLst/>
                  <a:rect l="l" t="t" r="r" b="b"/>
                  <a:pathLst>
                    <a:path w="202120" h="992123" extrusionOk="0">
                      <a:moveTo>
                        <a:pt x="0" y="0"/>
                      </a:moveTo>
                      <a:lnTo>
                        <a:pt x="202120" y="0"/>
                      </a:lnTo>
                      <a:lnTo>
                        <a:pt x="202120" y="992124"/>
                      </a:lnTo>
                      <a:lnTo>
                        <a:pt x="0" y="992124"/>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9" name="Google Shape;429;p16"/>
                <p:cNvSpPr/>
                <p:nvPr/>
              </p:nvSpPr>
              <p:spPr>
                <a:xfrm>
                  <a:off x="10558843" y="4891468"/>
                  <a:ext cx="123063" cy="123062"/>
                </a:xfrm>
                <a:custGeom>
                  <a:avLst/>
                  <a:gdLst/>
                  <a:ahLst/>
                  <a:cxnLst/>
                  <a:rect l="l" t="t" r="r" b="b"/>
                  <a:pathLst>
                    <a:path w="123063" h="123062" extrusionOk="0">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30" name="Google Shape;430;p16"/>
                <p:cNvGrpSpPr/>
                <p:nvPr/>
              </p:nvGrpSpPr>
              <p:grpSpPr>
                <a:xfrm>
                  <a:off x="10556176" y="5465730"/>
                  <a:ext cx="128397" cy="44196"/>
                  <a:chOff x="10556176" y="5465730"/>
                  <a:chExt cx="128397" cy="44196"/>
                </a:xfrm>
              </p:grpSpPr>
              <p:sp>
                <p:nvSpPr>
                  <p:cNvPr id="431" name="Google Shape;431;p16"/>
                  <p:cNvSpPr/>
                  <p:nvPr/>
                </p:nvSpPr>
                <p:spPr>
                  <a:xfrm>
                    <a:off x="10556176" y="5465730"/>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2" name="Google Shape;432;p16"/>
                  <p:cNvSpPr/>
                  <p:nvPr/>
                </p:nvSpPr>
                <p:spPr>
                  <a:xfrm>
                    <a:off x="10556176" y="5494972"/>
                    <a:ext cx="128397" cy="14954"/>
                  </a:xfrm>
                  <a:custGeom>
                    <a:avLst/>
                    <a:gdLst/>
                    <a:ahLst/>
                    <a:cxnLst/>
                    <a:rect l="l" t="t" r="r" b="b"/>
                    <a:pathLst>
                      <a:path w="128397" h="14954" extrusionOk="0">
                        <a:moveTo>
                          <a:pt x="0" y="0"/>
                        </a:moveTo>
                        <a:lnTo>
                          <a:pt x="128397" y="0"/>
                        </a:lnTo>
                        <a:lnTo>
                          <a:pt x="128397"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33" name="Google Shape;433;p16"/>
                <p:cNvGrpSpPr/>
                <p:nvPr/>
              </p:nvGrpSpPr>
              <p:grpSpPr>
                <a:xfrm>
                  <a:off x="10556176" y="5689187"/>
                  <a:ext cx="128397" cy="44196"/>
                  <a:chOff x="10556176" y="5689187"/>
                  <a:chExt cx="128397" cy="44196"/>
                </a:xfrm>
              </p:grpSpPr>
              <p:sp>
                <p:nvSpPr>
                  <p:cNvPr id="434" name="Google Shape;434;p16"/>
                  <p:cNvSpPr/>
                  <p:nvPr/>
                </p:nvSpPr>
                <p:spPr>
                  <a:xfrm>
                    <a:off x="10556176" y="5689187"/>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5" name="Google Shape;435;p16"/>
                  <p:cNvSpPr/>
                  <p:nvPr/>
                </p:nvSpPr>
                <p:spPr>
                  <a:xfrm>
                    <a:off x="10556176" y="5718429"/>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436" name="Google Shape;436;p16"/>
            <p:cNvGrpSpPr/>
            <p:nvPr/>
          </p:nvGrpSpPr>
          <p:grpSpPr>
            <a:xfrm>
              <a:off x="11058042" y="5088325"/>
              <a:ext cx="213052" cy="717953"/>
              <a:chOff x="11058042" y="5088325"/>
              <a:chExt cx="213052" cy="717953"/>
            </a:xfrm>
          </p:grpSpPr>
          <p:sp>
            <p:nvSpPr>
              <p:cNvPr id="437" name="Google Shape;437;p16"/>
              <p:cNvSpPr/>
              <p:nvPr/>
            </p:nvSpPr>
            <p:spPr>
              <a:xfrm rot="-631368">
                <a:off x="11122592" y="5089982"/>
                <a:ext cx="83952" cy="714640"/>
              </a:xfrm>
              <a:custGeom>
                <a:avLst/>
                <a:gdLst/>
                <a:ahLst/>
                <a:cxnLst/>
                <a:rect l="l" t="t" r="r" b="b"/>
                <a:pathLst>
                  <a:path w="84010" h="715136" extrusionOk="0">
                    <a:moveTo>
                      <a:pt x="0" y="0"/>
                    </a:moveTo>
                    <a:lnTo>
                      <a:pt x="84010" y="0"/>
                    </a:lnTo>
                    <a:lnTo>
                      <a:pt x="84010" y="715137"/>
                    </a:lnTo>
                    <a:lnTo>
                      <a:pt x="0" y="715137"/>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8" name="Google Shape;438;p16"/>
              <p:cNvSpPr/>
              <p:nvPr/>
            </p:nvSpPr>
            <p:spPr>
              <a:xfrm rot="-631368">
                <a:off x="11154645" y="5271518"/>
                <a:ext cx="25985" cy="411004"/>
              </a:xfrm>
              <a:custGeom>
                <a:avLst/>
                <a:gdLst/>
                <a:ahLst/>
                <a:cxnLst/>
                <a:rect l="l" t="t" r="r" b="b"/>
                <a:pathLst>
                  <a:path w="26003" h="411289" extrusionOk="0">
                    <a:moveTo>
                      <a:pt x="0" y="0"/>
                    </a:moveTo>
                    <a:lnTo>
                      <a:pt x="26003" y="0"/>
                    </a:lnTo>
                    <a:lnTo>
                      <a:pt x="26003" y="411289"/>
                    </a:lnTo>
                    <a:lnTo>
                      <a:pt x="0" y="41128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439" name="Google Shape;439;p16"/>
          <p:cNvGrpSpPr/>
          <p:nvPr/>
        </p:nvGrpSpPr>
        <p:grpSpPr>
          <a:xfrm>
            <a:off x="135453" y="69369"/>
            <a:ext cx="426307" cy="643642"/>
            <a:chOff x="10572463" y="3528536"/>
            <a:chExt cx="580168" cy="875823"/>
          </a:xfrm>
        </p:grpSpPr>
        <p:grpSp>
          <p:nvGrpSpPr>
            <p:cNvPr id="440" name="Google Shape;440;p16"/>
            <p:cNvGrpSpPr/>
            <p:nvPr/>
          </p:nvGrpSpPr>
          <p:grpSpPr>
            <a:xfrm>
              <a:off x="10713815" y="3528536"/>
              <a:ext cx="438816" cy="746664"/>
              <a:chOff x="10713815" y="3528536"/>
              <a:chExt cx="438816" cy="746664"/>
            </a:xfrm>
          </p:grpSpPr>
          <p:sp>
            <p:nvSpPr>
              <p:cNvPr id="441" name="Google Shape;441;p16"/>
              <p:cNvSpPr/>
              <p:nvPr/>
            </p:nvSpPr>
            <p:spPr>
              <a:xfrm>
                <a:off x="10713815" y="3528536"/>
                <a:ext cx="438816" cy="746664"/>
              </a:xfrm>
              <a:custGeom>
                <a:avLst/>
                <a:gdLst/>
                <a:ahLst/>
                <a:cxnLst/>
                <a:rect l="l" t="t" r="r" b="b"/>
                <a:pathLst>
                  <a:path w="438816" h="746664" extrusionOk="0">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42" name="Google Shape;442;p16"/>
              <p:cNvGrpSpPr/>
              <p:nvPr/>
            </p:nvGrpSpPr>
            <p:grpSpPr>
              <a:xfrm>
                <a:off x="10776489" y="3625310"/>
                <a:ext cx="313848" cy="288226"/>
                <a:chOff x="10776489" y="3625310"/>
                <a:chExt cx="313848" cy="288226"/>
              </a:xfrm>
            </p:grpSpPr>
            <p:sp>
              <p:nvSpPr>
                <p:cNvPr id="443" name="Google Shape;443;p16"/>
                <p:cNvSpPr/>
                <p:nvPr/>
              </p:nvSpPr>
              <p:spPr>
                <a:xfrm>
                  <a:off x="10776489" y="362531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 name="Google Shape;444;p16"/>
                <p:cNvSpPr/>
                <p:nvPr/>
              </p:nvSpPr>
              <p:spPr>
                <a:xfrm>
                  <a:off x="10776489" y="367865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 name="Google Shape;445;p16"/>
                <p:cNvSpPr/>
                <p:nvPr/>
              </p:nvSpPr>
              <p:spPr>
                <a:xfrm>
                  <a:off x="10776489" y="373199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 name="Google Shape;446;p16"/>
                <p:cNvSpPr/>
                <p:nvPr/>
              </p:nvSpPr>
              <p:spPr>
                <a:xfrm>
                  <a:off x="10776489" y="378542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 name="Google Shape;447;p16"/>
                <p:cNvSpPr/>
                <p:nvPr/>
              </p:nvSpPr>
              <p:spPr>
                <a:xfrm>
                  <a:off x="10776489" y="383876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 name="Google Shape;448;p16"/>
                <p:cNvSpPr/>
                <p:nvPr/>
              </p:nvSpPr>
              <p:spPr>
                <a:xfrm>
                  <a:off x="10776489" y="3892105"/>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9" name="Google Shape;449;p16"/>
              <p:cNvGrpSpPr/>
              <p:nvPr/>
            </p:nvGrpSpPr>
            <p:grpSpPr>
              <a:xfrm>
                <a:off x="10776489" y="3999547"/>
                <a:ext cx="313848" cy="181546"/>
                <a:chOff x="10776489" y="3999547"/>
                <a:chExt cx="313848" cy="181546"/>
              </a:xfrm>
            </p:grpSpPr>
            <p:sp>
              <p:nvSpPr>
                <p:cNvPr id="450" name="Google Shape;450;p16"/>
                <p:cNvSpPr/>
                <p:nvPr/>
              </p:nvSpPr>
              <p:spPr>
                <a:xfrm>
                  <a:off x="10776489" y="399954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 name="Google Shape;451;p16"/>
                <p:cNvSpPr/>
                <p:nvPr/>
              </p:nvSpPr>
              <p:spPr>
                <a:xfrm>
                  <a:off x="10776489" y="405288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 name="Google Shape;452;p16"/>
                <p:cNvSpPr/>
                <p:nvPr/>
              </p:nvSpPr>
              <p:spPr>
                <a:xfrm>
                  <a:off x="10776489" y="4106322"/>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 name="Google Shape;453;p16"/>
                <p:cNvSpPr/>
                <p:nvPr/>
              </p:nvSpPr>
              <p:spPr>
                <a:xfrm>
                  <a:off x="10776489" y="4159662"/>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4" name="Google Shape;454;p16"/>
              <p:cNvSpPr/>
              <p:nvPr/>
            </p:nvSpPr>
            <p:spPr>
              <a:xfrm>
                <a:off x="11039951" y="3528536"/>
                <a:ext cx="112584" cy="112585"/>
              </a:xfrm>
              <a:custGeom>
                <a:avLst/>
                <a:gdLst/>
                <a:ahLst/>
                <a:cxnLst/>
                <a:rect l="l" t="t" r="r" b="b"/>
                <a:pathLst>
                  <a:path w="112584" h="112585" extrusionOk="0">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5" name="Google Shape;455;p16"/>
            <p:cNvGrpSpPr/>
            <p:nvPr/>
          </p:nvGrpSpPr>
          <p:grpSpPr>
            <a:xfrm>
              <a:off x="10572463" y="3657790"/>
              <a:ext cx="438817" cy="746569"/>
              <a:chOff x="10572463" y="3657790"/>
              <a:chExt cx="438817" cy="746569"/>
            </a:xfrm>
          </p:grpSpPr>
          <p:sp>
            <p:nvSpPr>
              <p:cNvPr id="456" name="Google Shape;456;p16"/>
              <p:cNvSpPr/>
              <p:nvPr/>
            </p:nvSpPr>
            <p:spPr>
              <a:xfrm>
                <a:off x="10572463" y="3657790"/>
                <a:ext cx="438817" cy="746569"/>
              </a:xfrm>
              <a:custGeom>
                <a:avLst/>
                <a:gdLst/>
                <a:ahLst/>
                <a:cxnLst/>
                <a:rect l="l" t="t" r="r" b="b"/>
                <a:pathLst>
                  <a:path w="438817" h="746569" extrusionOk="0">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7" name="Google Shape;457;p16"/>
              <p:cNvGrpSpPr/>
              <p:nvPr/>
            </p:nvGrpSpPr>
            <p:grpSpPr>
              <a:xfrm>
                <a:off x="10635138" y="3754469"/>
                <a:ext cx="313848" cy="288321"/>
                <a:chOff x="10635138" y="3754469"/>
                <a:chExt cx="313848" cy="288321"/>
              </a:xfrm>
            </p:grpSpPr>
            <p:sp>
              <p:nvSpPr>
                <p:cNvPr id="458" name="Google Shape;458;p16"/>
                <p:cNvSpPr/>
                <p:nvPr/>
              </p:nvSpPr>
              <p:spPr>
                <a:xfrm>
                  <a:off x="10635138" y="375446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 name="Google Shape;459;p16"/>
                <p:cNvSpPr/>
                <p:nvPr/>
              </p:nvSpPr>
              <p:spPr>
                <a:xfrm>
                  <a:off x="10635138" y="380790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 name="Google Shape;460;p16"/>
                <p:cNvSpPr/>
                <p:nvPr/>
              </p:nvSpPr>
              <p:spPr>
                <a:xfrm>
                  <a:off x="10635138" y="386124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 name="Google Shape;461;p16"/>
                <p:cNvSpPr/>
                <p:nvPr/>
              </p:nvSpPr>
              <p:spPr>
                <a:xfrm>
                  <a:off x="10635138" y="391458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 name="Google Shape;462;p16"/>
                <p:cNvSpPr/>
                <p:nvPr/>
              </p:nvSpPr>
              <p:spPr>
                <a:xfrm>
                  <a:off x="10635138" y="396801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 name="Google Shape;463;p16"/>
                <p:cNvSpPr/>
                <p:nvPr/>
              </p:nvSpPr>
              <p:spPr>
                <a:xfrm>
                  <a:off x="10635138" y="4021359"/>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 name="Google Shape;464;p16"/>
              <p:cNvGrpSpPr/>
              <p:nvPr/>
            </p:nvGrpSpPr>
            <p:grpSpPr>
              <a:xfrm>
                <a:off x="10635138" y="4128801"/>
                <a:ext cx="313848" cy="181547"/>
                <a:chOff x="10635138" y="4128801"/>
                <a:chExt cx="313848" cy="181547"/>
              </a:xfrm>
            </p:grpSpPr>
            <p:sp>
              <p:nvSpPr>
                <p:cNvPr id="465" name="Google Shape;465;p16"/>
                <p:cNvSpPr/>
                <p:nvPr/>
              </p:nvSpPr>
              <p:spPr>
                <a:xfrm>
                  <a:off x="10635138" y="412880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 name="Google Shape;466;p16"/>
                <p:cNvSpPr/>
                <p:nvPr/>
              </p:nvSpPr>
              <p:spPr>
                <a:xfrm>
                  <a:off x="10635138" y="418214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 name="Google Shape;467;p16"/>
                <p:cNvSpPr/>
                <p:nvPr/>
              </p:nvSpPr>
              <p:spPr>
                <a:xfrm>
                  <a:off x="10635138" y="423548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 name="Google Shape;468;p16"/>
                <p:cNvSpPr/>
                <p:nvPr/>
              </p:nvSpPr>
              <p:spPr>
                <a:xfrm>
                  <a:off x="10635138" y="4288917"/>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69" name="Google Shape;469;p16"/>
              <p:cNvSpPr/>
              <p:nvPr/>
            </p:nvSpPr>
            <p:spPr>
              <a:xfrm>
                <a:off x="10898599" y="3657790"/>
                <a:ext cx="112586" cy="112585"/>
              </a:xfrm>
              <a:custGeom>
                <a:avLst/>
                <a:gdLst/>
                <a:ahLst/>
                <a:cxnLst/>
                <a:rect l="l" t="t" r="r" b="b"/>
                <a:pathLst>
                  <a:path w="112586" h="112585" extrusionOk="0">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470" name="Google Shape;470;p16"/>
          <p:cNvGrpSpPr/>
          <p:nvPr/>
        </p:nvGrpSpPr>
        <p:grpSpPr>
          <a:xfrm>
            <a:off x="309868" y="711612"/>
            <a:ext cx="18197" cy="243247"/>
            <a:chOff x="10809827" y="4402455"/>
            <a:chExt cx="24764" cy="330993"/>
          </a:xfrm>
        </p:grpSpPr>
        <p:sp>
          <p:nvSpPr>
            <p:cNvPr id="471" name="Google Shape;471;p16"/>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 name="Google Shape;472;p16"/>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 name="Google Shape;473;p16"/>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4" name="Google Shape;474;p16"/>
          <p:cNvGrpSpPr/>
          <p:nvPr/>
        </p:nvGrpSpPr>
        <p:grpSpPr>
          <a:xfrm>
            <a:off x="8421644" y="1045085"/>
            <a:ext cx="396068" cy="717683"/>
            <a:chOff x="1945386" y="5582316"/>
            <a:chExt cx="470725" cy="852963"/>
          </a:xfrm>
        </p:grpSpPr>
        <p:grpSp>
          <p:nvGrpSpPr>
            <p:cNvPr id="475" name="Google Shape;475;p16"/>
            <p:cNvGrpSpPr/>
            <p:nvPr/>
          </p:nvGrpSpPr>
          <p:grpSpPr>
            <a:xfrm>
              <a:off x="1945386" y="5582316"/>
              <a:ext cx="470725" cy="852963"/>
              <a:chOff x="1945386" y="5582316"/>
              <a:chExt cx="470725" cy="852963"/>
            </a:xfrm>
          </p:grpSpPr>
          <p:sp>
            <p:nvSpPr>
              <p:cNvPr id="476" name="Google Shape;476;p16"/>
              <p:cNvSpPr/>
              <p:nvPr/>
            </p:nvSpPr>
            <p:spPr>
              <a:xfrm>
                <a:off x="1945386" y="5582316"/>
                <a:ext cx="470725" cy="852963"/>
              </a:xfrm>
              <a:custGeom>
                <a:avLst/>
                <a:gdLst/>
                <a:ahLst/>
                <a:cxnLst/>
                <a:rect l="l" t="t" r="r" b="b"/>
                <a:pathLst>
                  <a:path w="470725" h="852963" extrusionOk="0">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7" name="Google Shape;477;p16"/>
              <p:cNvSpPr/>
              <p:nvPr/>
            </p:nvSpPr>
            <p:spPr>
              <a:xfrm>
                <a:off x="1965864" y="5625846"/>
                <a:ext cx="429577" cy="699420"/>
              </a:xfrm>
              <a:custGeom>
                <a:avLst/>
                <a:gdLst/>
                <a:ahLst/>
                <a:cxnLst/>
                <a:rect l="l" t="t" r="r" b="b"/>
                <a:pathLst>
                  <a:path w="429577" h="699420" extrusionOk="0">
                    <a:moveTo>
                      <a:pt x="0" y="0"/>
                    </a:moveTo>
                    <a:lnTo>
                      <a:pt x="429578" y="0"/>
                    </a:lnTo>
                    <a:lnTo>
                      <a:pt x="429578" y="699421"/>
                    </a:lnTo>
                    <a:lnTo>
                      <a:pt x="0" y="699421"/>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78" name="Google Shape;478;p16"/>
            <p:cNvSpPr/>
            <p:nvPr/>
          </p:nvSpPr>
          <p:spPr>
            <a:xfrm>
              <a:off x="1986438" y="6371462"/>
              <a:ext cx="388334" cy="32194"/>
            </a:xfrm>
            <a:custGeom>
              <a:avLst/>
              <a:gdLst/>
              <a:ahLst/>
              <a:cxnLst/>
              <a:rect l="l" t="t" r="r" b="b"/>
              <a:pathLst>
                <a:path w="388334" h="32194" extrusionOk="0">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9" name="Google Shape;479;p16"/>
          <p:cNvGrpSpPr/>
          <p:nvPr/>
        </p:nvGrpSpPr>
        <p:grpSpPr>
          <a:xfrm>
            <a:off x="8088695" y="57742"/>
            <a:ext cx="1061979" cy="558999"/>
            <a:chOff x="3859815" y="2867310"/>
            <a:chExt cx="1262157" cy="664368"/>
          </a:xfrm>
        </p:grpSpPr>
        <p:sp>
          <p:nvSpPr>
            <p:cNvPr id="480" name="Google Shape;480;p16"/>
            <p:cNvSpPr/>
            <p:nvPr/>
          </p:nvSpPr>
          <p:spPr>
            <a:xfrm>
              <a:off x="3859815" y="2867310"/>
              <a:ext cx="1262157" cy="664368"/>
            </a:xfrm>
            <a:custGeom>
              <a:avLst/>
              <a:gdLst/>
              <a:ahLst/>
              <a:cxnLst/>
              <a:rect l="l" t="t" r="r" b="b"/>
              <a:pathLst>
                <a:path w="1262157" h="664368" extrusionOk="0">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1" name="Google Shape;481;p16"/>
            <p:cNvGrpSpPr/>
            <p:nvPr/>
          </p:nvGrpSpPr>
          <p:grpSpPr>
            <a:xfrm>
              <a:off x="4275677" y="3065525"/>
              <a:ext cx="334517" cy="380047"/>
              <a:chOff x="4275677" y="3065525"/>
              <a:chExt cx="334517" cy="380047"/>
            </a:xfrm>
          </p:grpSpPr>
          <p:grpSp>
            <p:nvGrpSpPr>
              <p:cNvPr id="482" name="Google Shape;482;p16"/>
              <p:cNvGrpSpPr/>
              <p:nvPr/>
            </p:nvGrpSpPr>
            <p:grpSpPr>
              <a:xfrm>
                <a:off x="4275677" y="3065525"/>
                <a:ext cx="334517" cy="380047"/>
                <a:chOff x="4275677" y="3065525"/>
                <a:chExt cx="334517" cy="380047"/>
              </a:xfrm>
            </p:grpSpPr>
            <p:grpSp>
              <p:nvGrpSpPr>
                <p:cNvPr id="483" name="Google Shape;483;p16"/>
                <p:cNvGrpSpPr/>
                <p:nvPr/>
              </p:nvGrpSpPr>
              <p:grpSpPr>
                <a:xfrm>
                  <a:off x="4275677" y="3301269"/>
                  <a:ext cx="334422" cy="144303"/>
                  <a:chOff x="4275677" y="3301269"/>
                  <a:chExt cx="334422" cy="144303"/>
                </a:xfrm>
              </p:grpSpPr>
              <p:sp>
                <p:nvSpPr>
                  <p:cNvPr id="484" name="Google Shape;484;p16"/>
                  <p:cNvSpPr/>
                  <p:nvPr/>
                </p:nvSpPr>
                <p:spPr>
                  <a:xfrm>
                    <a:off x="4275677" y="333165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 name="Google Shape;485;p16"/>
                  <p:cNvSpPr/>
                  <p:nvPr/>
                </p:nvSpPr>
                <p:spPr>
                  <a:xfrm>
                    <a:off x="4275772" y="3301269"/>
                    <a:ext cx="334327" cy="60769"/>
                  </a:xfrm>
                  <a:custGeom>
                    <a:avLst/>
                    <a:gdLst/>
                    <a:ahLst/>
                    <a:cxnLst/>
                    <a:rect l="l" t="t" r="r" b="b"/>
                    <a:pathLst>
                      <a:path w="334327" h="60769" extrusionOk="0">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6" name="Google Shape;486;p16"/>
                <p:cNvGrpSpPr/>
                <p:nvPr/>
              </p:nvGrpSpPr>
              <p:grpSpPr>
                <a:xfrm>
                  <a:off x="4275677" y="3183350"/>
                  <a:ext cx="334422" cy="144302"/>
                  <a:chOff x="4275677" y="3183350"/>
                  <a:chExt cx="334422" cy="144302"/>
                </a:xfrm>
              </p:grpSpPr>
              <p:sp>
                <p:nvSpPr>
                  <p:cNvPr id="487" name="Google Shape;487;p16"/>
                  <p:cNvSpPr/>
                  <p:nvPr/>
                </p:nvSpPr>
                <p:spPr>
                  <a:xfrm>
                    <a:off x="4275677" y="321373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 name="Google Shape;488;p16"/>
                  <p:cNvSpPr/>
                  <p:nvPr/>
                </p:nvSpPr>
                <p:spPr>
                  <a:xfrm>
                    <a:off x="4275772" y="3183350"/>
                    <a:ext cx="334327" cy="60769"/>
                  </a:xfrm>
                  <a:custGeom>
                    <a:avLst/>
                    <a:gdLst/>
                    <a:ahLst/>
                    <a:cxnLst/>
                    <a:rect l="l" t="t" r="r" b="b"/>
                    <a:pathLst>
                      <a:path w="334327" h="60769" extrusionOk="0">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 name="Google Shape;489;p16"/>
                <p:cNvGrpSpPr/>
                <p:nvPr/>
              </p:nvGrpSpPr>
              <p:grpSpPr>
                <a:xfrm>
                  <a:off x="4275677" y="3065525"/>
                  <a:ext cx="334517" cy="144303"/>
                  <a:chOff x="4275677" y="3065525"/>
                  <a:chExt cx="334517" cy="144303"/>
                </a:xfrm>
              </p:grpSpPr>
              <p:sp>
                <p:nvSpPr>
                  <p:cNvPr id="490" name="Google Shape;490;p16"/>
                  <p:cNvSpPr/>
                  <p:nvPr/>
                </p:nvSpPr>
                <p:spPr>
                  <a:xfrm>
                    <a:off x="4275677" y="3095910"/>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 name="Google Shape;491;p16"/>
                  <p:cNvSpPr/>
                  <p:nvPr/>
                </p:nvSpPr>
                <p:spPr>
                  <a:xfrm>
                    <a:off x="4275867" y="3065525"/>
                    <a:ext cx="334327" cy="60769"/>
                  </a:xfrm>
                  <a:custGeom>
                    <a:avLst/>
                    <a:gdLst/>
                    <a:ahLst/>
                    <a:cxnLst/>
                    <a:rect l="l" t="t" r="r" b="b"/>
                    <a:pathLst>
                      <a:path w="334327" h="60769" extrusionOk="0">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492" name="Google Shape;492;p16"/>
              <p:cNvSpPr/>
              <p:nvPr/>
            </p:nvSpPr>
            <p:spPr>
              <a:xfrm>
                <a:off x="4529994" y="3140487"/>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 name="Google Shape;493;p16"/>
              <p:cNvSpPr/>
              <p:nvPr/>
            </p:nvSpPr>
            <p:spPr>
              <a:xfrm>
                <a:off x="4529994" y="3256216"/>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 name="Google Shape;494;p16"/>
              <p:cNvSpPr/>
              <p:nvPr/>
            </p:nvSpPr>
            <p:spPr>
              <a:xfrm>
                <a:off x="4529994" y="3377088"/>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495" name="Google Shape;495;p16"/>
          <p:cNvGrpSpPr/>
          <p:nvPr/>
        </p:nvGrpSpPr>
        <p:grpSpPr>
          <a:xfrm>
            <a:off x="8582238" y="611818"/>
            <a:ext cx="33124" cy="442802"/>
            <a:chOff x="10809827" y="4402455"/>
            <a:chExt cx="24764" cy="330993"/>
          </a:xfrm>
        </p:grpSpPr>
        <p:sp>
          <p:nvSpPr>
            <p:cNvPr id="496" name="Google Shape;496;p16"/>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 name="Google Shape;497;p16"/>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 name="Google Shape;498;p16"/>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99"/>
        <p:cNvGrpSpPr/>
        <p:nvPr/>
      </p:nvGrpSpPr>
      <p:grpSpPr>
        <a:xfrm>
          <a:off x="0" y="0"/>
          <a:ext cx="0" cy="0"/>
          <a:chOff x="0" y="0"/>
          <a:chExt cx="0" cy="0"/>
        </a:xfrm>
      </p:grpSpPr>
      <p:sp>
        <p:nvSpPr>
          <p:cNvPr id="500" name="Google Shape;500;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01" name="Google Shape;501;p17"/>
          <p:cNvSpPr txBox="1">
            <a:spLocks noGrp="1"/>
          </p:cNvSpPr>
          <p:nvPr>
            <p:ph type="subTitle" idx="1"/>
          </p:nvPr>
        </p:nvSpPr>
        <p:spPr>
          <a:xfrm>
            <a:off x="1253225" y="2053700"/>
            <a:ext cx="2811000" cy="103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02" name="Google Shape;502;p17"/>
          <p:cNvSpPr txBox="1">
            <a:spLocks noGrp="1"/>
          </p:cNvSpPr>
          <p:nvPr>
            <p:ph type="subTitle" idx="2"/>
          </p:nvPr>
        </p:nvSpPr>
        <p:spPr>
          <a:xfrm>
            <a:off x="5079776" y="2053700"/>
            <a:ext cx="2811000" cy="103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03" name="Google Shape;503;p17"/>
          <p:cNvSpPr txBox="1">
            <a:spLocks noGrp="1"/>
          </p:cNvSpPr>
          <p:nvPr>
            <p:ph type="subTitle" idx="3"/>
          </p:nvPr>
        </p:nvSpPr>
        <p:spPr>
          <a:xfrm>
            <a:off x="1253225" y="3565300"/>
            <a:ext cx="2811000" cy="103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04" name="Google Shape;504;p17"/>
          <p:cNvSpPr txBox="1">
            <a:spLocks noGrp="1"/>
          </p:cNvSpPr>
          <p:nvPr>
            <p:ph type="subTitle" idx="4"/>
          </p:nvPr>
        </p:nvSpPr>
        <p:spPr>
          <a:xfrm>
            <a:off x="5079776" y="3565300"/>
            <a:ext cx="2811000" cy="103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05" name="Google Shape;505;p17"/>
          <p:cNvSpPr txBox="1">
            <a:spLocks noGrp="1"/>
          </p:cNvSpPr>
          <p:nvPr>
            <p:ph type="subTitle" idx="5"/>
          </p:nvPr>
        </p:nvSpPr>
        <p:spPr>
          <a:xfrm>
            <a:off x="1253225" y="1363500"/>
            <a:ext cx="2811000" cy="697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06" name="Google Shape;506;p17"/>
          <p:cNvSpPr txBox="1">
            <a:spLocks noGrp="1"/>
          </p:cNvSpPr>
          <p:nvPr>
            <p:ph type="subTitle" idx="6"/>
          </p:nvPr>
        </p:nvSpPr>
        <p:spPr>
          <a:xfrm>
            <a:off x="1253225" y="2875125"/>
            <a:ext cx="2811000" cy="697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07" name="Google Shape;507;p17"/>
          <p:cNvSpPr txBox="1">
            <a:spLocks noGrp="1"/>
          </p:cNvSpPr>
          <p:nvPr>
            <p:ph type="subTitle" idx="7"/>
          </p:nvPr>
        </p:nvSpPr>
        <p:spPr>
          <a:xfrm>
            <a:off x="5079750" y="1363500"/>
            <a:ext cx="2811000" cy="697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08" name="Google Shape;508;p17"/>
          <p:cNvSpPr txBox="1">
            <a:spLocks noGrp="1"/>
          </p:cNvSpPr>
          <p:nvPr>
            <p:ph type="subTitle" idx="8"/>
          </p:nvPr>
        </p:nvSpPr>
        <p:spPr>
          <a:xfrm>
            <a:off x="5079750" y="2875125"/>
            <a:ext cx="2811000" cy="697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09" name="Google Shape;509;p17"/>
          <p:cNvSpPr/>
          <p:nvPr/>
        </p:nvSpPr>
        <p:spPr>
          <a:xfrm rot="8819869" flipH="1">
            <a:off x="7035528" y="3933627"/>
            <a:ext cx="3158468" cy="2509642"/>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7"/>
          <p:cNvSpPr/>
          <p:nvPr/>
        </p:nvSpPr>
        <p:spPr>
          <a:xfrm rot="-3657034" flipH="1">
            <a:off x="-1336268" y="-858934"/>
            <a:ext cx="2746020" cy="1921695"/>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1" name="Google Shape;511;p17"/>
          <p:cNvGrpSpPr/>
          <p:nvPr/>
        </p:nvGrpSpPr>
        <p:grpSpPr>
          <a:xfrm>
            <a:off x="65066" y="4373044"/>
            <a:ext cx="878158" cy="654532"/>
            <a:chOff x="1114425" y="4361211"/>
            <a:chExt cx="573023" cy="427101"/>
          </a:xfrm>
        </p:grpSpPr>
        <p:grpSp>
          <p:nvGrpSpPr>
            <p:cNvPr id="512" name="Google Shape;512;p17"/>
            <p:cNvGrpSpPr/>
            <p:nvPr/>
          </p:nvGrpSpPr>
          <p:grpSpPr>
            <a:xfrm>
              <a:off x="1114425" y="4361211"/>
              <a:ext cx="573023" cy="427101"/>
              <a:chOff x="1114425" y="4361211"/>
              <a:chExt cx="573023" cy="427101"/>
            </a:xfrm>
          </p:grpSpPr>
          <p:sp>
            <p:nvSpPr>
              <p:cNvPr id="513" name="Google Shape;513;p17"/>
              <p:cNvSpPr/>
              <p:nvPr/>
            </p:nvSpPr>
            <p:spPr>
              <a:xfrm>
                <a:off x="1241964" y="4361211"/>
                <a:ext cx="445484" cy="299466"/>
              </a:xfrm>
              <a:custGeom>
                <a:avLst/>
                <a:gdLst/>
                <a:ahLst/>
                <a:cxnLst/>
                <a:rect l="l" t="t" r="r" b="b"/>
                <a:pathLst>
                  <a:path w="445484" h="299466" extrusionOk="0">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4" name="Google Shape;514;p17"/>
              <p:cNvSpPr/>
              <p:nvPr/>
            </p:nvSpPr>
            <p:spPr>
              <a:xfrm>
                <a:off x="1178242" y="4425029"/>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5" name="Google Shape;515;p17"/>
              <p:cNvSpPr/>
              <p:nvPr/>
            </p:nvSpPr>
            <p:spPr>
              <a:xfrm>
                <a:off x="1114425" y="4488846"/>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16" name="Google Shape;516;p17"/>
            <p:cNvSpPr/>
            <p:nvPr/>
          </p:nvSpPr>
          <p:spPr>
            <a:xfrm>
              <a:off x="1303210" y="4628965"/>
              <a:ext cx="68735" cy="82063"/>
            </a:xfrm>
            <a:custGeom>
              <a:avLst/>
              <a:gdLst/>
              <a:ahLst/>
              <a:cxnLst/>
              <a:rect l="l" t="t" r="r" b="b"/>
              <a:pathLst>
                <a:path w="68735" h="82063" extrusionOk="0">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17" name="Google Shape;517;p17"/>
          <p:cNvGrpSpPr/>
          <p:nvPr/>
        </p:nvGrpSpPr>
        <p:grpSpPr>
          <a:xfrm>
            <a:off x="8114970" y="266839"/>
            <a:ext cx="829992" cy="750888"/>
            <a:chOff x="8114596" y="445039"/>
            <a:chExt cx="633002" cy="572716"/>
          </a:xfrm>
        </p:grpSpPr>
        <p:grpSp>
          <p:nvGrpSpPr>
            <p:cNvPr id="518" name="Google Shape;518;p17"/>
            <p:cNvGrpSpPr/>
            <p:nvPr/>
          </p:nvGrpSpPr>
          <p:grpSpPr>
            <a:xfrm>
              <a:off x="8114596" y="445039"/>
              <a:ext cx="633002" cy="572716"/>
              <a:chOff x="7189660" y="520827"/>
              <a:chExt cx="598074" cy="541115"/>
            </a:xfrm>
          </p:grpSpPr>
          <p:sp>
            <p:nvSpPr>
              <p:cNvPr id="519" name="Google Shape;519;p17"/>
              <p:cNvSpPr/>
              <p:nvPr/>
            </p:nvSpPr>
            <p:spPr>
              <a:xfrm>
                <a:off x="7189660" y="520827"/>
                <a:ext cx="598074" cy="541115"/>
              </a:xfrm>
              <a:custGeom>
                <a:avLst/>
                <a:gdLst/>
                <a:ahLst/>
                <a:cxnLst/>
                <a:rect l="l" t="t" r="r" b="b"/>
                <a:pathLst>
                  <a:path w="598074" h="541115" extrusionOk="0">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20" name="Google Shape;520;p17"/>
              <p:cNvGrpSpPr/>
              <p:nvPr/>
            </p:nvGrpSpPr>
            <p:grpSpPr>
              <a:xfrm>
                <a:off x="7579137" y="551973"/>
                <a:ext cx="164782" cy="41529"/>
                <a:chOff x="7579137" y="551973"/>
                <a:chExt cx="164782" cy="41529"/>
              </a:xfrm>
            </p:grpSpPr>
            <p:sp>
              <p:nvSpPr>
                <p:cNvPr id="521" name="Google Shape;521;p17"/>
                <p:cNvSpPr/>
                <p:nvPr/>
              </p:nvSpPr>
              <p:spPr>
                <a:xfrm>
                  <a:off x="7702391"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 name="Google Shape;522;p17"/>
                <p:cNvSpPr/>
                <p:nvPr/>
              </p:nvSpPr>
              <p:spPr>
                <a:xfrm>
                  <a:off x="7640764"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3" name="Google Shape;523;p17"/>
                <p:cNvSpPr/>
                <p:nvPr/>
              </p:nvSpPr>
              <p:spPr>
                <a:xfrm>
                  <a:off x="7579137"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524" name="Google Shape;524;p17"/>
            <p:cNvGrpSpPr/>
            <p:nvPr/>
          </p:nvGrpSpPr>
          <p:grpSpPr>
            <a:xfrm>
              <a:off x="8184962" y="619646"/>
              <a:ext cx="498115" cy="257273"/>
              <a:chOff x="7256144" y="685800"/>
              <a:chExt cx="470630" cy="243077"/>
            </a:xfrm>
          </p:grpSpPr>
          <p:sp>
            <p:nvSpPr>
              <p:cNvPr id="525" name="Google Shape;525;p17"/>
              <p:cNvSpPr/>
              <p:nvPr/>
            </p:nvSpPr>
            <p:spPr>
              <a:xfrm>
                <a:off x="7256144" y="694753"/>
                <a:ext cx="218503" cy="218217"/>
              </a:xfrm>
              <a:custGeom>
                <a:avLst/>
                <a:gdLst/>
                <a:ahLst/>
                <a:cxnLst/>
                <a:rect l="l" t="t" r="r" b="b"/>
                <a:pathLst>
                  <a:path w="218503" h="218217" extrusionOk="0">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26" name="Google Shape;526;p17"/>
              <p:cNvGrpSpPr/>
              <p:nvPr/>
            </p:nvGrpSpPr>
            <p:grpSpPr>
              <a:xfrm>
                <a:off x="7512843" y="685800"/>
                <a:ext cx="213931" cy="243077"/>
                <a:chOff x="7512843" y="685800"/>
                <a:chExt cx="213931" cy="243077"/>
              </a:xfrm>
            </p:grpSpPr>
            <p:grpSp>
              <p:nvGrpSpPr>
                <p:cNvPr id="527" name="Google Shape;527;p17"/>
                <p:cNvGrpSpPr/>
                <p:nvPr/>
              </p:nvGrpSpPr>
              <p:grpSpPr>
                <a:xfrm>
                  <a:off x="7512843" y="836580"/>
                  <a:ext cx="213931" cy="92297"/>
                  <a:chOff x="7512843" y="836580"/>
                  <a:chExt cx="213931" cy="92297"/>
                </a:xfrm>
              </p:grpSpPr>
              <p:sp>
                <p:nvSpPr>
                  <p:cNvPr id="528" name="Google Shape;528;p17"/>
                  <p:cNvSpPr/>
                  <p:nvPr/>
                </p:nvSpPr>
                <p:spPr>
                  <a:xfrm>
                    <a:off x="7512843" y="856011"/>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 name="Google Shape;529;p17"/>
                  <p:cNvSpPr/>
                  <p:nvPr/>
                </p:nvSpPr>
                <p:spPr>
                  <a:xfrm>
                    <a:off x="7512843" y="83658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0" name="Google Shape;530;p17"/>
                <p:cNvGrpSpPr/>
                <p:nvPr/>
              </p:nvGrpSpPr>
              <p:grpSpPr>
                <a:xfrm>
                  <a:off x="7512843" y="761238"/>
                  <a:ext cx="213931" cy="92296"/>
                  <a:chOff x="7512843" y="761238"/>
                  <a:chExt cx="213931" cy="92296"/>
                </a:xfrm>
              </p:grpSpPr>
              <p:sp>
                <p:nvSpPr>
                  <p:cNvPr id="531" name="Google Shape;531;p17"/>
                  <p:cNvSpPr/>
                  <p:nvPr/>
                </p:nvSpPr>
                <p:spPr>
                  <a:xfrm>
                    <a:off x="7512843" y="780668"/>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 name="Google Shape;532;p17"/>
                  <p:cNvSpPr/>
                  <p:nvPr/>
                </p:nvSpPr>
                <p:spPr>
                  <a:xfrm>
                    <a:off x="7512843" y="761238"/>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3" name="Google Shape;533;p17"/>
                <p:cNvGrpSpPr/>
                <p:nvPr/>
              </p:nvGrpSpPr>
              <p:grpSpPr>
                <a:xfrm>
                  <a:off x="7512843" y="685800"/>
                  <a:ext cx="213931" cy="92297"/>
                  <a:chOff x="7512843" y="685800"/>
                  <a:chExt cx="213931" cy="92297"/>
                </a:xfrm>
              </p:grpSpPr>
              <p:sp>
                <p:nvSpPr>
                  <p:cNvPr id="534" name="Google Shape;534;p17"/>
                  <p:cNvSpPr/>
                  <p:nvPr/>
                </p:nvSpPr>
                <p:spPr>
                  <a:xfrm>
                    <a:off x="7512843" y="705231"/>
                    <a:ext cx="213931" cy="72866"/>
                  </a:xfrm>
                  <a:custGeom>
                    <a:avLst/>
                    <a:gdLst/>
                    <a:ahLst/>
                    <a:cxnLst/>
                    <a:rect l="l" t="t" r="r" b="b"/>
                    <a:pathLst>
                      <a:path w="213931" h="72866" extrusionOk="0">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 name="Google Shape;535;p17"/>
                  <p:cNvSpPr/>
                  <p:nvPr/>
                </p:nvSpPr>
                <p:spPr>
                  <a:xfrm>
                    <a:off x="7512843" y="68580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536"/>
        <p:cNvGrpSpPr/>
        <p:nvPr/>
      </p:nvGrpSpPr>
      <p:grpSpPr>
        <a:xfrm>
          <a:off x="0" y="0"/>
          <a:ext cx="0" cy="0"/>
          <a:chOff x="0" y="0"/>
          <a:chExt cx="0" cy="0"/>
        </a:xfrm>
      </p:grpSpPr>
      <p:sp>
        <p:nvSpPr>
          <p:cNvPr id="537" name="Google Shape;537;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38" name="Google Shape;538;p18"/>
          <p:cNvSpPr txBox="1">
            <a:spLocks noGrp="1"/>
          </p:cNvSpPr>
          <p:nvPr>
            <p:ph type="subTitle" idx="1"/>
          </p:nvPr>
        </p:nvSpPr>
        <p:spPr>
          <a:xfrm>
            <a:off x="723900" y="1710151"/>
            <a:ext cx="19860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9" name="Google Shape;539;p18"/>
          <p:cNvSpPr txBox="1">
            <a:spLocks noGrp="1"/>
          </p:cNvSpPr>
          <p:nvPr>
            <p:ph type="subTitle" idx="2"/>
          </p:nvPr>
        </p:nvSpPr>
        <p:spPr>
          <a:xfrm>
            <a:off x="3577144" y="1710161"/>
            <a:ext cx="19860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0" name="Google Shape;540;p18"/>
          <p:cNvSpPr txBox="1">
            <a:spLocks noGrp="1"/>
          </p:cNvSpPr>
          <p:nvPr>
            <p:ph type="subTitle" idx="3"/>
          </p:nvPr>
        </p:nvSpPr>
        <p:spPr>
          <a:xfrm>
            <a:off x="723900" y="3498800"/>
            <a:ext cx="19860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1" name="Google Shape;541;p18"/>
          <p:cNvSpPr txBox="1">
            <a:spLocks noGrp="1"/>
          </p:cNvSpPr>
          <p:nvPr>
            <p:ph type="subTitle" idx="4"/>
          </p:nvPr>
        </p:nvSpPr>
        <p:spPr>
          <a:xfrm>
            <a:off x="3577144" y="3498800"/>
            <a:ext cx="19860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2" name="Google Shape;542;p18"/>
          <p:cNvSpPr txBox="1">
            <a:spLocks noGrp="1"/>
          </p:cNvSpPr>
          <p:nvPr>
            <p:ph type="subTitle" idx="5"/>
          </p:nvPr>
        </p:nvSpPr>
        <p:spPr>
          <a:xfrm>
            <a:off x="6430388" y="1710161"/>
            <a:ext cx="19860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3" name="Google Shape;543;p18"/>
          <p:cNvSpPr txBox="1">
            <a:spLocks noGrp="1"/>
          </p:cNvSpPr>
          <p:nvPr>
            <p:ph type="subTitle" idx="6"/>
          </p:nvPr>
        </p:nvSpPr>
        <p:spPr>
          <a:xfrm>
            <a:off x="6430388" y="3498800"/>
            <a:ext cx="1986000" cy="11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4" name="Google Shape;544;p18"/>
          <p:cNvSpPr txBox="1">
            <a:spLocks noGrp="1"/>
          </p:cNvSpPr>
          <p:nvPr>
            <p:ph type="subTitle" idx="7"/>
          </p:nvPr>
        </p:nvSpPr>
        <p:spPr>
          <a:xfrm>
            <a:off x="731700" y="1060275"/>
            <a:ext cx="1978200" cy="653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45" name="Google Shape;545;p18"/>
          <p:cNvSpPr txBox="1">
            <a:spLocks noGrp="1"/>
          </p:cNvSpPr>
          <p:nvPr>
            <p:ph type="subTitle" idx="8"/>
          </p:nvPr>
        </p:nvSpPr>
        <p:spPr>
          <a:xfrm>
            <a:off x="3582994" y="1060284"/>
            <a:ext cx="1978200" cy="653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46" name="Google Shape;546;p18"/>
          <p:cNvSpPr txBox="1">
            <a:spLocks noGrp="1"/>
          </p:cNvSpPr>
          <p:nvPr>
            <p:ph type="subTitle" idx="9"/>
          </p:nvPr>
        </p:nvSpPr>
        <p:spPr>
          <a:xfrm>
            <a:off x="6434288" y="1060284"/>
            <a:ext cx="1978200" cy="653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47" name="Google Shape;547;p18"/>
          <p:cNvSpPr txBox="1">
            <a:spLocks noGrp="1"/>
          </p:cNvSpPr>
          <p:nvPr>
            <p:ph type="subTitle" idx="13"/>
          </p:nvPr>
        </p:nvSpPr>
        <p:spPr>
          <a:xfrm>
            <a:off x="723900" y="2845800"/>
            <a:ext cx="1986000" cy="653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48" name="Google Shape;548;p18"/>
          <p:cNvSpPr txBox="1">
            <a:spLocks noGrp="1"/>
          </p:cNvSpPr>
          <p:nvPr>
            <p:ph type="subTitle" idx="14"/>
          </p:nvPr>
        </p:nvSpPr>
        <p:spPr>
          <a:xfrm>
            <a:off x="3582995" y="2845800"/>
            <a:ext cx="1978200" cy="653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49" name="Google Shape;549;p18"/>
          <p:cNvSpPr txBox="1">
            <a:spLocks noGrp="1"/>
          </p:cNvSpPr>
          <p:nvPr>
            <p:ph type="subTitle" idx="15"/>
          </p:nvPr>
        </p:nvSpPr>
        <p:spPr>
          <a:xfrm>
            <a:off x="6434290" y="2845800"/>
            <a:ext cx="1978200" cy="653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b="1">
                <a:solidFill>
                  <a:schemeClr val="dk1"/>
                </a:solidFill>
                <a:latin typeface="Epilogue"/>
                <a:ea typeface="Epilogue"/>
                <a:cs typeface="Epilogue"/>
                <a:sym typeface="Epilog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50" name="Google Shape;550;p18"/>
          <p:cNvSpPr/>
          <p:nvPr/>
        </p:nvSpPr>
        <p:spPr>
          <a:xfrm rot="-3263452" flipH="1">
            <a:off x="7372110" y="4038327"/>
            <a:ext cx="2997856" cy="257629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8"/>
          <p:cNvSpPr/>
          <p:nvPr/>
        </p:nvSpPr>
        <p:spPr>
          <a:xfrm rot="531647" flipH="1">
            <a:off x="-1621232" y="4095570"/>
            <a:ext cx="2581069" cy="208704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8"/>
          <p:cNvSpPr/>
          <p:nvPr/>
        </p:nvSpPr>
        <p:spPr>
          <a:xfrm rot="460658" flipH="1">
            <a:off x="7344116" y="-1448948"/>
            <a:ext cx="3053845" cy="2469331"/>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 name="Google Shape;553;p18"/>
          <p:cNvGrpSpPr/>
          <p:nvPr/>
        </p:nvGrpSpPr>
        <p:grpSpPr>
          <a:xfrm>
            <a:off x="7931872" y="177093"/>
            <a:ext cx="997823" cy="737095"/>
            <a:chOff x="7931872" y="177093"/>
            <a:chExt cx="997823" cy="737095"/>
          </a:xfrm>
        </p:grpSpPr>
        <p:grpSp>
          <p:nvGrpSpPr>
            <p:cNvPr id="554" name="Google Shape;554;p18"/>
            <p:cNvGrpSpPr/>
            <p:nvPr/>
          </p:nvGrpSpPr>
          <p:grpSpPr>
            <a:xfrm>
              <a:off x="7931872" y="177093"/>
              <a:ext cx="919725" cy="318025"/>
              <a:chOff x="7230903" y="4635722"/>
              <a:chExt cx="652843" cy="225742"/>
            </a:xfrm>
          </p:grpSpPr>
          <p:sp>
            <p:nvSpPr>
              <p:cNvPr id="555" name="Google Shape;555;p18"/>
              <p:cNvSpPr/>
              <p:nvPr/>
            </p:nvSpPr>
            <p:spPr>
              <a:xfrm>
                <a:off x="7230903" y="4635722"/>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6" name="Google Shape;556;p18"/>
              <p:cNvSpPr/>
              <p:nvPr/>
            </p:nvSpPr>
            <p:spPr>
              <a:xfrm>
                <a:off x="7287577" y="4672107"/>
                <a:ext cx="151161" cy="151161"/>
              </a:xfrm>
              <a:custGeom>
                <a:avLst/>
                <a:gdLst/>
                <a:ahLst/>
                <a:cxnLst/>
                <a:rect l="l" t="t" r="r" b="b"/>
                <a:pathLst>
                  <a:path w="151161" h="151161" extrusionOk="0">
                    <a:moveTo>
                      <a:pt x="0" y="0"/>
                    </a:moveTo>
                    <a:lnTo>
                      <a:pt x="151161" y="0"/>
                    </a:lnTo>
                    <a:lnTo>
                      <a:pt x="151161" y="151162"/>
                    </a:lnTo>
                    <a:lnTo>
                      <a:pt x="0" y="15116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57" name="Google Shape;557;p18"/>
              <p:cNvGrpSpPr/>
              <p:nvPr/>
            </p:nvGrpSpPr>
            <p:grpSpPr>
              <a:xfrm>
                <a:off x="7487126" y="4676394"/>
                <a:ext cx="332041" cy="142684"/>
                <a:chOff x="7487126" y="4676394"/>
                <a:chExt cx="332041" cy="142684"/>
              </a:xfrm>
            </p:grpSpPr>
            <p:sp>
              <p:nvSpPr>
                <p:cNvPr id="558" name="Google Shape;558;p18"/>
                <p:cNvSpPr/>
                <p:nvPr/>
              </p:nvSpPr>
              <p:spPr>
                <a:xfrm>
                  <a:off x="7487126" y="4676394"/>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9" name="Google Shape;559;p18"/>
                <p:cNvSpPr/>
                <p:nvPr/>
              </p:nvSpPr>
              <p:spPr>
                <a:xfrm>
                  <a:off x="7487126" y="4717161"/>
                  <a:ext cx="290322" cy="20383"/>
                </a:xfrm>
                <a:custGeom>
                  <a:avLst/>
                  <a:gdLst/>
                  <a:ahLst/>
                  <a:cxnLst/>
                  <a:rect l="l" t="t" r="r" b="b"/>
                  <a:pathLst>
                    <a:path w="290322" h="20383" extrusionOk="0">
                      <a:moveTo>
                        <a:pt x="0" y="0"/>
                      </a:moveTo>
                      <a:lnTo>
                        <a:pt x="290322" y="0"/>
                      </a:lnTo>
                      <a:lnTo>
                        <a:pt x="290322"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0" name="Google Shape;560;p18"/>
                <p:cNvSpPr/>
                <p:nvPr/>
              </p:nvSpPr>
              <p:spPr>
                <a:xfrm>
                  <a:off x="7487126" y="4757928"/>
                  <a:ext cx="303942" cy="20383"/>
                </a:xfrm>
                <a:custGeom>
                  <a:avLst/>
                  <a:gdLst/>
                  <a:ahLst/>
                  <a:cxnLst/>
                  <a:rect l="l" t="t" r="r" b="b"/>
                  <a:pathLst>
                    <a:path w="303942" h="20383" extrusionOk="0">
                      <a:moveTo>
                        <a:pt x="0" y="0"/>
                      </a:moveTo>
                      <a:lnTo>
                        <a:pt x="303942" y="0"/>
                      </a:lnTo>
                      <a:lnTo>
                        <a:pt x="303942"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1" name="Google Shape;561;p18"/>
                <p:cNvSpPr/>
                <p:nvPr/>
              </p:nvSpPr>
              <p:spPr>
                <a:xfrm>
                  <a:off x="7487126" y="4798695"/>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562" name="Google Shape;562;p18"/>
            <p:cNvGrpSpPr/>
            <p:nvPr/>
          </p:nvGrpSpPr>
          <p:grpSpPr>
            <a:xfrm>
              <a:off x="7931872" y="596163"/>
              <a:ext cx="919725" cy="318025"/>
              <a:chOff x="7230903" y="4933188"/>
              <a:chExt cx="652843" cy="225742"/>
            </a:xfrm>
          </p:grpSpPr>
          <p:grpSp>
            <p:nvGrpSpPr>
              <p:cNvPr id="563" name="Google Shape;563;p18"/>
              <p:cNvGrpSpPr/>
              <p:nvPr/>
            </p:nvGrpSpPr>
            <p:grpSpPr>
              <a:xfrm>
                <a:off x="7230903" y="4933188"/>
                <a:ext cx="652843" cy="225742"/>
                <a:chOff x="7230903" y="4933188"/>
                <a:chExt cx="652843" cy="225742"/>
              </a:xfrm>
            </p:grpSpPr>
            <p:sp>
              <p:nvSpPr>
                <p:cNvPr id="564" name="Google Shape;564;p18"/>
                <p:cNvSpPr/>
                <p:nvPr/>
              </p:nvSpPr>
              <p:spPr>
                <a:xfrm>
                  <a:off x="7230903" y="4933188"/>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5" name="Google Shape;565;p18"/>
                <p:cNvSpPr/>
                <p:nvPr/>
              </p:nvSpPr>
              <p:spPr>
                <a:xfrm>
                  <a:off x="7287577" y="4969668"/>
                  <a:ext cx="151161" cy="151161"/>
                </a:xfrm>
                <a:custGeom>
                  <a:avLst/>
                  <a:gdLst/>
                  <a:ahLst/>
                  <a:cxnLst/>
                  <a:rect l="l" t="t" r="r" b="b"/>
                  <a:pathLst>
                    <a:path w="151161" h="151161" extrusionOk="0">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66" name="Google Shape;566;p18"/>
                <p:cNvGrpSpPr/>
                <p:nvPr/>
              </p:nvGrpSpPr>
              <p:grpSpPr>
                <a:xfrm>
                  <a:off x="7487126" y="4973859"/>
                  <a:ext cx="332041" cy="142684"/>
                  <a:chOff x="7487126" y="4973859"/>
                  <a:chExt cx="332041" cy="142684"/>
                </a:xfrm>
              </p:grpSpPr>
              <p:sp>
                <p:nvSpPr>
                  <p:cNvPr id="567" name="Google Shape;567;p18"/>
                  <p:cNvSpPr/>
                  <p:nvPr/>
                </p:nvSpPr>
                <p:spPr>
                  <a:xfrm>
                    <a:off x="7506747" y="4973859"/>
                    <a:ext cx="280034" cy="20383"/>
                  </a:xfrm>
                  <a:custGeom>
                    <a:avLst/>
                    <a:gdLst/>
                    <a:ahLst/>
                    <a:cxnLst/>
                    <a:rect l="l" t="t" r="r" b="b"/>
                    <a:pathLst>
                      <a:path w="280034" h="20383" extrusionOk="0">
                        <a:moveTo>
                          <a:pt x="0" y="0"/>
                        </a:moveTo>
                        <a:lnTo>
                          <a:pt x="280035" y="0"/>
                        </a:lnTo>
                        <a:lnTo>
                          <a:pt x="28003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8" name="Google Shape;568;p18"/>
                  <p:cNvSpPr/>
                  <p:nvPr/>
                </p:nvSpPr>
                <p:spPr>
                  <a:xfrm>
                    <a:off x="7487126" y="5014626"/>
                    <a:ext cx="205073" cy="20383"/>
                  </a:xfrm>
                  <a:custGeom>
                    <a:avLst/>
                    <a:gdLst/>
                    <a:ahLst/>
                    <a:cxnLst/>
                    <a:rect l="l" t="t" r="r" b="b"/>
                    <a:pathLst>
                      <a:path w="205073" h="20383" extrusionOk="0">
                        <a:moveTo>
                          <a:pt x="0" y="0"/>
                        </a:moveTo>
                        <a:lnTo>
                          <a:pt x="205073" y="0"/>
                        </a:lnTo>
                        <a:lnTo>
                          <a:pt x="205073"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9" name="Google Shape;569;p18"/>
                  <p:cNvSpPr/>
                  <p:nvPr/>
                </p:nvSpPr>
                <p:spPr>
                  <a:xfrm>
                    <a:off x="7487126" y="5055393"/>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0" name="Google Shape;570;p18"/>
                  <p:cNvSpPr/>
                  <p:nvPr/>
                </p:nvSpPr>
                <p:spPr>
                  <a:xfrm>
                    <a:off x="7487126" y="5096160"/>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71" name="Google Shape;571;p18"/>
              <p:cNvSpPr/>
              <p:nvPr/>
            </p:nvSpPr>
            <p:spPr>
              <a:xfrm>
                <a:off x="7338250" y="5011639"/>
                <a:ext cx="50734" cy="60632"/>
              </a:xfrm>
              <a:custGeom>
                <a:avLst/>
                <a:gdLst/>
                <a:ahLst/>
                <a:cxnLst/>
                <a:rect l="l" t="t" r="r" b="b"/>
                <a:pathLst>
                  <a:path w="50734" h="60632" extrusionOk="0">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72" name="Google Shape;572;p18"/>
            <p:cNvGrpSpPr/>
            <p:nvPr/>
          </p:nvGrpSpPr>
          <p:grpSpPr>
            <a:xfrm>
              <a:off x="8756326" y="539537"/>
              <a:ext cx="173370" cy="112691"/>
              <a:chOff x="7816120" y="4892994"/>
              <a:chExt cx="123062" cy="79991"/>
            </a:xfrm>
          </p:grpSpPr>
          <p:grpSp>
            <p:nvGrpSpPr>
              <p:cNvPr id="573" name="Google Shape;573;p18"/>
              <p:cNvGrpSpPr/>
              <p:nvPr/>
            </p:nvGrpSpPr>
            <p:grpSpPr>
              <a:xfrm>
                <a:off x="7816120" y="4902803"/>
                <a:ext cx="123062" cy="63817"/>
                <a:chOff x="7816120" y="4902803"/>
                <a:chExt cx="123062" cy="63817"/>
              </a:xfrm>
            </p:grpSpPr>
            <p:sp>
              <p:nvSpPr>
                <p:cNvPr id="574" name="Google Shape;574;p18"/>
                <p:cNvSpPr/>
                <p:nvPr/>
              </p:nvSpPr>
              <p:spPr>
                <a:xfrm>
                  <a:off x="7816120" y="4902803"/>
                  <a:ext cx="123062" cy="63817"/>
                </a:xfrm>
                <a:custGeom>
                  <a:avLst/>
                  <a:gdLst/>
                  <a:ahLst/>
                  <a:cxnLst/>
                  <a:rect l="l" t="t" r="r" b="b"/>
                  <a:pathLst>
                    <a:path w="123062" h="63817" extrusionOk="0">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5" name="Google Shape;575;p18"/>
                <p:cNvSpPr/>
                <p:nvPr/>
              </p:nvSpPr>
              <p:spPr>
                <a:xfrm>
                  <a:off x="7858029" y="4915090"/>
                  <a:ext cx="39242" cy="39243"/>
                </a:xfrm>
                <a:custGeom>
                  <a:avLst/>
                  <a:gdLst/>
                  <a:ahLst/>
                  <a:cxnLst/>
                  <a:rect l="l" t="t" r="r" b="b"/>
                  <a:pathLst>
                    <a:path w="39242" h="39243" extrusionOk="0">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76" name="Google Shape;576;p18"/>
              <p:cNvSpPr/>
              <p:nvPr/>
            </p:nvSpPr>
            <p:spPr>
              <a:xfrm rot="-2700000">
                <a:off x="7825456" y="4928129"/>
                <a:ext cx="103403" cy="9720"/>
              </a:xfrm>
              <a:custGeom>
                <a:avLst/>
                <a:gdLst/>
                <a:ahLst/>
                <a:cxnLst/>
                <a:rect l="l" t="t" r="r" b="b"/>
                <a:pathLst>
                  <a:path w="103346" h="9715" extrusionOk="0">
                    <a:moveTo>
                      <a:pt x="0" y="0"/>
                    </a:moveTo>
                    <a:lnTo>
                      <a:pt x="103346" y="0"/>
                    </a:lnTo>
                    <a:lnTo>
                      <a:pt x="103346" y="9716"/>
                    </a:lnTo>
                    <a:lnTo>
                      <a:pt x="0" y="97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577"/>
        <p:cNvGrpSpPr/>
        <p:nvPr/>
      </p:nvGrpSpPr>
      <p:grpSpPr>
        <a:xfrm>
          <a:off x="0" y="0"/>
          <a:ext cx="0" cy="0"/>
          <a:chOff x="0" y="0"/>
          <a:chExt cx="0" cy="0"/>
        </a:xfrm>
      </p:grpSpPr>
      <p:sp>
        <p:nvSpPr>
          <p:cNvPr id="578" name="Google Shape;578;p19"/>
          <p:cNvSpPr txBox="1">
            <a:spLocks noGrp="1"/>
          </p:cNvSpPr>
          <p:nvPr>
            <p:ph type="title" hasCustomPrompt="1"/>
          </p:nvPr>
        </p:nvSpPr>
        <p:spPr>
          <a:xfrm>
            <a:off x="798388" y="2997571"/>
            <a:ext cx="34926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579" name="Google Shape;579;p19"/>
          <p:cNvSpPr txBox="1">
            <a:spLocks noGrp="1"/>
          </p:cNvSpPr>
          <p:nvPr>
            <p:ph type="subTitle" idx="1"/>
          </p:nvPr>
        </p:nvSpPr>
        <p:spPr>
          <a:xfrm>
            <a:off x="798388" y="3772215"/>
            <a:ext cx="34926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580" name="Google Shape;580;p19"/>
          <p:cNvSpPr txBox="1">
            <a:spLocks noGrp="1"/>
          </p:cNvSpPr>
          <p:nvPr>
            <p:ph type="title" idx="2" hasCustomPrompt="1"/>
          </p:nvPr>
        </p:nvSpPr>
        <p:spPr>
          <a:xfrm>
            <a:off x="2825700" y="1029535"/>
            <a:ext cx="34926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581" name="Google Shape;581;p19"/>
          <p:cNvSpPr txBox="1">
            <a:spLocks noGrp="1"/>
          </p:cNvSpPr>
          <p:nvPr>
            <p:ph type="subTitle" idx="3"/>
          </p:nvPr>
        </p:nvSpPr>
        <p:spPr>
          <a:xfrm>
            <a:off x="2825700" y="1804473"/>
            <a:ext cx="34926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582" name="Google Shape;582;p19"/>
          <p:cNvSpPr txBox="1">
            <a:spLocks noGrp="1"/>
          </p:cNvSpPr>
          <p:nvPr>
            <p:ph type="title" idx="4" hasCustomPrompt="1"/>
          </p:nvPr>
        </p:nvSpPr>
        <p:spPr>
          <a:xfrm>
            <a:off x="4853013" y="2997571"/>
            <a:ext cx="34926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583" name="Google Shape;583;p19"/>
          <p:cNvSpPr txBox="1">
            <a:spLocks noGrp="1"/>
          </p:cNvSpPr>
          <p:nvPr>
            <p:ph type="subTitle" idx="5"/>
          </p:nvPr>
        </p:nvSpPr>
        <p:spPr>
          <a:xfrm>
            <a:off x="4853013" y="3772215"/>
            <a:ext cx="34926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584" name="Google Shape;584;p19"/>
          <p:cNvSpPr/>
          <p:nvPr/>
        </p:nvSpPr>
        <p:spPr>
          <a:xfrm rot="-5710536">
            <a:off x="-1869285" y="3438573"/>
            <a:ext cx="3168438" cy="230790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9"/>
          <p:cNvSpPr/>
          <p:nvPr/>
        </p:nvSpPr>
        <p:spPr>
          <a:xfrm rot="-294905">
            <a:off x="7350387" y="3903245"/>
            <a:ext cx="3168449" cy="2561999"/>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586"/>
        <p:cNvGrpSpPr/>
        <p:nvPr/>
      </p:nvGrpSpPr>
      <p:grpSpPr>
        <a:xfrm>
          <a:off x="0" y="0"/>
          <a:ext cx="0" cy="0"/>
          <a:chOff x="0" y="0"/>
          <a:chExt cx="0" cy="0"/>
        </a:xfrm>
      </p:grpSpPr>
      <p:sp>
        <p:nvSpPr>
          <p:cNvPr id="587" name="Google Shape;587;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88" name="Google Shape;588;p20"/>
          <p:cNvSpPr/>
          <p:nvPr/>
        </p:nvSpPr>
        <p:spPr>
          <a:xfrm rot="337739" flipH="1">
            <a:off x="8212271" y="3187242"/>
            <a:ext cx="3158465" cy="3518480"/>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 name="Google Shape;589;p20"/>
          <p:cNvGrpSpPr/>
          <p:nvPr/>
        </p:nvGrpSpPr>
        <p:grpSpPr>
          <a:xfrm>
            <a:off x="90200" y="4214393"/>
            <a:ext cx="516117" cy="779220"/>
            <a:chOff x="10572463" y="3528536"/>
            <a:chExt cx="580168" cy="875823"/>
          </a:xfrm>
        </p:grpSpPr>
        <p:grpSp>
          <p:nvGrpSpPr>
            <p:cNvPr id="590" name="Google Shape;590;p20"/>
            <p:cNvGrpSpPr/>
            <p:nvPr/>
          </p:nvGrpSpPr>
          <p:grpSpPr>
            <a:xfrm>
              <a:off x="10713815" y="3528536"/>
              <a:ext cx="438816" cy="746664"/>
              <a:chOff x="10713815" y="3528536"/>
              <a:chExt cx="438816" cy="746664"/>
            </a:xfrm>
          </p:grpSpPr>
          <p:sp>
            <p:nvSpPr>
              <p:cNvPr id="591" name="Google Shape;591;p20"/>
              <p:cNvSpPr/>
              <p:nvPr/>
            </p:nvSpPr>
            <p:spPr>
              <a:xfrm>
                <a:off x="10713815" y="3528536"/>
                <a:ext cx="438816" cy="746664"/>
              </a:xfrm>
              <a:custGeom>
                <a:avLst/>
                <a:gdLst/>
                <a:ahLst/>
                <a:cxnLst/>
                <a:rect l="l" t="t" r="r" b="b"/>
                <a:pathLst>
                  <a:path w="438816" h="746664" extrusionOk="0">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92" name="Google Shape;592;p20"/>
              <p:cNvGrpSpPr/>
              <p:nvPr/>
            </p:nvGrpSpPr>
            <p:grpSpPr>
              <a:xfrm>
                <a:off x="10776489" y="3625310"/>
                <a:ext cx="313848" cy="288226"/>
                <a:chOff x="10776489" y="3625310"/>
                <a:chExt cx="313848" cy="288226"/>
              </a:xfrm>
            </p:grpSpPr>
            <p:sp>
              <p:nvSpPr>
                <p:cNvPr id="593" name="Google Shape;593;p20"/>
                <p:cNvSpPr/>
                <p:nvPr/>
              </p:nvSpPr>
              <p:spPr>
                <a:xfrm>
                  <a:off x="10776489" y="362531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4" name="Google Shape;594;p20"/>
                <p:cNvSpPr/>
                <p:nvPr/>
              </p:nvSpPr>
              <p:spPr>
                <a:xfrm>
                  <a:off x="10776489" y="367865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5" name="Google Shape;595;p20"/>
                <p:cNvSpPr/>
                <p:nvPr/>
              </p:nvSpPr>
              <p:spPr>
                <a:xfrm>
                  <a:off x="10776489" y="373199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6" name="Google Shape;596;p20"/>
                <p:cNvSpPr/>
                <p:nvPr/>
              </p:nvSpPr>
              <p:spPr>
                <a:xfrm>
                  <a:off x="10776489" y="378542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7" name="Google Shape;597;p20"/>
                <p:cNvSpPr/>
                <p:nvPr/>
              </p:nvSpPr>
              <p:spPr>
                <a:xfrm>
                  <a:off x="10776489" y="383876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98" name="Google Shape;598;p20"/>
                <p:cNvSpPr/>
                <p:nvPr/>
              </p:nvSpPr>
              <p:spPr>
                <a:xfrm>
                  <a:off x="10776489" y="3892105"/>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99" name="Google Shape;599;p20"/>
              <p:cNvGrpSpPr/>
              <p:nvPr/>
            </p:nvGrpSpPr>
            <p:grpSpPr>
              <a:xfrm>
                <a:off x="10776489" y="3999547"/>
                <a:ext cx="313848" cy="181546"/>
                <a:chOff x="10776489" y="3999547"/>
                <a:chExt cx="313848" cy="181546"/>
              </a:xfrm>
            </p:grpSpPr>
            <p:sp>
              <p:nvSpPr>
                <p:cNvPr id="600" name="Google Shape;600;p20"/>
                <p:cNvSpPr/>
                <p:nvPr/>
              </p:nvSpPr>
              <p:spPr>
                <a:xfrm>
                  <a:off x="10776489" y="399954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1" name="Google Shape;601;p20"/>
                <p:cNvSpPr/>
                <p:nvPr/>
              </p:nvSpPr>
              <p:spPr>
                <a:xfrm>
                  <a:off x="10776489" y="405288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2" name="Google Shape;602;p20"/>
                <p:cNvSpPr/>
                <p:nvPr/>
              </p:nvSpPr>
              <p:spPr>
                <a:xfrm>
                  <a:off x="10776489" y="4106322"/>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3" name="Google Shape;603;p20"/>
                <p:cNvSpPr/>
                <p:nvPr/>
              </p:nvSpPr>
              <p:spPr>
                <a:xfrm>
                  <a:off x="10776489" y="4159662"/>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04" name="Google Shape;604;p20"/>
              <p:cNvSpPr/>
              <p:nvPr/>
            </p:nvSpPr>
            <p:spPr>
              <a:xfrm>
                <a:off x="11039951" y="3528536"/>
                <a:ext cx="112584" cy="112585"/>
              </a:xfrm>
              <a:custGeom>
                <a:avLst/>
                <a:gdLst/>
                <a:ahLst/>
                <a:cxnLst/>
                <a:rect l="l" t="t" r="r" b="b"/>
                <a:pathLst>
                  <a:path w="112584" h="112585" extrusionOk="0">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05" name="Google Shape;605;p20"/>
            <p:cNvGrpSpPr/>
            <p:nvPr/>
          </p:nvGrpSpPr>
          <p:grpSpPr>
            <a:xfrm>
              <a:off x="10572463" y="3657790"/>
              <a:ext cx="438817" cy="746569"/>
              <a:chOff x="10572463" y="3657790"/>
              <a:chExt cx="438817" cy="746569"/>
            </a:xfrm>
          </p:grpSpPr>
          <p:sp>
            <p:nvSpPr>
              <p:cNvPr id="606" name="Google Shape;606;p20"/>
              <p:cNvSpPr/>
              <p:nvPr/>
            </p:nvSpPr>
            <p:spPr>
              <a:xfrm>
                <a:off x="10572463" y="3657790"/>
                <a:ext cx="438817" cy="746569"/>
              </a:xfrm>
              <a:custGeom>
                <a:avLst/>
                <a:gdLst/>
                <a:ahLst/>
                <a:cxnLst/>
                <a:rect l="l" t="t" r="r" b="b"/>
                <a:pathLst>
                  <a:path w="438817" h="746569" extrusionOk="0">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07" name="Google Shape;607;p20"/>
              <p:cNvGrpSpPr/>
              <p:nvPr/>
            </p:nvGrpSpPr>
            <p:grpSpPr>
              <a:xfrm>
                <a:off x="10635138" y="3754469"/>
                <a:ext cx="313848" cy="288321"/>
                <a:chOff x="10635138" y="3754469"/>
                <a:chExt cx="313848" cy="288321"/>
              </a:xfrm>
            </p:grpSpPr>
            <p:sp>
              <p:nvSpPr>
                <p:cNvPr id="608" name="Google Shape;608;p20"/>
                <p:cNvSpPr/>
                <p:nvPr/>
              </p:nvSpPr>
              <p:spPr>
                <a:xfrm>
                  <a:off x="10635138" y="375446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09" name="Google Shape;609;p20"/>
                <p:cNvSpPr/>
                <p:nvPr/>
              </p:nvSpPr>
              <p:spPr>
                <a:xfrm>
                  <a:off x="10635138" y="380790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0" name="Google Shape;610;p20"/>
                <p:cNvSpPr/>
                <p:nvPr/>
              </p:nvSpPr>
              <p:spPr>
                <a:xfrm>
                  <a:off x="10635138" y="386124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1" name="Google Shape;611;p20"/>
                <p:cNvSpPr/>
                <p:nvPr/>
              </p:nvSpPr>
              <p:spPr>
                <a:xfrm>
                  <a:off x="10635138" y="391458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2" name="Google Shape;612;p20"/>
                <p:cNvSpPr/>
                <p:nvPr/>
              </p:nvSpPr>
              <p:spPr>
                <a:xfrm>
                  <a:off x="10635138" y="396801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3" name="Google Shape;613;p20"/>
                <p:cNvSpPr/>
                <p:nvPr/>
              </p:nvSpPr>
              <p:spPr>
                <a:xfrm>
                  <a:off x="10635138" y="4021359"/>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14" name="Google Shape;614;p20"/>
              <p:cNvGrpSpPr/>
              <p:nvPr/>
            </p:nvGrpSpPr>
            <p:grpSpPr>
              <a:xfrm>
                <a:off x="10635138" y="4128801"/>
                <a:ext cx="313848" cy="181547"/>
                <a:chOff x="10635138" y="4128801"/>
                <a:chExt cx="313848" cy="181547"/>
              </a:xfrm>
            </p:grpSpPr>
            <p:sp>
              <p:nvSpPr>
                <p:cNvPr id="615" name="Google Shape;615;p20"/>
                <p:cNvSpPr/>
                <p:nvPr/>
              </p:nvSpPr>
              <p:spPr>
                <a:xfrm>
                  <a:off x="10635138" y="412880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6" name="Google Shape;616;p20"/>
                <p:cNvSpPr/>
                <p:nvPr/>
              </p:nvSpPr>
              <p:spPr>
                <a:xfrm>
                  <a:off x="10635138" y="418214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7" name="Google Shape;617;p20"/>
                <p:cNvSpPr/>
                <p:nvPr/>
              </p:nvSpPr>
              <p:spPr>
                <a:xfrm>
                  <a:off x="10635138" y="423548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18" name="Google Shape;618;p20"/>
                <p:cNvSpPr/>
                <p:nvPr/>
              </p:nvSpPr>
              <p:spPr>
                <a:xfrm>
                  <a:off x="10635138" y="4288917"/>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19" name="Google Shape;619;p20"/>
              <p:cNvSpPr/>
              <p:nvPr/>
            </p:nvSpPr>
            <p:spPr>
              <a:xfrm>
                <a:off x="10898599" y="3657790"/>
                <a:ext cx="112586" cy="112585"/>
              </a:xfrm>
              <a:custGeom>
                <a:avLst/>
                <a:gdLst/>
                <a:ahLst/>
                <a:cxnLst/>
                <a:rect l="l" t="t" r="r" b="b"/>
                <a:pathLst>
                  <a:path w="112586" h="112585" extrusionOk="0">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620" name="Google Shape;620;p20"/>
          <p:cNvSpPr/>
          <p:nvPr/>
        </p:nvSpPr>
        <p:spPr>
          <a:xfrm rot="-3657034" flipH="1">
            <a:off x="-1404232" y="-737971"/>
            <a:ext cx="2746020" cy="162787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 name="Google Shape;621;p20"/>
          <p:cNvGrpSpPr/>
          <p:nvPr/>
        </p:nvGrpSpPr>
        <p:grpSpPr>
          <a:xfrm>
            <a:off x="8114970" y="266839"/>
            <a:ext cx="829992" cy="750888"/>
            <a:chOff x="8114596" y="445039"/>
            <a:chExt cx="633002" cy="572716"/>
          </a:xfrm>
        </p:grpSpPr>
        <p:grpSp>
          <p:nvGrpSpPr>
            <p:cNvPr id="622" name="Google Shape;622;p20"/>
            <p:cNvGrpSpPr/>
            <p:nvPr/>
          </p:nvGrpSpPr>
          <p:grpSpPr>
            <a:xfrm>
              <a:off x="8114596" y="445039"/>
              <a:ext cx="633002" cy="572716"/>
              <a:chOff x="7189660" y="520827"/>
              <a:chExt cx="598074" cy="541115"/>
            </a:xfrm>
          </p:grpSpPr>
          <p:sp>
            <p:nvSpPr>
              <p:cNvPr id="623" name="Google Shape;623;p20"/>
              <p:cNvSpPr/>
              <p:nvPr/>
            </p:nvSpPr>
            <p:spPr>
              <a:xfrm>
                <a:off x="7189660" y="520827"/>
                <a:ext cx="598074" cy="541115"/>
              </a:xfrm>
              <a:custGeom>
                <a:avLst/>
                <a:gdLst/>
                <a:ahLst/>
                <a:cxnLst/>
                <a:rect l="l" t="t" r="r" b="b"/>
                <a:pathLst>
                  <a:path w="598074" h="541115" extrusionOk="0">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24" name="Google Shape;624;p20"/>
              <p:cNvGrpSpPr/>
              <p:nvPr/>
            </p:nvGrpSpPr>
            <p:grpSpPr>
              <a:xfrm>
                <a:off x="7579137" y="551973"/>
                <a:ext cx="164782" cy="41529"/>
                <a:chOff x="7579137" y="551973"/>
                <a:chExt cx="164782" cy="41529"/>
              </a:xfrm>
            </p:grpSpPr>
            <p:sp>
              <p:nvSpPr>
                <p:cNvPr id="625" name="Google Shape;625;p20"/>
                <p:cNvSpPr/>
                <p:nvPr/>
              </p:nvSpPr>
              <p:spPr>
                <a:xfrm>
                  <a:off x="7702391"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6" name="Google Shape;626;p20"/>
                <p:cNvSpPr/>
                <p:nvPr/>
              </p:nvSpPr>
              <p:spPr>
                <a:xfrm>
                  <a:off x="7640764"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27" name="Google Shape;627;p20"/>
                <p:cNvSpPr/>
                <p:nvPr/>
              </p:nvSpPr>
              <p:spPr>
                <a:xfrm>
                  <a:off x="7579137"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628" name="Google Shape;628;p20"/>
            <p:cNvGrpSpPr/>
            <p:nvPr/>
          </p:nvGrpSpPr>
          <p:grpSpPr>
            <a:xfrm>
              <a:off x="8184962" y="619646"/>
              <a:ext cx="498115" cy="257273"/>
              <a:chOff x="7256144" y="685800"/>
              <a:chExt cx="470630" cy="243077"/>
            </a:xfrm>
          </p:grpSpPr>
          <p:sp>
            <p:nvSpPr>
              <p:cNvPr id="629" name="Google Shape;629;p20"/>
              <p:cNvSpPr/>
              <p:nvPr/>
            </p:nvSpPr>
            <p:spPr>
              <a:xfrm>
                <a:off x="7256144" y="694753"/>
                <a:ext cx="218503" cy="218217"/>
              </a:xfrm>
              <a:custGeom>
                <a:avLst/>
                <a:gdLst/>
                <a:ahLst/>
                <a:cxnLst/>
                <a:rect l="l" t="t" r="r" b="b"/>
                <a:pathLst>
                  <a:path w="218503" h="218217" extrusionOk="0">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30" name="Google Shape;630;p20"/>
              <p:cNvGrpSpPr/>
              <p:nvPr/>
            </p:nvGrpSpPr>
            <p:grpSpPr>
              <a:xfrm>
                <a:off x="7512843" y="685800"/>
                <a:ext cx="213931" cy="243077"/>
                <a:chOff x="7512843" y="685800"/>
                <a:chExt cx="213931" cy="243077"/>
              </a:xfrm>
            </p:grpSpPr>
            <p:grpSp>
              <p:nvGrpSpPr>
                <p:cNvPr id="631" name="Google Shape;631;p20"/>
                <p:cNvGrpSpPr/>
                <p:nvPr/>
              </p:nvGrpSpPr>
              <p:grpSpPr>
                <a:xfrm>
                  <a:off x="7512843" y="836580"/>
                  <a:ext cx="213931" cy="92297"/>
                  <a:chOff x="7512843" y="836580"/>
                  <a:chExt cx="213931" cy="92297"/>
                </a:xfrm>
              </p:grpSpPr>
              <p:sp>
                <p:nvSpPr>
                  <p:cNvPr id="632" name="Google Shape;632;p20"/>
                  <p:cNvSpPr/>
                  <p:nvPr/>
                </p:nvSpPr>
                <p:spPr>
                  <a:xfrm>
                    <a:off x="7512843" y="856011"/>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3" name="Google Shape;633;p20"/>
                  <p:cNvSpPr/>
                  <p:nvPr/>
                </p:nvSpPr>
                <p:spPr>
                  <a:xfrm>
                    <a:off x="7512843" y="83658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34" name="Google Shape;634;p20"/>
                <p:cNvGrpSpPr/>
                <p:nvPr/>
              </p:nvGrpSpPr>
              <p:grpSpPr>
                <a:xfrm>
                  <a:off x="7512843" y="761238"/>
                  <a:ext cx="213931" cy="92296"/>
                  <a:chOff x="7512843" y="761238"/>
                  <a:chExt cx="213931" cy="92296"/>
                </a:xfrm>
              </p:grpSpPr>
              <p:sp>
                <p:nvSpPr>
                  <p:cNvPr id="635" name="Google Shape;635;p20"/>
                  <p:cNvSpPr/>
                  <p:nvPr/>
                </p:nvSpPr>
                <p:spPr>
                  <a:xfrm>
                    <a:off x="7512843" y="780668"/>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6" name="Google Shape;636;p20"/>
                  <p:cNvSpPr/>
                  <p:nvPr/>
                </p:nvSpPr>
                <p:spPr>
                  <a:xfrm>
                    <a:off x="7512843" y="761238"/>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37" name="Google Shape;637;p20"/>
                <p:cNvGrpSpPr/>
                <p:nvPr/>
              </p:nvGrpSpPr>
              <p:grpSpPr>
                <a:xfrm>
                  <a:off x="7512843" y="685800"/>
                  <a:ext cx="213931" cy="92297"/>
                  <a:chOff x="7512843" y="685800"/>
                  <a:chExt cx="213931" cy="92297"/>
                </a:xfrm>
              </p:grpSpPr>
              <p:sp>
                <p:nvSpPr>
                  <p:cNvPr id="638" name="Google Shape;638;p20"/>
                  <p:cNvSpPr/>
                  <p:nvPr/>
                </p:nvSpPr>
                <p:spPr>
                  <a:xfrm>
                    <a:off x="7512843" y="705231"/>
                    <a:ext cx="213931" cy="72866"/>
                  </a:xfrm>
                  <a:custGeom>
                    <a:avLst/>
                    <a:gdLst/>
                    <a:ahLst/>
                    <a:cxnLst/>
                    <a:rect l="l" t="t" r="r" b="b"/>
                    <a:pathLst>
                      <a:path w="213931" h="72866" extrusionOk="0">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39" name="Google Shape;639;p20"/>
                  <p:cNvSpPr/>
                  <p:nvPr/>
                </p:nvSpPr>
                <p:spPr>
                  <a:xfrm>
                    <a:off x="7512843" y="68580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640"/>
        <p:cNvGrpSpPr/>
        <p:nvPr/>
      </p:nvGrpSpPr>
      <p:grpSpPr>
        <a:xfrm>
          <a:off x="0" y="0"/>
          <a:ext cx="0" cy="0"/>
          <a:chOff x="0" y="0"/>
          <a:chExt cx="0" cy="0"/>
        </a:xfrm>
      </p:grpSpPr>
      <p:sp>
        <p:nvSpPr>
          <p:cNvPr id="641" name="Google Shape;641;p21"/>
          <p:cNvSpPr/>
          <p:nvPr/>
        </p:nvSpPr>
        <p:spPr>
          <a:xfrm rot="9076707" flipH="1">
            <a:off x="7972821" y="-586852"/>
            <a:ext cx="1683799" cy="167281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43" name="Google Shape;643;p21"/>
          <p:cNvGrpSpPr/>
          <p:nvPr/>
        </p:nvGrpSpPr>
        <p:grpSpPr>
          <a:xfrm flipH="1">
            <a:off x="683048" y="4696520"/>
            <a:ext cx="325927" cy="404808"/>
            <a:chOff x="7385113" y="1535430"/>
            <a:chExt cx="435673" cy="541115"/>
          </a:xfrm>
        </p:grpSpPr>
        <p:sp>
          <p:nvSpPr>
            <p:cNvPr id="644" name="Google Shape;644;p21"/>
            <p:cNvSpPr/>
            <p:nvPr/>
          </p:nvSpPr>
          <p:spPr>
            <a:xfrm>
              <a:off x="7385113" y="1535430"/>
              <a:ext cx="435673" cy="541115"/>
            </a:xfrm>
            <a:custGeom>
              <a:avLst/>
              <a:gdLst/>
              <a:ahLst/>
              <a:cxnLst/>
              <a:rect l="l" t="t" r="r" b="b"/>
              <a:pathLst>
                <a:path w="435673" h="541115" extrusionOk="0">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45" name="Google Shape;645;p21"/>
            <p:cNvGrpSpPr/>
            <p:nvPr/>
          </p:nvGrpSpPr>
          <p:grpSpPr>
            <a:xfrm>
              <a:off x="7612094" y="1566576"/>
              <a:ext cx="164781" cy="41529"/>
              <a:chOff x="7612094" y="1566576"/>
              <a:chExt cx="164781" cy="41529"/>
            </a:xfrm>
          </p:grpSpPr>
          <p:sp>
            <p:nvSpPr>
              <p:cNvPr id="646" name="Google Shape;646;p21"/>
              <p:cNvSpPr/>
              <p:nvPr/>
            </p:nvSpPr>
            <p:spPr>
              <a:xfrm>
                <a:off x="7735347" y="1566576"/>
                <a:ext cx="41528" cy="41529"/>
              </a:xfrm>
              <a:custGeom>
                <a:avLst/>
                <a:gdLst/>
                <a:ahLst/>
                <a:cxnLst/>
                <a:rect l="l" t="t" r="r" b="b"/>
                <a:pathLst>
                  <a:path w="41528"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7" name="Google Shape;647;p21"/>
              <p:cNvSpPr/>
              <p:nvPr/>
            </p:nvSpPr>
            <p:spPr>
              <a:xfrm>
                <a:off x="7673721" y="1566576"/>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48" name="Google Shape;648;p21"/>
              <p:cNvSpPr/>
              <p:nvPr/>
            </p:nvSpPr>
            <p:spPr>
              <a:xfrm>
                <a:off x="7612094" y="1566576"/>
                <a:ext cx="41529" cy="41529"/>
              </a:xfrm>
              <a:custGeom>
                <a:avLst/>
                <a:gdLst/>
                <a:ahLst/>
                <a:cxnLst/>
                <a:rect l="l" t="t" r="r" b="b"/>
                <a:pathLst>
                  <a:path w="41529"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649" name="Google Shape;649;p21"/>
          <p:cNvGrpSpPr/>
          <p:nvPr/>
        </p:nvGrpSpPr>
        <p:grpSpPr>
          <a:xfrm flipH="1">
            <a:off x="713902" y="4774546"/>
            <a:ext cx="268636" cy="280965"/>
            <a:chOff x="7420451" y="1639728"/>
            <a:chExt cx="359091" cy="375571"/>
          </a:xfrm>
        </p:grpSpPr>
        <p:sp>
          <p:nvSpPr>
            <p:cNvPr id="650" name="Google Shape;650;p21"/>
            <p:cNvSpPr/>
            <p:nvPr/>
          </p:nvSpPr>
          <p:spPr>
            <a:xfrm>
              <a:off x="7420451" y="1852041"/>
              <a:ext cx="357473" cy="163258"/>
            </a:xfrm>
            <a:custGeom>
              <a:avLst/>
              <a:gdLst/>
              <a:ahLst/>
              <a:cxnLst/>
              <a:rect l="l" t="t" r="r" b="b"/>
              <a:pathLst>
                <a:path w="357473" h="163258" extrusionOk="0">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51" name="Google Shape;651;p21"/>
            <p:cNvSpPr/>
            <p:nvPr/>
          </p:nvSpPr>
          <p:spPr>
            <a:xfrm>
              <a:off x="7425594" y="1639728"/>
              <a:ext cx="353948" cy="180117"/>
            </a:xfrm>
            <a:custGeom>
              <a:avLst/>
              <a:gdLst/>
              <a:ahLst/>
              <a:cxnLst/>
              <a:rect l="l" t="t" r="r" b="b"/>
              <a:pathLst>
                <a:path w="353948" h="180117" extrusionOk="0">
                  <a:moveTo>
                    <a:pt x="0" y="0"/>
                  </a:moveTo>
                  <a:lnTo>
                    <a:pt x="353949" y="0"/>
                  </a:lnTo>
                  <a:lnTo>
                    <a:pt x="353949" y="180118"/>
                  </a:lnTo>
                  <a:lnTo>
                    <a:pt x="0" y="180118"/>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52" name="Google Shape;652;p21"/>
          <p:cNvGrpSpPr/>
          <p:nvPr/>
        </p:nvGrpSpPr>
        <p:grpSpPr>
          <a:xfrm flipH="1">
            <a:off x="96200" y="4469347"/>
            <a:ext cx="355444" cy="644072"/>
            <a:chOff x="1945386" y="5582316"/>
            <a:chExt cx="470725" cy="852963"/>
          </a:xfrm>
        </p:grpSpPr>
        <p:grpSp>
          <p:nvGrpSpPr>
            <p:cNvPr id="653" name="Google Shape;653;p21"/>
            <p:cNvGrpSpPr/>
            <p:nvPr/>
          </p:nvGrpSpPr>
          <p:grpSpPr>
            <a:xfrm>
              <a:off x="1945386" y="5582316"/>
              <a:ext cx="470725" cy="852963"/>
              <a:chOff x="1945386" y="5582316"/>
              <a:chExt cx="470725" cy="852963"/>
            </a:xfrm>
          </p:grpSpPr>
          <p:sp>
            <p:nvSpPr>
              <p:cNvPr id="654" name="Google Shape;654;p21"/>
              <p:cNvSpPr/>
              <p:nvPr/>
            </p:nvSpPr>
            <p:spPr>
              <a:xfrm>
                <a:off x="1945386" y="5582316"/>
                <a:ext cx="470725" cy="852963"/>
              </a:xfrm>
              <a:custGeom>
                <a:avLst/>
                <a:gdLst/>
                <a:ahLst/>
                <a:cxnLst/>
                <a:rect l="l" t="t" r="r" b="b"/>
                <a:pathLst>
                  <a:path w="470725" h="852963" extrusionOk="0">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55" name="Google Shape;655;p21"/>
              <p:cNvSpPr/>
              <p:nvPr/>
            </p:nvSpPr>
            <p:spPr>
              <a:xfrm>
                <a:off x="1965864" y="5625846"/>
                <a:ext cx="429577" cy="699420"/>
              </a:xfrm>
              <a:custGeom>
                <a:avLst/>
                <a:gdLst/>
                <a:ahLst/>
                <a:cxnLst/>
                <a:rect l="l" t="t" r="r" b="b"/>
                <a:pathLst>
                  <a:path w="429577" h="699420" extrusionOk="0">
                    <a:moveTo>
                      <a:pt x="0" y="0"/>
                    </a:moveTo>
                    <a:lnTo>
                      <a:pt x="429578" y="0"/>
                    </a:lnTo>
                    <a:lnTo>
                      <a:pt x="429578" y="699421"/>
                    </a:lnTo>
                    <a:lnTo>
                      <a:pt x="0" y="699421"/>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56" name="Google Shape;656;p21"/>
            <p:cNvSpPr/>
            <p:nvPr/>
          </p:nvSpPr>
          <p:spPr>
            <a:xfrm>
              <a:off x="1986438" y="6371462"/>
              <a:ext cx="388334" cy="32194"/>
            </a:xfrm>
            <a:custGeom>
              <a:avLst/>
              <a:gdLst/>
              <a:ahLst/>
              <a:cxnLst/>
              <a:rect l="l" t="t" r="r" b="b"/>
              <a:pathLst>
                <a:path w="388334" h="32194" extrusionOk="0">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57" name="Google Shape;657;p21"/>
          <p:cNvGrpSpPr/>
          <p:nvPr/>
        </p:nvGrpSpPr>
        <p:grpSpPr>
          <a:xfrm>
            <a:off x="7975988" y="116167"/>
            <a:ext cx="1061979" cy="558999"/>
            <a:chOff x="3859815" y="2867310"/>
            <a:chExt cx="1262157" cy="664368"/>
          </a:xfrm>
        </p:grpSpPr>
        <p:sp>
          <p:nvSpPr>
            <p:cNvPr id="658" name="Google Shape;658;p21"/>
            <p:cNvSpPr/>
            <p:nvPr/>
          </p:nvSpPr>
          <p:spPr>
            <a:xfrm>
              <a:off x="3859815" y="2867310"/>
              <a:ext cx="1262157" cy="664368"/>
            </a:xfrm>
            <a:custGeom>
              <a:avLst/>
              <a:gdLst/>
              <a:ahLst/>
              <a:cxnLst/>
              <a:rect l="l" t="t" r="r" b="b"/>
              <a:pathLst>
                <a:path w="1262157" h="664368" extrusionOk="0">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59" name="Google Shape;659;p21"/>
            <p:cNvGrpSpPr/>
            <p:nvPr/>
          </p:nvGrpSpPr>
          <p:grpSpPr>
            <a:xfrm>
              <a:off x="4275677" y="3065525"/>
              <a:ext cx="334517" cy="380047"/>
              <a:chOff x="4275677" y="3065525"/>
              <a:chExt cx="334517" cy="380047"/>
            </a:xfrm>
          </p:grpSpPr>
          <p:grpSp>
            <p:nvGrpSpPr>
              <p:cNvPr id="660" name="Google Shape;660;p21"/>
              <p:cNvGrpSpPr/>
              <p:nvPr/>
            </p:nvGrpSpPr>
            <p:grpSpPr>
              <a:xfrm>
                <a:off x="4275677" y="3065525"/>
                <a:ext cx="334517" cy="380047"/>
                <a:chOff x="4275677" y="3065525"/>
                <a:chExt cx="334517" cy="380047"/>
              </a:xfrm>
            </p:grpSpPr>
            <p:grpSp>
              <p:nvGrpSpPr>
                <p:cNvPr id="661" name="Google Shape;661;p21"/>
                <p:cNvGrpSpPr/>
                <p:nvPr/>
              </p:nvGrpSpPr>
              <p:grpSpPr>
                <a:xfrm>
                  <a:off x="4275677" y="3301269"/>
                  <a:ext cx="334422" cy="144303"/>
                  <a:chOff x="4275677" y="3301269"/>
                  <a:chExt cx="334422" cy="144303"/>
                </a:xfrm>
              </p:grpSpPr>
              <p:sp>
                <p:nvSpPr>
                  <p:cNvPr id="662" name="Google Shape;662;p21"/>
                  <p:cNvSpPr/>
                  <p:nvPr/>
                </p:nvSpPr>
                <p:spPr>
                  <a:xfrm>
                    <a:off x="4275677" y="333165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63" name="Google Shape;663;p21"/>
                  <p:cNvSpPr/>
                  <p:nvPr/>
                </p:nvSpPr>
                <p:spPr>
                  <a:xfrm>
                    <a:off x="4275772" y="3301269"/>
                    <a:ext cx="334327" cy="60769"/>
                  </a:xfrm>
                  <a:custGeom>
                    <a:avLst/>
                    <a:gdLst/>
                    <a:ahLst/>
                    <a:cxnLst/>
                    <a:rect l="l" t="t" r="r" b="b"/>
                    <a:pathLst>
                      <a:path w="334327" h="60769" extrusionOk="0">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64" name="Google Shape;664;p21"/>
                <p:cNvGrpSpPr/>
                <p:nvPr/>
              </p:nvGrpSpPr>
              <p:grpSpPr>
                <a:xfrm>
                  <a:off x="4275677" y="3183350"/>
                  <a:ext cx="334422" cy="144302"/>
                  <a:chOff x="4275677" y="3183350"/>
                  <a:chExt cx="334422" cy="144302"/>
                </a:xfrm>
              </p:grpSpPr>
              <p:sp>
                <p:nvSpPr>
                  <p:cNvPr id="665" name="Google Shape;665;p21"/>
                  <p:cNvSpPr/>
                  <p:nvPr/>
                </p:nvSpPr>
                <p:spPr>
                  <a:xfrm>
                    <a:off x="4275677" y="321373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66" name="Google Shape;666;p21"/>
                  <p:cNvSpPr/>
                  <p:nvPr/>
                </p:nvSpPr>
                <p:spPr>
                  <a:xfrm>
                    <a:off x="4275772" y="3183350"/>
                    <a:ext cx="334327" cy="60769"/>
                  </a:xfrm>
                  <a:custGeom>
                    <a:avLst/>
                    <a:gdLst/>
                    <a:ahLst/>
                    <a:cxnLst/>
                    <a:rect l="l" t="t" r="r" b="b"/>
                    <a:pathLst>
                      <a:path w="334327" h="60769" extrusionOk="0">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67" name="Google Shape;667;p21"/>
                <p:cNvGrpSpPr/>
                <p:nvPr/>
              </p:nvGrpSpPr>
              <p:grpSpPr>
                <a:xfrm>
                  <a:off x="4275677" y="3065525"/>
                  <a:ext cx="334517" cy="144303"/>
                  <a:chOff x="4275677" y="3065525"/>
                  <a:chExt cx="334517" cy="144303"/>
                </a:xfrm>
              </p:grpSpPr>
              <p:sp>
                <p:nvSpPr>
                  <p:cNvPr id="668" name="Google Shape;668;p21"/>
                  <p:cNvSpPr/>
                  <p:nvPr/>
                </p:nvSpPr>
                <p:spPr>
                  <a:xfrm>
                    <a:off x="4275677" y="3095910"/>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69" name="Google Shape;669;p21"/>
                  <p:cNvSpPr/>
                  <p:nvPr/>
                </p:nvSpPr>
                <p:spPr>
                  <a:xfrm>
                    <a:off x="4275867" y="3065525"/>
                    <a:ext cx="334327" cy="60769"/>
                  </a:xfrm>
                  <a:custGeom>
                    <a:avLst/>
                    <a:gdLst/>
                    <a:ahLst/>
                    <a:cxnLst/>
                    <a:rect l="l" t="t" r="r" b="b"/>
                    <a:pathLst>
                      <a:path w="334327" h="60769" extrusionOk="0">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670" name="Google Shape;670;p21"/>
              <p:cNvSpPr/>
              <p:nvPr/>
            </p:nvSpPr>
            <p:spPr>
              <a:xfrm>
                <a:off x="4529994" y="3140487"/>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71" name="Google Shape;671;p21"/>
              <p:cNvSpPr/>
              <p:nvPr/>
            </p:nvSpPr>
            <p:spPr>
              <a:xfrm>
                <a:off x="4529994" y="3256216"/>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72" name="Google Shape;672;p21"/>
              <p:cNvSpPr/>
              <p:nvPr/>
            </p:nvSpPr>
            <p:spPr>
              <a:xfrm>
                <a:off x="4529994" y="3377088"/>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673" name="Google Shape;673;p21"/>
          <p:cNvGrpSpPr/>
          <p:nvPr/>
        </p:nvGrpSpPr>
        <p:grpSpPr>
          <a:xfrm rot="5400000" flipH="1">
            <a:off x="557972" y="4696603"/>
            <a:ext cx="16329" cy="218290"/>
            <a:chOff x="10809827" y="4402455"/>
            <a:chExt cx="24764" cy="330993"/>
          </a:xfrm>
        </p:grpSpPr>
        <p:sp>
          <p:nvSpPr>
            <p:cNvPr id="674" name="Google Shape;674;p21"/>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75" name="Google Shape;675;p21"/>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76" name="Google Shape;676;p21"/>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77" name="Google Shape;677;p21"/>
          <p:cNvSpPr/>
          <p:nvPr/>
        </p:nvSpPr>
        <p:spPr>
          <a:xfrm rot="-532595">
            <a:off x="7984139" y="4422751"/>
            <a:ext cx="1661199" cy="1343241"/>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1"/>
          <p:cNvSpPr/>
          <p:nvPr/>
        </p:nvSpPr>
        <p:spPr>
          <a:xfrm rot="-5145822" flipH="1">
            <a:off x="-1235221" y="72085"/>
            <a:ext cx="2404292" cy="1318592"/>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679"/>
        <p:cNvGrpSpPr/>
        <p:nvPr/>
      </p:nvGrpSpPr>
      <p:grpSpPr>
        <a:xfrm>
          <a:off x="0" y="0"/>
          <a:ext cx="0" cy="0"/>
          <a:chOff x="0" y="0"/>
          <a:chExt cx="0" cy="0"/>
        </a:xfrm>
      </p:grpSpPr>
      <p:sp>
        <p:nvSpPr>
          <p:cNvPr id="680" name="Google Shape;680;p22"/>
          <p:cNvSpPr txBox="1">
            <a:spLocks noGrp="1"/>
          </p:cNvSpPr>
          <p:nvPr>
            <p:ph type="title"/>
          </p:nvPr>
        </p:nvSpPr>
        <p:spPr>
          <a:xfrm>
            <a:off x="2347938" y="997200"/>
            <a:ext cx="4448100" cy="1058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81" name="Google Shape;681;p22"/>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82" name="Google Shape;682;p22"/>
          <p:cNvSpPr txBox="1"/>
          <p:nvPr/>
        </p:nvSpPr>
        <p:spPr>
          <a:xfrm>
            <a:off x="2099100" y="3611950"/>
            <a:ext cx="49458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dk1"/>
                </a:solidFill>
                <a:latin typeface="Open Sans"/>
                <a:ea typeface="Open Sans"/>
                <a:cs typeface="Open Sans"/>
                <a:sym typeface="Open Sans"/>
              </a:rPr>
              <a:t>CREDITS:</a:t>
            </a:r>
            <a:r>
              <a:rPr lang="en" sz="1200">
                <a:solidFill>
                  <a:schemeClr val="dk1"/>
                </a:solidFill>
                <a:latin typeface="Open Sans"/>
                <a:ea typeface="Open Sans"/>
                <a:cs typeface="Open Sans"/>
                <a:sym typeface="Open Sans"/>
              </a:rPr>
              <a:t> This presentation template was created by </a:t>
            </a:r>
            <a:r>
              <a:rPr lang="en" sz="1200" b="1" u="sng">
                <a:solidFill>
                  <a:schemeClr val="hlink"/>
                </a:solidFill>
                <a:latin typeface="Open Sans"/>
                <a:ea typeface="Open Sans"/>
                <a:cs typeface="Open Sans"/>
                <a:sym typeface="Open Sans"/>
                <a:hlinkClick r:id="rId2"/>
              </a:rPr>
              <a:t>Slidesgo</a:t>
            </a:r>
            <a:r>
              <a:rPr lang="en" sz="1200">
                <a:solidFill>
                  <a:schemeClr val="dk1"/>
                </a:solidFill>
                <a:latin typeface="Open Sans"/>
                <a:ea typeface="Open Sans"/>
                <a:cs typeface="Open Sans"/>
                <a:sym typeface="Open Sans"/>
              </a:rPr>
              <a:t>, and includes icons, infographics &amp; images by </a:t>
            </a:r>
            <a:r>
              <a:rPr lang="en" sz="1200" b="1" u="sng">
                <a:solidFill>
                  <a:schemeClr val="dk1"/>
                </a:solidFill>
                <a:latin typeface="Open Sans"/>
                <a:ea typeface="Open Sans"/>
                <a:cs typeface="Open Sans"/>
                <a:sym typeface="Open Sans"/>
                <a:hlinkClick r:id="rId3">
                  <a:extLst>
                    <a:ext uri="{A12FA001-AC4F-418D-AE19-62706E023703}">
                      <ahyp:hlinkClr xmlns:ahyp="http://schemas.microsoft.com/office/drawing/2018/hyperlinkcolor" val="tx"/>
                    </a:ext>
                  </a:extLst>
                </a:hlinkClick>
              </a:rPr>
              <a:t>Freepik</a:t>
            </a:r>
            <a:r>
              <a:rPr lang="en" sz="1200" u="sng">
                <a:solidFill>
                  <a:schemeClr val="dk1"/>
                </a:solidFill>
                <a:latin typeface="Open Sans"/>
                <a:ea typeface="Open Sans"/>
                <a:cs typeface="Open Sans"/>
                <a:sym typeface="Open Sans"/>
              </a:rPr>
              <a:t> </a:t>
            </a:r>
            <a:endParaRPr sz="1200" b="1" u="sng">
              <a:solidFill>
                <a:schemeClr val="dk1"/>
              </a:solidFill>
              <a:latin typeface="Open Sans"/>
              <a:ea typeface="Open Sans"/>
              <a:cs typeface="Open Sans"/>
              <a:sym typeface="Open Sans"/>
            </a:endParaRPr>
          </a:p>
        </p:txBody>
      </p:sp>
      <p:sp>
        <p:nvSpPr>
          <p:cNvPr id="683" name="Google Shape;683;p22"/>
          <p:cNvSpPr/>
          <p:nvPr/>
        </p:nvSpPr>
        <p:spPr>
          <a:xfrm rot="-2493044" flipH="1">
            <a:off x="-1086706" y="-570280"/>
            <a:ext cx="2902912" cy="234728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2"/>
          <p:cNvSpPr/>
          <p:nvPr/>
        </p:nvSpPr>
        <p:spPr>
          <a:xfrm rot="-5051288" flipH="1">
            <a:off x="7227752" y="3451481"/>
            <a:ext cx="2997828" cy="2576307"/>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2"/>
          <p:cNvSpPr/>
          <p:nvPr/>
        </p:nvSpPr>
        <p:spPr>
          <a:xfrm rot="460638" flipH="1">
            <a:off x="178423" y="3742788"/>
            <a:ext cx="1359611" cy="1222555"/>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2"/>
          <p:cNvSpPr/>
          <p:nvPr/>
        </p:nvSpPr>
        <p:spPr>
          <a:xfrm rot="460623" flipH="1">
            <a:off x="6683138" y="-2074210"/>
            <a:ext cx="4087061" cy="330470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87"/>
        <p:cNvGrpSpPr/>
        <p:nvPr/>
      </p:nvGrpSpPr>
      <p:grpSpPr>
        <a:xfrm>
          <a:off x="0" y="0"/>
          <a:ext cx="0" cy="0"/>
          <a:chOff x="0" y="0"/>
          <a:chExt cx="0" cy="0"/>
        </a:xfrm>
      </p:grpSpPr>
      <p:sp>
        <p:nvSpPr>
          <p:cNvPr id="688" name="Google Shape;688;p23"/>
          <p:cNvSpPr/>
          <p:nvPr/>
        </p:nvSpPr>
        <p:spPr>
          <a:xfrm rot="-1900174" flipH="1">
            <a:off x="-500059" y="-436065"/>
            <a:ext cx="1729608" cy="139855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3"/>
          <p:cNvSpPr/>
          <p:nvPr/>
        </p:nvSpPr>
        <p:spPr>
          <a:xfrm rot="-3263452" flipH="1">
            <a:off x="5847147" y="3927927"/>
            <a:ext cx="2997856" cy="2576292"/>
          </a:xfrm>
          <a:custGeom>
            <a:avLst/>
            <a:gdLst/>
            <a:ahLst/>
            <a:cxnLst/>
            <a:rect l="l" t="t" r="r" b="b"/>
            <a:pathLst>
              <a:path w="38869" h="30330" extrusionOk="0">
                <a:moveTo>
                  <a:pt x="24297" y="1"/>
                </a:moveTo>
                <a:cubicBezTo>
                  <a:pt x="23576" y="1"/>
                  <a:pt x="22813" y="81"/>
                  <a:pt x="22018" y="271"/>
                </a:cubicBezTo>
                <a:cubicBezTo>
                  <a:pt x="16904" y="1494"/>
                  <a:pt x="14626" y="5778"/>
                  <a:pt x="11611" y="8671"/>
                </a:cubicBezTo>
                <a:cubicBezTo>
                  <a:pt x="10032" y="10186"/>
                  <a:pt x="7766" y="10684"/>
                  <a:pt x="5916" y="11826"/>
                </a:cubicBezTo>
                <a:cubicBezTo>
                  <a:pt x="0" y="15481"/>
                  <a:pt x="539" y="24197"/>
                  <a:pt x="4874" y="27639"/>
                </a:cubicBezTo>
                <a:cubicBezTo>
                  <a:pt x="7150" y="29445"/>
                  <a:pt x="9815" y="30330"/>
                  <a:pt x="12976" y="30330"/>
                </a:cubicBezTo>
                <a:cubicBezTo>
                  <a:pt x="15025" y="30330"/>
                  <a:pt x="17282" y="29958"/>
                  <a:pt x="19778" y="29225"/>
                </a:cubicBezTo>
                <a:cubicBezTo>
                  <a:pt x="26123" y="27360"/>
                  <a:pt x="30656" y="26268"/>
                  <a:pt x="34763" y="20412"/>
                </a:cubicBezTo>
                <a:cubicBezTo>
                  <a:pt x="38869" y="14558"/>
                  <a:pt x="35544" y="6859"/>
                  <a:pt x="30907" y="2368"/>
                </a:cubicBezTo>
                <a:cubicBezTo>
                  <a:pt x="30907" y="2368"/>
                  <a:pt x="28215" y="1"/>
                  <a:pt x="24297" y="1"/>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3"/>
          <p:cNvSpPr/>
          <p:nvPr/>
        </p:nvSpPr>
        <p:spPr>
          <a:xfrm rot="460623" flipH="1">
            <a:off x="6387251" y="-1517085"/>
            <a:ext cx="4087061" cy="330470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3"/>
          <p:cNvSpPr/>
          <p:nvPr/>
        </p:nvSpPr>
        <p:spPr>
          <a:xfrm rot="531593" flipH="1">
            <a:off x="-1222788" y="3829381"/>
            <a:ext cx="2902962" cy="2347327"/>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 name="Google Shape;692;p23"/>
          <p:cNvGrpSpPr/>
          <p:nvPr/>
        </p:nvGrpSpPr>
        <p:grpSpPr>
          <a:xfrm>
            <a:off x="7931872" y="177093"/>
            <a:ext cx="997823" cy="737095"/>
            <a:chOff x="7931872" y="177093"/>
            <a:chExt cx="997823" cy="737095"/>
          </a:xfrm>
        </p:grpSpPr>
        <p:grpSp>
          <p:nvGrpSpPr>
            <p:cNvPr id="693" name="Google Shape;693;p23"/>
            <p:cNvGrpSpPr/>
            <p:nvPr/>
          </p:nvGrpSpPr>
          <p:grpSpPr>
            <a:xfrm>
              <a:off x="7931872" y="177093"/>
              <a:ext cx="919725" cy="318025"/>
              <a:chOff x="7230903" y="4635722"/>
              <a:chExt cx="652843" cy="225742"/>
            </a:xfrm>
          </p:grpSpPr>
          <p:sp>
            <p:nvSpPr>
              <p:cNvPr id="694" name="Google Shape;694;p23"/>
              <p:cNvSpPr/>
              <p:nvPr/>
            </p:nvSpPr>
            <p:spPr>
              <a:xfrm>
                <a:off x="7230903" y="4635722"/>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5" name="Google Shape;695;p23"/>
              <p:cNvSpPr/>
              <p:nvPr/>
            </p:nvSpPr>
            <p:spPr>
              <a:xfrm>
                <a:off x="7287577" y="4672107"/>
                <a:ext cx="151161" cy="151161"/>
              </a:xfrm>
              <a:custGeom>
                <a:avLst/>
                <a:gdLst/>
                <a:ahLst/>
                <a:cxnLst/>
                <a:rect l="l" t="t" r="r" b="b"/>
                <a:pathLst>
                  <a:path w="151161" h="151161" extrusionOk="0">
                    <a:moveTo>
                      <a:pt x="0" y="0"/>
                    </a:moveTo>
                    <a:lnTo>
                      <a:pt x="151161" y="0"/>
                    </a:lnTo>
                    <a:lnTo>
                      <a:pt x="151161" y="151162"/>
                    </a:lnTo>
                    <a:lnTo>
                      <a:pt x="0" y="15116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96" name="Google Shape;696;p23"/>
              <p:cNvGrpSpPr/>
              <p:nvPr/>
            </p:nvGrpSpPr>
            <p:grpSpPr>
              <a:xfrm>
                <a:off x="7487126" y="4676394"/>
                <a:ext cx="332041" cy="142684"/>
                <a:chOff x="7487126" y="4676394"/>
                <a:chExt cx="332041" cy="142684"/>
              </a:xfrm>
            </p:grpSpPr>
            <p:sp>
              <p:nvSpPr>
                <p:cNvPr id="697" name="Google Shape;697;p23"/>
                <p:cNvSpPr/>
                <p:nvPr/>
              </p:nvSpPr>
              <p:spPr>
                <a:xfrm>
                  <a:off x="7487126" y="4676394"/>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8" name="Google Shape;698;p23"/>
                <p:cNvSpPr/>
                <p:nvPr/>
              </p:nvSpPr>
              <p:spPr>
                <a:xfrm>
                  <a:off x="7487126" y="4717161"/>
                  <a:ext cx="290322" cy="20383"/>
                </a:xfrm>
                <a:custGeom>
                  <a:avLst/>
                  <a:gdLst/>
                  <a:ahLst/>
                  <a:cxnLst/>
                  <a:rect l="l" t="t" r="r" b="b"/>
                  <a:pathLst>
                    <a:path w="290322" h="20383" extrusionOk="0">
                      <a:moveTo>
                        <a:pt x="0" y="0"/>
                      </a:moveTo>
                      <a:lnTo>
                        <a:pt x="290322" y="0"/>
                      </a:lnTo>
                      <a:lnTo>
                        <a:pt x="290322"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9" name="Google Shape;699;p23"/>
                <p:cNvSpPr/>
                <p:nvPr/>
              </p:nvSpPr>
              <p:spPr>
                <a:xfrm>
                  <a:off x="7487126" y="4757928"/>
                  <a:ext cx="303942" cy="20383"/>
                </a:xfrm>
                <a:custGeom>
                  <a:avLst/>
                  <a:gdLst/>
                  <a:ahLst/>
                  <a:cxnLst/>
                  <a:rect l="l" t="t" r="r" b="b"/>
                  <a:pathLst>
                    <a:path w="303942" h="20383" extrusionOk="0">
                      <a:moveTo>
                        <a:pt x="0" y="0"/>
                      </a:moveTo>
                      <a:lnTo>
                        <a:pt x="303942" y="0"/>
                      </a:lnTo>
                      <a:lnTo>
                        <a:pt x="303942"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0" name="Google Shape;700;p23"/>
                <p:cNvSpPr/>
                <p:nvPr/>
              </p:nvSpPr>
              <p:spPr>
                <a:xfrm>
                  <a:off x="7487126" y="4798695"/>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701" name="Google Shape;701;p23"/>
            <p:cNvGrpSpPr/>
            <p:nvPr/>
          </p:nvGrpSpPr>
          <p:grpSpPr>
            <a:xfrm>
              <a:off x="7931872" y="596163"/>
              <a:ext cx="919725" cy="318025"/>
              <a:chOff x="7230903" y="4933188"/>
              <a:chExt cx="652843" cy="225742"/>
            </a:xfrm>
          </p:grpSpPr>
          <p:grpSp>
            <p:nvGrpSpPr>
              <p:cNvPr id="702" name="Google Shape;702;p23"/>
              <p:cNvGrpSpPr/>
              <p:nvPr/>
            </p:nvGrpSpPr>
            <p:grpSpPr>
              <a:xfrm>
                <a:off x="7230903" y="4933188"/>
                <a:ext cx="652843" cy="225742"/>
                <a:chOff x="7230903" y="4933188"/>
                <a:chExt cx="652843" cy="225742"/>
              </a:xfrm>
            </p:grpSpPr>
            <p:sp>
              <p:nvSpPr>
                <p:cNvPr id="703" name="Google Shape;703;p23"/>
                <p:cNvSpPr/>
                <p:nvPr/>
              </p:nvSpPr>
              <p:spPr>
                <a:xfrm>
                  <a:off x="7230903" y="4933188"/>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4" name="Google Shape;704;p23"/>
                <p:cNvSpPr/>
                <p:nvPr/>
              </p:nvSpPr>
              <p:spPr>
                <a:xfrm>
                  <a:off x="7287577" y="4969668"/>
                  <a:ext cx="151161" cy="151161"/>
                </a:xfrm>
                <a:custGeom>
                  <a:avLst/>
                  <a:gdLst/>
                  <a:ahLst/>
                  <a:cxnLst/>
                  <a:rect l="l" t="t" r="r" b="b"/>
                  <a:pathLst>
                    <a:path w="151161" h="151161" extrusionOk="0">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05" name="Google Shape;705;p23"/>
                <p:cNvGrpSpPr/>
                <p:nvPr/>
              </p:nvGrpSpPr>
              <p:grpSpPr>
                <a:xfrm>
                  <a:off x="7487126" y="4973859"/>
                  <a:ext cx="332041" cy="142684"/>
                  <a:chOff x="7487126" y="4973859"/>
                  <a:chExt cx="332041" cy="142684"/>
                </a:xfrm>
              </p:grpSpPr>
              <p:sp>
                <p:nvSpPr>
                  <p:cNvPr id="706" name="Google Shape;706;p23"/>
                  <p:cNvSpPr/>
                  <p:nvPr/>
                </p:nvSpPr>
                <p:spPr>
                  <a:xfrm>
                    <a:off x="7506747" y="4973859"/>
                    <a:ext cx="280034" cy="20383"/>
                  </a:xfrm>
                  <a:custGeom>
                    <a:avLst/>
                    <a:gdLst/>
                    <a:ahLst/>
                    <a:cxnLst/>
                    <a:rect l="l" t="t" r="r" b="b"/>
                    <a:pathLst>
                      <a:path w="280034" h="20383" extrusionOk="0">
                        <a:moveTo>
                          <a:pt x="0" y="0"/>
                        </a:moveTo>
                        <a:lnTo>
                          <a:pt x="280035" y="0"/>
                        </a:lnTo>
                        <a:lnTo>
                          <a:pt x="28003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7" name="Google Shape;707;p23"/>
                  <p:cNvSpPr/>
                  <p:nvPr/>
                </p:nvSpPr>
                <p:spPr>
                  <a:xfrm>
                    <a:off x="7487126" y="5014626"/>
                    <a:ext cx="205073" cy="20383"/>
                  </a:xfrm>
                  <a:custGeom>
                    <a:avLst/>
                    <a:gdLst/>
                    <a:ahLst/>
                    <a:cxnLst/>
                    <a:rect l="l" t="t" r="r" b="b"/>
                    <a:pathLst>
                      <a:path w="205073" h="20383" extrusionOk="0">
                        <a:moveTo>
                          <a:pt x="0" y="0"/>
                        </a:moveTo>
                        <a:lnTo>
                          <a:pt x="205073" y="0"/>
                        </a:lnTo>
                        <a:lnTo>
                          <a:pt x="205073"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8" name="Google Shape;708;p23"/>
                  <p:cNvSpPr/>
                  <p:nvPr/>
                </p:nvSpPr>
                <p:spPr>
                  <a:xfrm>
                    <a:off x="7487126" y="5055393"/>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9" name="Google Shape;709;p23"/>
                  <p:cNvSpPr/>
                  <p:nvPr/>
                </p:nvSpPr>
                <p:spPr>
                  <a:xfrm>
                    <a:off x="7487126" y="5096160"/>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710" name="Google Shape;710;p23"/>
              <p:cNvSpPr/>
              <p:nvPr/>
            </p:nvSpPr>
            <p:spPr>
              <a:xfrm>
                <a:off x="7338250" y="5011639"/>
                <a:ext cx="50734" cy="60632"/>
              </a:xfrm>
              <a:custGeom>
                <a:avLst/>
                <a:gdLst/>
                <a:ahLst/>
                <a:cxnLst/>
                <a:rect l="l" t="t" r="r" b="b"/>
                <a:pathLst>
                  <a:path w="50734" h="60632" extrusionOk="0">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11" name="Google Shape;711;p23"/>
            <p:cNvGrpSpPr/>
            <p:nvPr/>
          </p:nvGrpSpPr>
          <p:grpSpPr>
            <a:xfrm>
              <a:off x="8756326" y="539537"/>
              <a:ext cx="173370" cy="112691"/>
              <a:chOff x="7816120" y="4892994"/>
              <a:chExt cx="123062" cy="79991"/>
            </a:xfrm>
          </p:grpSpPr>
          <p:grpSp>
            <p:nvGrpSpPr>
              <p:cNvPr id="712" name="Google Shape;712;p23"/>
              <p:cNvGrpSpPr/>
              <p:nvPr/>
            </p:nvGrpSpPr>
            <p:grpSpPr>
              <a:xfrm>
                <a:off x="7816120" y="4902803"/>
                <a:ext cx="123062" cy="63817"/>
                <a:chOff x="7816120" y="4902803"/>
                <a:chExt cx="123062" cy="63817"/>
              </a:xfrm>
            </p:grpSpPr>
            <p:sp>
              <p:nvSpPr>
                <p:cNvPr id="713" name="Google Shape;713;p23"/>
                <p:cNvSpPr/>
                <p:nvPr/>
              </p:nvSpPr>
              <p:spPr>
                <a:xfrm>
                  <a:off x="7816120" y="4902803"/>
                  <a:ext cx="123062" cy="63817"/>
                </a:xfrm>
                <a:custGeom>
                  <a:avLst/>
                  <a:gdLst/>
                  <a:ahLst/>
                  <a:cxnLst/>
                  <a:rect l="l" t="t" r="r" b="b"/>
                  <a:pathLst>
                    <a:path w="123062" h="63817" extrusionOk="0">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4" name="Google Shape;714;p23"/>
                <p:cNvSpPr/>
                <p:nvPr/>
              </p:nvSpPr>
              <p:spPr>
                <a:xfrm>
                  <a:off x="7858029" y="4915090"/>
                  <a:ext cx="39242" cy="39243"/>
                </a:xfrm>
                <a:custGeom>
                  <a:avLst/>
                  <a:gdLst/>
                  <a:ahLst/>
                  <a:cxnLst/>
                  <a:rect l="l" t="t" r="r" b="b"/>
                  <a:pathLst>
                    <a:path w="39242" h="39243" extrusionOk="0">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15" name="Google Shape;715;p23"/>
              <p:cNvSpPr/>
              <p:nvPr/>
            </p:nvSpPr>
            <p:spPr>
              <a:xfrm rot="-2700000">
                <a:off x="7825456" y="4928129"/>
                <a:ext cx="103403" cy="9720"/>
              </a:xfrm>
              <a:custGeom>
                <a:avLst/>
                <a:gdLst/>
                <a:ahLst/>
                <a:cxnLst/>
                <a:rect l="l" t="t" r="r" b="b"/>
                <a:pathLst>
                  <a:path w="103346" h="9715" extrusionOk="0">
                    <a:moveTo>
                      <a:pt x="0" y="0"/>
                    </a:moveTo>
                    <a:lnTo>
                      <a:pt x="103346" y="0"/>
                    </a:lnTo>
                    <a:lnTo>
                      <a:pt x="103346" y="9716"/>
                    </a:lnTo>
                    <a:lnTo>
                      <a:pt x="0" y="97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716"/>
        <p:cNvGrpSpPr/>
        <p:nvPr/>
      </p:nvGrpSpPr>
      <p:grpSpPr>
        <a:xfrm>
          <a:off x="0" y="0"/>
          <a:ext cx="0" cy="0"/>
          <a:chOff x="0" y="0"/>
          <a:chExt cx="0" cy="0"/>
        </a:xfrm>
      </p:grpSpPr>
      <p:sp>
        <p:nvSpPr>
          <p:cNvPr id="717" name="Google Shape;717;p24"/>
          <p:cNvSpPr/>
          <p:nvPr/>
        </p:nvSpPr>
        <p:spPr>
          <a:xfrm rot="8819869" flipH="1">
            <a:off x="7035528" y="3933627"/>
            <a:ext cx="3158468" cy="2509642"/>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4"/>
          <p:cNvSpPr/>
          <p:nvPr/>
        </p:nvSpPr>
        <p:spPr>
          <a:xfrm rot="-3657034" flipH="1">
            <a:off x="-1336268" y="-858934"/>
            <a:ext cx="2746020" cy="1921695"/>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 name="Google Shape;719;p24"/>
          <p:cNvGrpSpPr/>
          <p:nvPr/>
        </p:nvGrpSpPr>
        <p:grpSpPr>
          <a:xfrm>
            <a:off x="65066" y="4373044"/>
            <a:ext cx="878158" cy="654532"/>
            <a:chOff x="1114425" y="4361211"/>
            <a:chExt cx="573023" cy="427101"/>
          </a:xfrm>
        </p:grpSpPr>
        <p:grpSp>
          <p:nvGrpSpPr>
            <p:cNvPr id="720" name="Google Shape;720;p24"/>
            <p:cNvGrpSpPr/>
            <p:nvPr/>
          </p:nvGrpSpPr>
          <p:grpSpPr>
            <a:xfrm>
              <a:off x="1114425" y="4361211"/>
              <a:ext cx="573023" cy="427101"/>
              <a:chOff x="1114425" y="4361211"/>
              <a:chExt cx="573023" cy="427101"/>
            </a:xfrm>
          </p:grpSpPr>
          <p:sp>
            <p:nvSpPr>
              <p:cNvPr id="721" name="Google Shape;721;p24"/>
              <p:cNvSpPr/>
              <p:nvPr/>
            </p:nvSpPr>
            <p:spPr>
              <a:xfrm>
                <a:off x="1241964" y="4361211"/>
                <a:ext cx="445484" cy="299466"/>
              </a:xfrm>
              <a:custGeom>
                <a:avLst/>
                <a:gdLst/>
                <a:ahLst/>
                <a:cxnLst/>
                <a:rect l="l" t="t" r="r" b="b"/>
                <a:pathLst>
                  <a:path w="445484" h="299466" extrusionOk="0">
                    <a:moveTo>
                      <a:pt x="139160" y="7715"/>
                    </a:moveTo>
                    <a:lnTo>
                      <a:pt x="173450" y="42005"/>
                    </a:lnTo>
                    <a:cubicBezTo>
                      <a:pt x="178403" y="46958"/>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3536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2" name="Google Shape;722;p24"/>
              <p:cNvSpPr/>
              <p:nvPr/>
            </p:nvSpPr>
            <p:spPr>
              <a:xfrm>
                <a:off x="1178242" y="4425029"/>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79" y="299466"/>
                    </a:lnTo>
                    <a:cubicBezTo>
                      <a:pt x="11811" y="299466"/>
                      <a:pt x="0" y="287560"/>
                      <a:pt x="0" y="272987"/>
                    </a:cubicBezTo>
                    <a:lnTo>
                      <a:pt x="0" y="26479"/>
                    </a:lnTo>
                    <a:cubicBezTo>
                      <a:pt x="0" y="11811"/>
                      <a:pt x="11906" y="0"/>
                      <a:pt x="26479" y="0"/>
                    </a:cubicBezTo>
                    <a:lnTo>
                      <a:pt x="120396" y="0"/>
                    </a:lnTo>
                    <a:cubicBezTo>
                      <a:pt x="127445" y="0"/>
                      <a:pt x="134207" y="2762"/>
                      <a:pt x="139160" y="7715"/>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3" name="Google Shape;723;p24"/>
              <p:cNvSpPr/>
              <p:nvPr/>
            </p:nvSpPr>
            <p:spPr>
              <a:xfrm>
                <a:off x="1114425" y="4488846"/>
                <a:ext cx="445484" cy="299466"/>
              </a:xfrm>
              <a:custGeom>
                <a:avLst/>
                <a:gdLst/>
                <a:ahLst/>
                <a:cxnLst/>
                <a:rect l="l" t="t" r="r" b="b"/>
                <a:pathLst>
                  <a:path w="445484" h="299466" extrusionOk="0">
                    <a:moveTo>
                      <a:pt x="139160" y="7620"/>
                    </a:moveTo>
                    <a:lnTo>
                      <a:pt x="173450" y="41910"/>
                    </a:lnTo>
                    <a:cubicBezTo>
                      <a:pt x="178403" y="46863"/>
                      <a:pt x="185166" y="49721"/>
                      <a:pt x="192215" y="49721"/>
                    </a:cubicBezTo>
                    <a:lnTo>
                      <a:pt x="419005" y="49721"/>
                    </a:lnTo>
                    <a:cubicBezTo>
                      <a:pt x="433673" y="49721"/>
                      <a:pt x="445484" y="61627"/>
                      <a:pt x="445484" y="76200"/>
                    </a:cubicBezTo>
                    <a:lnTo>
                      <a:pt x="445484" y="272987"/>
                    </a:lnTo>
                    <a:cubicBezTo>
                      <a:pt x="445484" y="287655"/>
                      <a:pt x="433578" y="299466"/>
                      <a:pt x="419005" y="299466"/>
                    </a:cubicBezTo>
                    <a:lnTo>
                      <a:pt x="26480" y="299466"/>
                    </a:lnTo>
                    <a:cubicBezTo>
                      <a:pt x="11811" y="299466"/>
                      <a:pt x="0" y="287560"/>
                      <a:pt x="0" y="272987"/>
                    </a:cubicBezTo>
                    <a:lnTo>
                      <a:pt x="0" y="26479"/>
                    </a:lnTo>
                    <a:cubicBezTo>
                      <a:pt x="0" y="11811"/>
                      <a:pt x="11906" y="0"/>
                      <a:pt x="26480" y="0"/>
                    </a:cubicBezTo>
                    <a:lnTo>
                      <a:pt x="120396" y="0"/>
                    </a:lnTo>
                    <a:cubicBezTo>
                      <a:pt x="127445" y="0"/>
                      <a:pt x="134207" y="2762"/>
                      <a:pt x="139160" y="7811"/>
                    </a:cubicBezTo>
                    <a:close/>
                  </a:path>
                </a:pathLst>
              </a:custGeom>
              <a:solidFill>
                <a:srgbClr val="6F708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24" name="Google Shape;724;p24"/>
            <p:cNvSpPr/>
            <p:nvPr/>
          </p:nvSpPr>
          <p:spPr>
            <a:xfrm>
              <a:off x="1303210" y="4628965"/>
              <a:ext cx="68735" cy="82063"/>
            </a:xfrm>
            <a:custGeom>
              <a:avLst/>
              <a:gdLst/>
              <a:ahLst/>
              <a:cxnLst/>
              <a:rect l="l" t="t" r="r" b="b"/>
              <a:pathLst>
                <a:path w="68735" h="82063" extrusionOk="0">
                  <a:moveTo>
                    <a:pt x="0" y="6471"/>
                  </a:moveTo>
                  <a:lnTo>
                    <a:pt x="0" y="75527"/>
                  </a:lnTo>
                  <a:cubicBezTo>
                    <a:pt x="0" y="80575"/>
                    <a:pt x="5524" y="83719"/>
                    <a:pt x="9811" y="81147"/>
                  </a:cubicBezTo>
                  <a:lnTo>
                    <a:pt x="65532" y="48095"/>
                  </a:lnTo>
                  <a:cubicBezTo>
                    <a:pt x="69723" y="45619"/>
                    <a:pt x="69818" y="39618"/>
                    <a:pt x="65723" y="37046"/>
                  </a:cubicBezTo>
                  <a:lnTo>
                    <a:pt x="10001" y="1042"/>
                  </a:lnTo>
                  <a:cubicBezTo>
                    <a:pt x="5715" y="-1721"/>
                    <a:pt x="0" y="1327"/>
                    <a:pt x="0" y="6471"/>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25" name="Google Shape;725;p24"/>
          <p:cNvGrpSpPr/>
          <p:nvPr/>
        </p:nvGrpSpPr>
        <p:grpSpPr>
          <a:xfrm>
            <a:off x="8114970" y="266839"/>
            <a:ext cx="829992" cy="750888"/>
            <a:chOff x="8114596" y="445039"/>
            <a:chExt cx="633002" cy="572716"/>
          </a:xfrm>
        </p:grpSpPr>
        <p:grpSp>
          <p:nvGrpSpPr>
            <p:cNvPr id="726" name="Google Shape;726;p24"/>
            <p:cNvGrpSpPr/>
            <p:nvPr/>
          </p:nvGrpSpPr>
          <p:grpSpPr>
            <a:xfrm>
              <a:off x="8114596" y="445039"/>
              <a:ext cx="633002" cy="572716"/>
              <a:chOff x="7189660" y="520827"/>
              <a:chExt cx="598074" cy="541115"/>
            </a:xfrm>
          </p:grpSpPr>
          <p:sp>
            <p:nvSpPr>
              <p:cNvPr id="727" name="Google Shape;727;p24"/>
              <p:cNvSpPr/>
              <p:nvPr/>
            </p:nvSpPr>
            <p:spPr>
              <a:xfrm>
                <a:off x="7189660" y="520827"/>
                <a:ext cx="598074" cy="541115"/>
              </a:xfrm>
              <a:custGeom>
                <a:avLst/>
                <a:gdLst/>
                <a:ahLst/>
                <a:cxnLst/>
                <a:rect l="l" t="t" r="r" b="b"/>
                <a:pathLst>
                  <a:path w="598074" h="541115" extrusionOk="0">
                    <a:moveTo>
                      <a:pt x="557022" y="0"/>
                    </a:moveTo>
                    <a:cubicBezTo>
                      <a:pt x="579695" y="0"/>
                      <a:pt x="598075" y="18380"/>
                      <a:pt x="598075" y="41053"/>
                    </a:cubicBezTo>
                    <a:lnTo>
                      <a:pt x="598075" y="500063"/>
                    </a:lnTo>
                    <a:cubicBezTo>
                      <a:pt x="598075" y="522735"/>
                      <a:pt x="579695" y="541115"/>
                      <a:pt x="557022" y="541115"/>
                    </a:cubicBezTo>
                    <a:lnTo>
                      <a:pt x="41053" y="541115"/>
                    </a:lnTo>
                    <a:cubicBezTo>
                      <a:pt x="18380" y="541115"/>
                      <a:pt x="0" y="522735"/>
                      <a:pt x="0" y="500063"/>
                    </a:cubicBezTo>
                    <a:lnTo>
                      <a:pt x="0" y="41053"/>
                    </a:lnTo>
                    <a:cubicBezTo>
                      <a:pt x="0" y="18380"/>
                      <a:pt x="18380" y="0"/>
                      <a:pt x="41053"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28" name="Google Shape;728;p24"/>
              <p:cNvGrpSpPr/>
              <p:nvPr/>
            </p:nvGrpSpPr>
            <p:grpSpPr>
              <a:xfrm>
                <a:off x="7579137" y="551973"/>
                <a:ext cx="164782" cy="41529"/>
                <a:chOff x="7579137" y="551973"/>
                <a:chExt cx="164782" cy="41529"/>
              </a:xfrm>
            </p:grpSpPr>
            <p:sp>
              <p:nvSpPr>
                <p:cNvPr id="729" name="Google Shape;729;p24"/>
                <p:cNvSpPr/>
                <p:nvPr/>
              </p:nvSpPr>
              <p:spPr>
                <a:xfrm>
                  <a:off x="7702391"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0" name="Google Shape;730;p24"/>
                <p:cNvSpPr/>
                <p:nvPr/>
              </p:nvSpPr>
              <p:spPr>
                <a:xfrm>
                  <a:off x="7640764"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1" name="Google Shape;731;p24"/>
                <p:cNvSpPr/>
                <p:nvPr/>
              </p:nvSpPr>
              <p:spPr>
                <a:xfrm>
                  <a:off x="7579137" y="551973"/>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5"/>
                        <a:pt x="0" y="20765"/>
                      </a:cubicBezTo>
                      <a:cubicBezTo>
                        <a:pt x="0" y="9335"/>
                        <a:pt x="9334" y="0"/>
                        <a:pt x="20764" y="0"/>
                      </a:cubicBezTo>
                      <a:cubicBezTo>
                        <a:pt x="32195" y="0"/>
                        <a:pt x="41529" y="9335"/>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732" name="Google Shape;732;p24"/>
            <p:cNvGrpSpPr/>
            <p:nvPr/>
          </p:nvGrpSpPr>
          <p:grpSpPr>
            <a:xfrm>
              <a:off x="8184962" y="619646"/>
              <a:ext cx="498115" cy="257273"/>
              <a:chOff x="7256144" y="685800"/>
              <a:chExt cx="470630" cy="243077"/>
            </a:xfrm>
          </p:grpSpPr>
          <p:sp>
            <p:nvSpPr>
              <p:cNvPr id="733" name="Google Shape;733;p24"/>
              <p:cNvSpPr/>
              <p:nvPr/>
            </p:nvSpPr>
            <p:spPr>
              <a:xfrm>
                <a:off x="7256144" y="694753"/>
                <a:ext cx="218503" cy="218217"/>
              </a:xfrm>
              <a:custGeom>
                <a:avLst/>
                <a:gdLst/>
                <a:ahLst/>
                <a:cxnLst/>
                <a:rect l="l" t="t" r="r" b="b"/>
                <a:pathLst>
                  <a:path w="218503" h="218217" extrusionOk="0">
                    <a:moveTo>
                      <a:pt x="216598" y="129540"/>
                    </a:moveTo>
                    <a:cubicBezTo>
                      <a:pt x="217837" y="122968"/>
                      <a:pt x="218504" y="116110"/>
                      <a:pt x="218504" y="109156"/>
                    </a:cubicBezTo>
                    <a:cubicBezTo>
                      <a:pt x="218504" y="102203"/>
                      <a:pt x="217837" y="95440"/>
                      <a:pt x="216598" y="88773"/>
                    </a:cubicBezTo>
                    <a:lnTo>
                      <a:pt x="181261" y="88773"/>
                    </a:lnTo>
                    <a:cubicBezTo>
                      <a:pt x="179641" y="83058"/>
                      <a:pt x="177451" y="77724"/>
                      <a:pt x="174593" y="72676"/>
                    </a:cubicBezTo>
                    <a:lnTo>
                      <a:pt x="199549" y="47720"/>
                    </a:lnTo>
                    <a:cubicBezTo>
                      <a:pt x="191834" y="36385"/>
                      <a:pt x="182118" y="26670"/>
                      <a:pt x="170783" y="18955"/>
                    </a:cubicBezTo>
                    <a:lnTo>
                      <a:pt x="145732" y="44005"/>
                    </a:lnTo>
                    <a:cubicBezTo>
                      <a:pt x="140684" y="41148"/>
                      <a:pt x="135255" y="38957"/>
                      <a:pt x="129635" y="37338"/>
                    </a:cubicBezTo>
                    <a:lnTo>
                      <a:pt x="129635" y="1905"/>
                    </a:lnTo>
                    <a:cubicBezTo>
                      <a:pt x="123063" y="667"/>
                      <a:pt x="116205" y="0"/>
                      <a:pt x="109252" y="0"/>
                    </a:cubicBezTo>
                    <a:cubicBezTo>
                      <a:pt x="102298" y="0"/>
                      <a:pt x="95536" y="667"/>
                      <a:pt x="88868" y="1905"/>
                    </a:cubicBezTo>
                    <a:lnTo>
                      <a:pt x="88868" y="37338"/>
                    </a:lnTo>
                    <a:cubicBezTo>
                      <a:pt x="83154" y="38957"/>
                      <a:pt x="77819" y="41148"/>
                      <a:pt x="72771" y="44005"/>
                    </a:cubicBezTo>
                    <a:lnTo>
                      <a:pt x="47720" y="18955"/>
                    </a:lnTo>
                    <a:cubicBezTo>
                      <a:pt x="36386" y="26670"/>
                      <a:pt x="26670" y="36481"/>
                      <a:pt x="18955" y="47720"/>
                    </a:cubicBezTo>
                    <a:lnTo>
                      <a:pt x="43910" y="72676"/>
                    </a:lnTo>
                    <a:cubicBezTo>
                      <a:pt x="41053" y="77724"/>
                      <a:pt x="38862" y="83153"/>
                      <a:pt x="37243" y="88773"/>
                    </a:cubicBezTo>
                    <a:lnTo>
                      <a:pt x="1905" y="88773"/>
                    </a:lnTo>
                    <a:cubicBezTo>
                      <a:pt x="667" y="95345"/>
                      <a:pt x="0" y="102203"/>
                      <a:pt x="0" y="109156"/>
                    </a:cubicBezTo>
                    <a:cubicBezTo>
                      <a:pt x="0" y="116110"/>
                      <a:pt x="667" y="122873"/>
                      <a:pt x="1905" y="129540"/>
                    </a:cubicBezTo>
                    <a:lnTo>
                      <a:pt x="37243" y="129540"/>
                    </a:lnTo>
                    <a:cubicBezTo>
                      <a:pt x="38862" y="135255"/>
                      <a:pt x="41053" y="140589"/>
                      <a:pt x="43910" y="145637"/>
                    </a:cubicBezTo>
                    <a:lnTo>
                      <a:pt x="18955" y="170593"/>
                    </a:lnTo>
                    <a:cubicBezTo>
                      <a:pt x="26670" y="181928"/>
                      <a:pt x="36386" y="191643"/>
                      <a:pt x="47720" y="199358"/>
                    </a:cubicBezTo>
                    <a:lnTo>
                      <a:pt x="72771" y="174308"/>
                    </a:lnTo>
                    <a:cubicBezTo>
                      <a:pt x="77819" y="177165"/>
                      <a:pt x="83248" y="179356"/>
                      <a:pt x="88868" y="180975"/>
                    </a:cubicBezTo>
                    <a:lnTo>
                      <a:pt x="88868" y="216313"/>
                    </a:lnTo>
                    <a:cubicBezTo>
                      <a:pt x="95441" y="217551"/>
                      <a:pt x="102298" y="218218"/>
                      <a:pt x="109252" y="218218"/>
                    </a:cubicBezTo>
                    <a:cubicBezTo>
                      <a:pt x="116205" y="218218"/>
                      <a:pt x="122968" y="217551"/>
                      <a:pt x="129635" y="216313"/>
                    </a:cubicBezTo>
                    <a:lnTo>
                      <a:pt x="129635" y="180975"/>
                    </a:lnTo>
                    <a:cubicBezTo>
                      <a:pt x="135350" y="179356"/>
                      <a:pt x="140684" y="177070"/>
                      <a:pt x="145732" y="174308"/>
                    </a:cubicBezTo>
                    <a:lnTo>
                      <a:pt x="170783" y="199358"/>
                    </a:lnTo>
                    <a:cubicBezTo>
                      <a:pt x="182118" y="191643"/>
                      <a:pt x="191834" y="181928"/>
                      <a:pt x="199549" y="170593"/>
                    </a:cubicBezTo>
                    <a:lnTo>
                      <a:pt x="174593" y="145542"/>
                    </a:lnTo>
                    <a:cubicBezTo>
                      <a:pt x="177451" y="140494"/>
                      <a:pt x="179641" y="135064"/>
                      <a:pt x="181261" y="129445"/>
                    </a:cubicBezTo>
                    <a:lnTo>
                      <a:pt x="216598" y="129445"/>
                    </a:lnTo>
                    <a:close/>
                    <a:moveTo>
                      <a:pt x="109252" y="131255"/>
                    </a:moveTo>
                    <a:cubicBezTo>
                      <a:pt x="97060" y="131255"/>
                      <a:pt x="87249" y="121349"/>
                      <a:pt x="87249" y="109252"/>
                    </a:cubicBezTo>
                    <a:cubicBezTo>
                      <a:pt x="87249" y="97155"/>
                      <a:pt x="97155" y="87249"/>
                      <a:pt x="109252" y="87249"/>
                    </a:cubicBezTo>
                    <a:cubicBezTo>
                      <a:pt x="121348" y="87249"/>
                      <a:pt x="131255" y="97155"/>
                      <a:pt x="131255" y="109252"/>
                    </a:cubicBezTo>
                    <a:cubicBezTo>
                      <a:pt x="131255" y="121349"/>
                      <a:pt x="121348" y="131255"/>
                      <a:pt x="109252" y="13125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34" name="Google Shape;734;p24"/>
              <p:cNvGrpSpPr/>
              <p:nvPr/>
            </p:nvGrpSpPr>
            <p:grpSpPr>
              <a:xfrm>
                <a:off x="7512843" y="685800"/>
                <a:ext cx="213931" cy="243077"/>
                <a:chOff x="7512843" y="685800"/>
                <a:chExt cx="213931" cy="243077"/>
              </a:xfrm>
            </p:grpSpPr>
            <p:grpSp>
              <p:nvGrpSpPr>
                <p:cNvPr id="735" name="Google Shape;735;p24"/>
                <p:cNvGrpSpPr/>
                <p:nvPr/>
              </p:nvGrpSpPr>
              <p:grpSpPr>
                <a:xfrm>
                  <a:off x="7512843" y="836580"/>
                  <a:ext cx="213931" cy="92297"/>
                  <a:chOff x="7512843" y="836580"/>
                  <a:chExt cx="213931" cy="92297"/>
                </a:xfrm>
              </p:grpSpPr>
              <p:sp>
                <p:nvSpPr>
                  <p:cNvPr id="736" name="Google Shape;736;p24"/>
                  <p:cNvSpPr/>
                  <p:nvPr/>
                </p:nvSpPr>
                <p:spPr>
                  <a:xfrm>
                    <a:off x="7512843" y="856011"/>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7" name="Google Shape;737;p24"/>
                  <p:cNvSpPr/>
                  <p:nvPr/>
                </p:nvSpPr>
                <p:spPr>
                  <a:xfrm>
                    <a:off x="7512843" y="83658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38" name="Google Shape;738;p24"/>
                <p:cNvGrpSpPr/>
                <p:nvPr/>
              </p:nvGrpSpPr>
              <p:grpSpPr>
                <a:xfrm>
                  <a:off x="7512843" y="761238"/>
                  <a:ext cx="213931" cy="92296"/>
                  <a:chOff x="7512843" y="761238"/>
                  <a:chExt cx="213931" cy="92296"/>
                </a:xfrm>
              </p:grpSpPr>
              <p:sp>
                <p:nvSpPr>
                  <p:cNvPr id="739" name="Google Shape;739;p24"/>
                  <p:cNvSpPr/>
                  <p:nvPr/>
                </p:nvSpPr>
                <p:spPr>
                  <a:xfrm>
                    <a:off x="7512843" y="780668"/>
                    <a:ext cx="213931" cy="72866"/>
                  </a:xfrm>
                  <a:custGeom>
                    <a:avLst/>
                    <a:gdLst/>
                    <a:ahLst/>
                    <a:cxnLst/>
                    <a:rect l="l" t="t" r="r" b="b"/>
                    <a:pathLst>
                      <a:path w="213931" h="72866" extrusionOk="0">
                        <a:moveTo>
                          <a:pt x="0" y="0"/>
                        </a:moveTo>
                        <a:lnTo>
                          <a:pt x="0" y="53435"/>
                        </a:lnTo>
                        <a:cubicBezTo>
                          <a:pt x="0" y="64199"/>
                          <a:pt x="47911" y="72866"/>
                          <a:pt x="106966" y="72866"/>
                        </a:cubicBezTo>
                        <a:cubicBezTo>
                          <a:pt x="166021" y="72866"/>
                          <a:pt x="213932" y="64199"/>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0" name="Google Shape;740;p24"/>
                  <p:cNvSpPr/>
                  <p:nvPr/>
                </p:nvSpPr>
                <p:spPr>
                  <a:xfrm>
                    <a:off x="7512843" y="761238"/>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41" name="Google Shape;741;p24"/>
                <p:cNvGrpSpPr/>
                <p:nvPr/>
              </p:nvGrpSpPr>
              <p:grpSpPr>
                <a:xfrm>
                  <a:off x="7512843" y="685800"/>
                  <a:ext cx="213931" cy="92297"/>
                  <a:chOff x="7512843" y="685800"/>
                  <a:chExt cx="213931" cy="92297"/>
                </a:xfrm>
              </p:grpSpPr>
              <p:sp>
                <p:nvSpPr>
                  <p:cNvPr id="742" name="Google Shape;742;p24"/>
                  <p:cNvSpPr/>
                  <p:nvPr/>
                </p:nvSpPr>
                <p:spPr>
                  <a:xfrm>
                    <a:off x="7512843" y="705231"/>
                    <a:ext cx="213931" cy="72866"/>
                  </a:xfrm>
                  <a:custGeom>
                    <a:avLst/>
                    <a:gdLst/>
                    <a:ahLst/>
                    <a:cxnLst/>
                    <a:rect l="l" t="t" r="r" b="b"/>
                    <a:pathLst>
                      <a:path w="213931" h="72866" extrusionOk="0">
                        <a:moveTo>
                          <a:pt x="0" y="0"/>
                        </a:moveTo>
                        <a:lnTo>
                          <a:pt x="0" y="53435"/>
                        </a:lnTo>
                        <a:cubicBezTo>
                          <a:pt x="0" y="64198"/>
                          <a:pt x="47911" y="72866"/>
                          <a:pt x="106966" y="72866"/>
                        </a:cubicBezTo>
                        <a:cubicBezTo>
                          <a:pt x="166021" y="72866"/>
                          <a:pt x="213932" y="64198"/>
                          <a:pt x="213932" y="53435"/>
                        </a:cubicBezTo>
                        <a:lnTo>
                          <a:pt x="213932" y="0"/>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3" name="Google Shape;743;p24"/>
                  <p:cNvSpPr/>
                  <p:nvPr/>
                </p:nvSpPr>
                <p:spPr>
                  <a:xfrm>
                    <a:off x="7512843" y="685800"/>
                    <a:ext cx="213931" cy="38861"/>
                  </a:xfrm>
                  <a:custGeom>
                    <a:avLst/>
                    <a:gdLst/>
                    <a:ahLst/>
                    <a:cxnLst/>
                    <a:rect l="l" t="t" r="r" b="b"/>
                    <a:pathLst>
                      <a:path w="213931" h="38861" extrusionOk="0">
                        <a:moveTo>
                          <a:pt x="213932" y="19431"/>
                        </a:moveTo>
                        <a:cubicBezTo>
                          <a:pt x="213932" y="30162"/>
                          <a:pt x="166042" y="38862"/>
                          <a:pt x="106966" y="38862"/>
                        </a:cubicBezTo>
                        <a:cubicBezTo>
                          <a:pt x="47891" y="38862"/>
                          <a:pt x="1" y="30162"/>
                          <a:pt x="1" y="19431"/>
                        </a:cubicBezTo>
                        <a:cubicBezTo>
                          <a:pt x="1" y="8700"/>
                          <a:pt x="47891" y="0"/>
                          <a:pt x="106966" y="0"/>
                        </a:cubicBezTo>
                        <a:cubicBezTo>
                          <a:pt x="166042" y="0"/>
                          <a:pt x="213932" y="8700"/>
                          <a:pt x="213932" y="1943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74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748"/>
        <p:cNvGrpSpPr/>
        <p:nvPr/>
      </p:nvGrpSpPr>
      <p:grpSpPr>
        <a:xfrm>
          <a:off x="0" y="0"/>
          <a:ext cx="0" cy="0"/>
          <a:chOff x="0" y="0"/>
          <a:chExt cx="0" cy="0"/>
        </a:xfrm>
      </p:grpSpPr>
      <p:sp>
        <p:nvSpPr>
          <p:cNvPr id="749" name="Google Shape;749;p27"/>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1pPr>
            <a:lvl2pPr lvl="1"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2pPr>
            <a:lvl3pPr lvl="2"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3pPr>
            <a:lvl4pPr lvl="3"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4pPr>
            <a:lvl5pPr lvl="4"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5pPr>
            <a:lvl6pPr lvl="5"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6pPr>
            <a:lvl7pPr lvl="6"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7pPr>
            <a:lvl8pPr lvl="7"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8pPr>
            <a:lvl9pPr lvl="8" rtl="0">
              <a:spcBef>
                <a:spcPts val="0"/>
              </a:spcBef>
              <a:spcAft>
                <a:spcPts val="0"/>
              </a:spcAft>
              <a:buClr>
                <a:schemeClr val="dk1"/>
              </a:buClr>
              <a:buSzPts val="3000"/>
              <a:buFont typeface="Epilogue"/>
              <a:buNone/>
              <a:defRPr sz="3000" b="1">
                <a:solidFill>
                  <a:schemeClr val="dk1"/>
                </a:solidFill>
                <a:latin typeface="Epilogue"/>
                <a:ea typeface="Epilogue"/>
                <a:cs typeface="Epilogue"/>
                <a:sym typeface="Epilogu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1pPr>
            <a:lvl2pPr marL="914400" lvl="1"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2pPr>
            <a:lvl3pPr marL="1371600" lvl="2"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3pPr>
            <a:lvl4pPr marL="1828800" lvl="3"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4pPr>
            <a:lvl5pPr marL="2286000" lvl="4"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5pPr>
            <a:lvl6pPr marL="2743200" lvl="5"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6pPr>
            <a:lvl7pPr marL="3200400" lvl="6"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7pPr>
            <a:lvl8pPr marL="3657600" lvl="7"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8pPr>
            <a:lvl9pPr marL="4114800" lvl="8" indent="-304800">
              <a:lnSpc>
                <a:spcPct val="100000"/>
              </a:lnSpc>
              <a:spcBef>
                <a:spcPts val="0"/>
              </a:spcBef>
              <a:spcAft>
                <a:spcPts val="0"/>
              </a:spcAft>
              <a:buClr>
                <a:schemeClr val="dk1"/>
              </a:buClr>
              <a:buSzPts val="1200"/>
              <a:buFont typeface="Lato"/>
              <a:buChar char="■"/>
              <a:defRPr sz="1200">
                <a:solidFill>
                  <a:schemeClr val="dk1"/>
                </a:solidFill>
                <a:latin typeface="Lato"/>
                <a:ea typeface="Lato"/>
                <a:cs typeface="Lato"/>
                <a:sym typeface="La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744"/>
        <p:cNvGrpSpPr/>
        <p:nvPr/>
      </p:nvGrpSpPr>
      <p:grpSpPr>
        <a:xfrm>
          <a:off x="0" y="0"/>
          <a:ext cx="0" cy="0"/>
          <a:chOff x="0" y="0"/>
          <a:chExt cx="0" cy="0"/>
        </a:xfrm>
      </p:grpSpPr>
      <p:sp>
        <p:nvSpPr>
          <p:cNvPr id="745" name="Google Shape;745;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746" name="Google Shape;746;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13.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8" Type="http://schemas.openxmlformats.org/officeDocument/2006/relationships/slide" Target="slide34.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32.xml"/><Relationship Id="rId7" Type="http://schemas.openxmlformats.org/officeDocument/2006/relationships/slide" Target="slide40.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7.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6" Type="http://schemas.openxmlformats.org/officeDocument/2006/relationships/slide" Target="slide27.xml"/><Relationship Id="rId11" Type="http://schemas.openxmlformats.org/officeDocument/2006/relationships/hyperlink" Target="http://bit.ly/30B07Gq" TargetMode="External"/><Relationship Id="rId5" Type="http://schemas.openxmlformats.org/officeDocument/2006/relationships/slide" Target="slide28.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29.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8.xml"/><Relationship Id="rId1" Type="http://schemas.openxmlformats.org/officeDocument/2006/relationships/slideLayout" Target="../slideLayouts/slideLayout19.xml"/><Relationship Id="rId5" Type="http://schemas.openxmlformats.org/officeDocument/2006/relationships/image" Target="../media/image7.png"/><Relationship Id="rId4" Type="http://schemas.openxmlformats.org/officeDocument/2006/relationships/hyperlink" Target="https://docs.google.com/spreadsheets/d/1zm4f6xmFxQJjBY9nSNcEZn507wdT4umdrz3TkYWJCTw/copy?usp=sharing" TargetMode="Externa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1.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5.xml"/><Relationship Id="rId1" Type="http://schemas.openxmlformats.org/officeDocument/2006/relationships/slideLayout" Target="../slideLayouts/slideLayout20.xml"/><Relationship Id="rId5" Type="http://schemas.openxmlformats.org/officeDocument/2006/relationships/image" Target="../media/image9.png"/><Relationship Id="rId4" Type="http://schemas.openxmlformats.org/officeDocument/2006/relationships/hyperlink" Target="https://docs.google.com/spreadsheets/d/1zm4f6xmFxQJjBY9nSNcEZn507wdT4umdrz3TkYWJCTw/copy?usp=sharing" TargetMode="Externa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3" Type="http://schemas.openxmlformats.org/officeDocument/2006/relationships/hyperlink" Target="https://www.freepik.com/free-vector/creative-cms-concept-illustration-flat-design_11754597.htm/?utm_source=slidesgo_template&amp;utm_medium=referral-link&amp;utm_campaign=sg_resources&amp;utm_content=freepik" TargetMode="External"/><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hyperlink" Target="https://www.freepik.com/free-vector/illustrated-cms-concept-flat-design_11754572.htm/?utm_source=slidesgo_template&amp;utm_medium=referral-link&amp;utm_campaign=sg_resources&amp;utm_content=freepik" TargetMode="External"/><Relationship Id="rId2" Type="http://schemas.openxmlformats.org/officeDocument/2006/relationships/notesSlide" Target="../notesSlides/notesSlide28.xml"/><Relationship Id="rId1" Type="http://schemas.openxmlformats.org/officeDocument/2006/relationships/slideLayout" Target="../slideLayouts/slideLayout3.xml"/><Relationship Id="rId6" Type="http://schemas.openxmlformats.org/officeDocument/2006/relationships/hyperlink" Target="https://www.freepik.com/free-photo/people-working-together-animation-studio_21075153.htm/?utm_source=slidesgo_template&amp;utm_medium=referral-link&amp;utm_campaign=sg_resources&amp;utm_content=freepik" TargetMode="External"/><Relationship Id="rId5" Type="http://schemas.openxmlformats.org/officeDocument/2006/relationships/hyperlink" Target="https://www.freepik.com/free-photo/high-angle-man-working-laptop_40132868.htm/?utm_source=slidesgo_template&amp;utm_medium=referral-link&amp;utm_campaign=sg_resources&amp;utm_content=freepik" TargetMode="External"/><Relationship Id="rId4" Type="http://schemas.openxmlformats.org/officeDocument/2006/relationships/hyperlink" Target="https://www.freepik.com/free-vector/cms-concept-illustration-flat-design_11754592.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9.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7.xml"/></Relationships>
</file>

<file path=ppt/slides/_rels/slide3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0.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7.xml"/></Relationships>
</file>

<file path=ppt/slides/_rels/slide32.xml.rels><?xml version="1.0" encoding="UTF-8" standalone="yes"?>
<Relationships xmlns="http://schemas.openxmlformats.org/package/2006/relationships"><Relationship Id="rId3" Type="http://schemas.openxmlformats.org/officeDocument/2006/relationships/hyperlink" Target="https://fonts.google.com/specimen/Epilogue" TargetMode="External"/><Relationship Id="rId2" Type="http://schemas.openxmlformats.org/officeDocument/2006/relationships/notesSlide" Target="../notesSlides/notesSlide31.xml"/><Relationship Id="rId1" Type="http://schemas.openxmlformats.org/officeDocument/2006/relationships/slideLayout" Target="../slideLayouts/slideLayout25.xml"/><Relationship Id="rId4" Type="http://schemas.openxmlformats.org/officeDocument/2006/relationships/hyperlink" Target="https://fonts.google.com/specimen/Lato" TargetMode="External"/></Relationships>
</file>

<file path=ppt/slides/_rels/slide3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4.png"/><Relationship Id="rId2" Type="http://schemas.openxmlformats.org/officeDocument/2006/relationships/notesSlide" Target="../notesSlides/notesSlide32.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2.png"/><Relationship Id="rId4" Type="http://schemas.openxmlformats.org/officeDocument/2006/relationships/image" Target="../media/image10.png"/><Relationship Id="rId9" Type="http://schemas.openxmlformats.org/officeDocument/2006/relationships/image" Target="../media/image11.png"/></Relationships>
</file>

<file path=ppt/slides/_rels/slide3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6.xml"/><Relationship Id="rId1" Type="http://schemas.openxmlformats.org/officeDocument/2006/relationships/slideLayout" Target="../slideLayouts/slideLayout24.xm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753"/>
        <p:cNvGrpSpPr/>
        <p:nvPr/>
      </p:nvGrpSpPr>
      <p:grpSpPr>
        <a:xfrm>
          <a:off x="0" y="0"/>
          <a:ext cx="0" cy="0"/>
          <a:chOff x="0" y="0"/>
          <a:chExt cx="0" cy="0"/>
        </a:xfrm>
      </p:grpSpPr>
      <p:sp>
        <p:nvSpPr>
          <p:cNvPr id="754" name="Google Shape;754;p28"/>
          <p:cNvSpPr/>
          <p:nvPr/>
        </p:nvSpPr>
        <p:spPr>
          <a:xfrm rot="1053742">
            <a:off x="4909608" y="421118"/>
            <a:ext cx="4314987" cy="4418593"/>
          </a:xfrm>
          <a:custGeom>
            <a:avLst/>
            <a:gdLst/>
            <a:ahLst/>
            <a:cxnLst/>
            <a:rect l="l" t="t" r="r" b="b"/>
            <a:pathLst>
              <a:path w="45721" h="44028" extrusionOk="0">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5" name="Google Shape;755;p28"/>
          <p:cNvSpPr txBox="1">
            <a:spLocks noGrp="1"/>
          </p:cNvSpPr>
          <p:nvPr>
            <p:ph type="ctrTitle"/>
          </p:nvPr>
        </p:nvSpPr>
        <p:spPr>
          <a:xfrm>
            <a:off x="713225" y="776830"/>
            <a:ext cx="7449939" cy="146765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800" dirty="0">
                <a:latin typeface="Franklin Gothic Demi" panose="020B0703020102020204" pitchFamily="34" charset="0"/>
              </a:rPr>
              <a:t>Выпускная квалификационная работа</a:t>
            </a:r>
            <a:br>
              <a:rPr lang="en-US" sz="2800" dirty="0">
                <a:latin typeface="Franklin Gothic Demi" panose="020B0703020102020204" pitchFamily="34" charset="0"/>
              </a:rPr>
            </a:br>
            <a:r>
              <a:rPr lang="ru-RU" sz="2800" dirty="0">
                <a:latin typeface="Franklin Gothic Demi" panose="020B0703020102020204" pitchFamily="34" charset="0"/>
              </a:rPr>
              <a:t>Тема: «Сервис для организации праздничных пожеланий»</a:t>
            </a:r>
            <a:endParaRPr sz="2800" dirty="0">
              <a:latin typeface="Franklin Gothic Demi" panose="020B0703020102020204" pitchFamily="34" charset="0"/>
            </a:endParaRPr>
          </a:p>
        </p:txBody>
      </p:sp>
      <p:sp>
        <p:nvSpPr>
          <p:cNvPr id="756" name="Google Shape;756;p28"/>
          <p:cNvSpPr txBox="1">
            <a:spLocks noGrp="1"/>
          </p:cNvSpPr>
          <p:nvPr>
            <p:ph type="subTitle" idx="1"/>
          </p:nvPr>
        </p:nvSpPr>
        <p:spPr>
          <a:xfrm>
            <a:off x="713225" y="3523200"/>
            <a:ext cx="4112100"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t>Выполнил: </a:t>
            </a:r>
            <a:r>
              <a:rPr lang="ru-RU" dirty="0" err="1"/>
              <a:t>Шарунов</a:t>
            </a:r>
            <a:r>
              <a:rPr lang="ru-RU" dirty="0"/>
              <a:t> Роман Дмитриевич</a:t>
            </a:r>
          </a:p>
          <a:p>
            <a:pPr marL="0" lvl="0" indent="0" algn="l" rtl="0">
              <a:spcBef>
                <a:spcPts val="0"/>
              </a:spcBef>
              <a:spcAft>
                <a:spcPts val="0"/>
              </a:spcAft>
              <a:buNone/>
            </a:pPr>
            <a:r>
              <a:rPr lang="ru-RU" dirty="0"/>
              <a:t>Группа: ИУК5-41М</a:t>
            </a:r>
          </a:p>
          <a:p>
            <a:pPr marL="0" lvl="0" indent="0" algn="l" rtl="0">
              <a:spcBef>
                <a:spcPts val="0"/>
              </a:spcBef>
              <a:spcAft>
                <a:spcPts val="0"/>
              </a:spcAft>
              <a:buNone/>
            </a:pPr>
            <a:r>
              <a:rPr lang="ru-RU" dirty="0"/>
              <a:t>Научный руководитель: </a:t>
            </a:r>
            <a:r>
              <a:rPr lang="ru-RU" dirty="0" err="1"/>
              <a:t>Трешневская</a:t>
            </a:r>
            <a:r>
              <a:rPr lang="ru-RU" dirty="0"/>
              <a:t> Вероника </a:t>
            </a:r>
            <a:r>
              <a:rPr lang="ru-RU" dirty="0" err="1"/>
              <a:t>Октавиановна</a:t>
            </a:r>
            <a:endParaRPr dirty="0"/>
          </a:p>
        </p:txBody>
      </p:sp>
      <p:grpSp>
        <p:nvGrpSpPr>
          <p:cNvPr id="184" name="Google Shape;1832;p49">
            <a:extLst>
              <a:ext uri="{FF2B5EF4-FFF2-40B4-BE49-F238E27FC236}">
                <a16:creationId xmlns:a16="http://schemas.microsoft.com/office/drawing/2014/main" id="{AE1C3416-1B7E-4F11-B127-AE9A15BF1C2F}"/>
              </a:ext>
            </a:extLst>
          </p:cNvPr>
          <p:cNvGrpSpPr/>
          <p:nvPr/>
        </p:nvGrpSpPr>
        <p:grpSpPr>
          <a:xfrm rot="656610">
            <a:off x="6469997" y="1917218"/>
            <a:ext cx="2076568" cy="352897"/>
            <a:chOff x="5758338" y="1286732"/>
            <a:chExt cx="1216247" cy="206692"/>
          </a:xfrm>
        </p:grpSpPr>
        <p:grpSp>
          <p:nvGrpSpPr>
            <p:cNvPr id="185" name="Google Shape;1833;p49">
              <a:extLst>
                <a:ext uri="{FF2B5EF4-FFF2-40B4-BE49-F238E27FC236}">
                  <a16:creationId xmlns:a16="http://schemas.microsoft.com/office/drawing/2014/main" id="{6D19C80E-D4E1-4F8A-AC7A-806C6FE56359}"/>
                </a:ext>
              </a:extLst>
            </p:cNvPr>
            <p:cNvGrpSpPr/>
            <p:nvPr/>
          </p:nvGrpSpPr>
          <p:grpSpPr>
            <a:xfrm>
              <a:off x="5758338" y="1286732"/>
              <a:ext cx="1216247" cy="206692"/>
              <a:chOff x="5758338" y="1286732"/>
              <a:chExt cx="1216247" cy="206692"/>
            </a:xfrm>
          </p:grpSpPr>
          <p:grpSp>
            <p:nvGrpSpPr>
              <p:cNvPr id="187" name="Google Shape;1834;p49">
                <a:extLst>
                  <a:ext uri="{FF2B5EF4-FFF2-40B4-BE49-F238E27FC236}">
                    <a16:creationId xmlns:a16="http://schemas.microsoft.com/office/drawing/2014/main" id="{2F6B32E0-FDF4-49BE-859E-84242423FDF3}"/>
                  </a:ext>
                </a:extLst>
              </p:cNvPr>
              <p:cNvGrpSpPr/>
              <p:nvPr/>
            </p:nvGrpSpPr>
            <p:grpSpPr>
              <a:xfrm>
                <a:off x="5758338" y="1286732"/>
                <a:ext cx="1216247" cy="206692"/>
                <a:chOff x="5758338" y="1286732"/>
                <a:chExt cx="1216247" cy="206692"/>
              </a:xfrm>
            </p:grpSpPr>
            <p:sp>
              <p:nvSpPr>
                <p:cNvPr id="189" name="Google Shape;1835;p49">
                  <a:extLst>
                    <a:ext uri="{FF2B5EF4-FFF2-40B4-BE49-F238E27FC236}">
                      <a16:creationId xmlns:a16="http://schemas.microsoft.com/office/drawing/2014/main" id="{F91AD6C6-A5E9-4C11-B8C0-8B33B774690B}"/>
                    </a:ext>
                  </a:extLst>
                </p:cNvPr>
                <p:cNvSpPr/>
                <p:nvPr/>
              </p:nvSpPr>
              <p:spPr>
                <a:xfrm>
                  <a:off x="5758338" y="1286732"/>
                  <a:ext cx="1216247" cy="206692"/>
                </a:xfrm>
                <a:custGeom>
                  <a:avLst/>
                  <a:gdLst/>
                  <a:ahLst/>
                  <a:cxnLst/>
                  <a:rect l="l" t="t" r="r" b="b"/>
                  <a:pathLst>
                    <a:path w="1216247" h="206692" extrusionOk="0">
                      <a:moveTo>
                        <a:pt x="1216247" y="44672"/>
                      </a:moveTo>
                      <a:lnTo>
                        <a:pt x="1216247" y="161925"/>
                      </a:lnTo>
                      <a:cubicBezTo>
                        <a:pt x="1216247" y="186595"/>
                        <a:pt x="1196245" y="206693"/>
                        <a:pt x="1171480" y="206693"/>
                      </a:cubicBezTo>
                      <a:lnTo>
                        <a:pt x="44768" y="206693"/>
                      </a:lnTo>
                      <a:cubicBezTo>
                        <a:pt x="32385" y="206693"/>
                        <a:pt x="21146" y="201644"/>
                        <a:pt x="12954" y="193453"/>
                      </a:cubicBezTo>
                      <a:cubicBezTo>
                        <a:pt x="5048" y="185452"/>
                        <a:pt x="0" y="174308"/>
                        <a:pt x="0" y="162020"/>
                      </a:cubicBezTo>
                      <a:lnTo>
                        <a:pt x="0" y="44768"/>
                      </a:lnTo>
                      <a:cubicBezTo>
                        <a:pt x="0" y="20003"/>
                        <a:pt x="20098" y="0"/>
                        <a:pt x="44768" y="0"/>
                      </a:cubicBezTo>
                      <a:lnTo>
                        <a:pt x="1171480" y="0"/>
                      </a:lnTo>
                      <a:cubicBezTo>
                        <a:pt x="1186053" y="0"/>
                        <a:pt x="1199007" y="6953"/>
                        <a:pt x="1207199" y="17812"/>
                      </a:cubicBezTo>
                      <a:cubicBezTo>
                        <a:pt x="1212914" y="25337"/>
                        <a:pt x="1216247" y="34576"/>
                        <a:pt x="1216247" y="44768"/>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a:sym typeface="Calibri"/>
                  </a:endParaRPr>
                </a:p>
              </p:txBody>
            </p:sp>
            <p:sp>
              <p:nvSpPr>
                <p:cNvPr id="190" name="Google Shape;1836;p49">
                  <a:extLst>
                    <a:ext uri="{FF2B5EF4-FFF2-40B4-BE49-F238E27FC236}">
                      <a16:creationId xmlns:a16="http://schemas.microsoft.com/office/drawing/2014/main" id="{7282FCCB-A941-4EEE-9352-F502AAD61C45}"/>
                    </a:ext>
                  </a:extLst>
                </p:cNvPr>
                <p:cNvSpPr/>
                <p:nvPr/>
              </p:nvSpPr>
              <p:spPr>
                <a:xfrm>
                  <a:off x="5769673" y="1300352"/>
                  <a:ext cx="1204912" cy="193071"/>
                </a:xfrm>
                <a:custGeom>
                  <a:avLst/>
                  <a:gdLst/>
                  <a:ahLst/>
                  <a:cxnLst/>
                  <a:rect l="l" t="t" r="r" b="b"/>
                  <a:pathLst>
                    <a:path w="1204912" h="193071" extrusionOk="0">
                      <a:moveTo>
                        <a:pt x="1204913" y="31052"/>
                      </a:moveTo>
                      <a:lnTo>
                        <a:pt x="1204913" y="148304"/>
                      </a:lnTo>
                      <a:cubicBezTo>
                        <a:pt x="1204913" y="172974"/>
                        <a:pt x="1184910" y="193072"/>
                        <a:pt x="1160145" y="193072"/>
                      </a:cubicBezTo>
                      <a:lnTo>
                        <a:pt x="33433" y="193072"/>
                      </a:lnTo>
                      <a:cubicBezTo>
                        <a:pt x="21050" y="193072"/>
                        <a:pt x="9811" y="188024"/>
                        <a:pt x="1619" y="179832"/>
                      </a:cubicBezTo>
                      <a:cubicBezTo>
                        <a:pt x="476" y="176403"/>
                        <a:pt x="0" y="172879"/>
                        <a:pt x="0" y="169069"/>
                      </a:cubicBezTo>
                      <a:lnTo>
                        <a:pt x="0" y="37719"/>
                      </a:lnTo>
                      <a:cubicBezTo>
                        <a:pt x="0" y="16955"/>
                        <a:pt x="16954" y="0"/>
                        <a:pt x="37719" y="0"/>
                      </a:cubicBezTo>
                      <a:lnTo>
                        <a:pt x="1178528" y="0"/>
                      </a:lnTo>
                      <a:cubicBezTo>
                        <a:pt x="1184815" y="0"/>
                        <a:pt x="1190625" y="1524"/>
                        <a:pt x="1195769" y="4191"/>
                      </a:cubicBezTo>
                      <a:cubicBezTo>
                        <a:pt x="1201484" y="11716"/>
                        <a:pt x="1204818" y="20955"/>
                        <a:pt x="1204818" y="3114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a:sym typeface="Calibri"/>
                  </a:endParaRPr>
                </a:p>
              </p:txBody>
            </p:sp>
          </p:grpSp>
          <p:sp>
            <p:nvSpPr>
              <p:cNvPr id="188" name="Google Shape;1837;p49">
                <a:extLst>
                  <a:ext uri="{FF2B5EF4-FFF2-40B4-BE49-F238E27FC236}">
                    <a16:creationId xmlns:a16="http://schemas.microsoft.com/office/drawing/2014/main" id="{808C3FBC-E0B8-4899-BA49-A0D57ADDCC36}"/>
                  </a:ext>
                </a:extLst>
              </p:cNvPr>
              <p:cNvSpPr/>
              <p:nvPr/>
            </p:nvSpPr>
            <p:spPr>
              <a:xfrm>
                <a:off x="6791039" y="1309973"/>
                <a:ext cx="159734" cy="159734"/>
              </a:xfrm>
              <a:custGeom>
                <a:avLst/>
                <a:gdLst/>
                <a:ahLst/>
                <a:cxnLst/>
                <a:rect l="l" t="t" r="r" b="b"/>
                <a:pathLst>
                  <a:path w="159734" h="159734" extrusionOk="0">
                    <a:moveTo>
                      <a:pt x="143351" y="0"/>
                    </a:moveTo>
                    <a:cubicBezTo>
                      <a:pt x="152399" y="0"/>
                      <a:pt x="159734" y="7335"/>
                      <a:pt x="159734" y="16383"/>
                    </a:cubicBezTo>
                    <a:lnTo>
                      <a:pt x="159734" y="143351"/>
                    </a:lnTo>
                    <a:cubicBezTo>
                      <a:pt x="159734" y="152399"/>
                      <a:pt x="152399" y="159734"/>
                      <a:pt x="143351" y="159734"/>
                    </a:cubicBezTo>
                    <a:lnTo>
                      <a:pt x="16383" y="159734"/>
                    </a:lnTo>
                    <a:cubicBezTo>
                      <a:pt x="7335" y="159734"/>
                      <a:pt x="0" y="152399"/>
                      <a:pt x="0" y="143351"/>
                    </a:cubicBezTo>
                    <a:lnTo>
                      <a:pt x="0" y="16383"/>
                    </a:lnTo>
                    <a:cubicBezTo>
                      <a:pt x="0" y="7335"/>
                      <a:pt x="7335" y="0"/>
                      <a:pt x="16383"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a:sym typeface="Calibri"/>
                </a:endParaRPr>
              </a:p>
            </p:txBody>
          </p:sp>
        </p:grpSp>
        <p:sp>
          <p:nvSpPr>
            <p:cNvPr id="186" name="Google Shape;1838;p49">
              <a:extLst>
                <a:ext uri="{FF2B5EF4-FFF2-40B4-BE49-F238E27FC236}">
                  <a16:creationId xmlns:a16="http://schemas.microsoft.com/office/drawing/2014/main" id="{32FF6817-8978-4E1A-8A9D-F8FB775BE26B}"/>
                </a:ext>
              </a:extLst>
            </p:cNvPr>
            <p:cNvSpPr/>
            <p:nvPr/>
          </p:nvSpPr>
          <p:spPr>
            <a:xfrm>
              <a:off x="6813613" y="1330452"/>
              <a:ext cx="118109" cy="117729"/>
            </a:xfrm>
            <a:custGeom>
              <a:avLst/>
              <a:gdLst/>
              <a:ahLst/>
              <a:cxnLst/>
              <a:rect l="l" t="t" r="r" b="b"/>
              <a:pathLst>
                <a:path w="118109" h="117729" extrusionOk="0">
                  <a:moveTo>
                    <a:pt x="114681" y="97441"/>
                  </a:moveTo>
                  <a:lnTo>
                    <a:pt x="85249" y="68008"/>
                  </a:lnTo>
                  <a:lnTo>
                    <a:pt x="80486" y="72771"/>
                  </a:lnTo>
                  <a:lnTo>
                    <a:pt x="75152" y="67437"/>
                  </a:lnTo>
                  <a:cubicBezTo>
                    <a:pt x="87820" y="50959"/>
                    <a:pt x="86773" y="27337"/>
                    <a:pt x="71723" y="12287"/>
                  </a:cubicBezTo>
                  <a:cubicBezTo>
                    <a:pt x="55340" y="-4096"/>
                    <a:pt x="28670" y="-4096"/>
                    <a:pt x="12287" y="12287"/>
                  </a:cubicBezTo>
                  <a:cubicBezTo>
                    <a:pt x="-4096" y="28670"/>
                    <a:pt x="-4096" y="55340"/>
                    <a:pt x="12287" y="71723"/>
                  </a:cubicBezTo>
                  <a:cubicBezTo>
                    <a:pt x="27527" y="86963"/>
                    <a:pt x="51530" y="87821"/>
                    <a:pt x="68009" y="74771"/>
                  </a:cubicBezTo>
                  <a:lnTo>
                    <a:pt x="73343" y="80105"/>
                  </a:lnTo>
                  <a:lnTo>
                    <a:pt x="68580" y="84868"/>
                  </a:lnTo>
                  <a:lnTo>
                    <a:pt x="98012" y="114300"/>
                  </a:lnTo>
                  <a:cubicBezTo>
                    <a:pt x="102584" y="118872"/>
                    <a:pt x="110109" y="118872"/>
                    <a:pt x="114681" y="114300"/>
                  </a:cubicBezTo>
                  <a:lnTo>
                    <a:pt x="114681" y="114300"/>
                  </a:lnTo>
                  <a:cubicBezTo>
                    <a:pt x="119253" y="109728"/>
                    <a:pt x="119253" y="102203"/>
                    <a:pt x="114681" y="97631"/>
                  </a:cubicBezTo>
                  <a:close/>
                  <a:moveTo>
                    <a:pt x="41910" y="72581"/>
                  </a:moveTo>
                  <a:cubicBezTo>
                    <a:pt x="38576" y="72581"/>
                    <a:pt x="35338" y="72009"/>
                    <a:pt x="32290" y="71056"/>
                  </a:cubicBezTo>
                  <a:cubicBezTo>
                    <a:pt x="23812" y="68294"/>
                    <a:pt x="16859" y="61913"/>
                    <a:pt x="13526" y="53626"/>
                  </a:cubicBezTo>
                  <a:cubicBezTo>
                    <a:pt x="12002" y="50006"/>
                    <a:pt x="11144" y="46006"/>
                    <a:pt x="11144" y="41815"/>
                  </a:cubicBezTo>
                  <a:cubicBezTo>
                    <a:pt x="11144" y="24860"/>
                    <a:pt x="24955" y="11049"/>
                    <a:pt x="41910" y="11049"/>
                  </a:cubicBezTo>
                  <a:cubicBezTo>
                    <a:pt x="46101" y="11049"/>
                    <a:pt x="50102" y="11906"/>
                    <a:pt x="53721" y="13430"/>
                  </a:cubicBezTo>
                  <a:cubicBezTo>
                    <a:pt x="61912" y="16859"/>
                    <a:pt x="68294" y="23717"/>
                    <a:pt x="71152" y="32290"/>
                  </a:cubicBezTo>
                  <a:cubicBezTo>
                    <a:pt x="72104" y="35338"/>
                    <a:pt x="72676" y="38481"/>
                    <a:pt x="72676" y="41910"/>
                  </a:cubicBezTo>
                  <a:cubicBezTo>
                    <a:pt x="72676" y="58865"/>
                    <a:pt x="58960" y="72676"/>
                    <a:pt x="41910" y="72676"/>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a:sym typeface="Calibri"/>
              </a:endParaRPr>
            </a:p>
          </p:txBody>
        </p:sp>
      </p:grpSp>
      <p:grpSp>
        <p:nvGrpSpPr>
          <p:cNvPr id="201" name="Google Shape;1860;p49">
            <a:extLst>
              <a:ext uri="{FF2B5EF4-FFF2-40B4-BE49-F238E27FC236}">
                <a16:creationId xmlns:a16="http://schemas.microsoft.com/office/drawing/2014/main" id="{0FCD3C68-097F-4C53-A3B7-93AAE75EB422}"/>
              </a:ext>
            </a:extLst>
          </p:cNvPr>
          <p:cNvGrpSpPr/>
          <p:nvPr/>
        </p:nvGrpSpPr>
        <p:grpSpPr>
          <a:xfrm rot="696850">
            <a:off x="6990734" y="3247879"/>
            <a:ext cx="1098594" cy="1068307"/>
            <a:chOff x="8068023" y="1331404"/>
            <a:chExt cx="725519" cy="705517"/>
          </a:xfrm>
        </p:grpSpPr>
        <p:grpSp>
          <p:nvGrpSpPr>
            <p:cNvPr id="202" name="Google Shape;1861;p49">
              <a:extLst>
                <a:ext uri="{FF2B5EF4-FFF2-40B4-BE49-F238E27FC236}">
                  <a16:creationId xmlns:a16="http://schemas.microsoft.com/office/drawing/2014/main" id="{01322935-1958-405E-8B2D-32AFE2C8C193}"/>
                </a:ext>
              </a:extLst>
            </p:cNvPr>
            <p:cNvGrpSpPr/>
            <p:nvPr/>
          </p:nvGrpSpPr>
          <p:grpSpPr>
            <a:xfrm>
              <a:off x="8068023" y="1407699"/>
              <a:ext cx="342614" cy="473297"/>
              <a:chOff x="8675560" y="1407699"/>
              <a:chExt cx="342614" cy="473297"/>
            </a:xfrm>
          </p:grpSpPr>
          <p:sp>
            <p:nvSpPr>
              <p:cNvPr id="233" name="Google Shape;1862;p49">
                <a:extLst>
                  <a:ext uri="{FF2B5EF4-FFF2-40B4-BE49-F238E27FC236}">
                    <a16:creationId xmlns:a16="http://schemas.microsoft.com/office/drawing/2014/main" id="{83D6E43C-4FB7-4C05-AFEE-BB5E83DA8733}"/>
                  </a:ext>
                </a:extLst>
              </p:cNvPr>
              <p:cNvSpPr/>
              <p:nvPr/>
            </p:nvSpPr>
            <p:spPr>
              <a:xfrm>
                <a:off x="8675560" y="1407699"/>
                <a:ext cx="342614" cy="473297"/>
              </a:xfrm>
              <a:custGeom>
                <a:avLst/>
                <a:gdLst/>
                <a:ahLst/>
                <a:cxnLst/>
                <a:rect l="l" t="t" r="r" b="b"/>
                <a:pathLst>
                  <a:path w="342614" h="473297" extrusionOk="0">
                    <a:moveTo>
                      <a:pt x="0" y="0"/>
                    </a:moveTo>
                    <a:lnTo>
                      <a:pt x="342614" y="0"/>
                    </a:lnTo>
                    <a:lnTo>
                      <a:pt x="342614" y="473297"/>
                    </a:lnTo>
                    <a:lnTo>
                      <a:pt x="0" y="473297"/>
                    </a:lnTo>
                    <a:close/>
                  </a:path>
                </a:pathLst>
              </a:custGeom>
              <a:solidFill>
                <a:schemeClr val="accent5"/>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 name="Google Shape;1863;p49">
                <a:extLst>
                  <a:ext uri="{FF2B5EF4-FFF2-40B4-BE49-F238E27FC236}">
                    <a16:creationId xmlns:a16="http://schemas.microsoft.com/office/drawing/2014/main" id="{9D8581BE-C33C-4AA6-9883-6EB8F00A3137}"/>
                  </a:ext>
                </a:extLst>
              </p:cNvPr>
              <p:cNvSpPr/>
              <p:nvPr/>
            </p:nvSpPr>
            <p:spPr>
              <a:xfrm>
                <a:off x="8675560" y="1407699"/>
                <a:ext cx="89439" cy="89535"/>
              </a:xfrm>
              <a:custGeom>
                <a:avLst/>
                <a:gdLst/>
                <a:ahLst/>
                <a:cxnLst/>
                <a:rect l="l" t="t" r="r" b="b"/>
                <a:pathLst>
                  <a:path w="89439" h="89535" extrusionOk="0">
                    <a:moveTo>
                      <a:pt x="89440" y="0"/>
                    </a:moveTo>
                    <a:lnTo>
                      <a:pt x="0" y="0"/>
                    </a:lnTo>
                    <a:lnTo>
                      <a:pt x="0" y="89535"/>
                    </a:lnTo>
                    <a:lnTo>
                      <a:pt x="89440" y="0"/>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 name="Google Shape;1864;p49">
                <a:extLst>
                  <a:ext uri="{FF2B5EF4-FFF2-40B4-BE49-F238E27FC236}">
                    <a16:creationId xmlns:a16="http://schemas.microsoft.com/office/drawing/2014/main" id="{85C7E52F-AE31-4107-A4F3-180D0B6DF20F}"/>
                  </a:ext>
                </a:extLst>
              </p:cNvPr>
              <p:cNvSpPr/>
              <p:nvPr/>
            </p:nvSpPr>
            <p:spPr>
              <a:xfrm>
                <a:off x="8747664" y="146075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 name="Google Shape;1865;p49">
                <a:extLst>
                  <a:ext uri="{FF2B5EF4-FFF2-40B4-BE49-F238E27FC236}">
                    <a16:creationId xmlns:a16="http://schemas.microsoft.com/office/drawing/2014/main" id="{8647E36B-1887-498A-B24F-807DFC50C71A}"/>
                  </a:ext>
                </a:extLst>
              </p:cNvPr>
              <p:cNvSpPr/>
              <p:nvPr/>
            </p:nvSpPr>
            <p:spPr>
              <a:xfrm>
                <a:off x="8747664" y="149256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 name="Google Shape;1866;p49">
                <a:extLst>
                  <a:ext uri="{FF2B5EF4-FFF2-40B4-BE49-F238E27FC236}">
                    <a16:creationId xmlns:a16="http://schemas.microsoft.com/office/drawing/2014/main" id="{C1565E93-7D2E-49E5-A51C-0BF6BE58F563}"/>
                  </a:ext>
                </a:extLst>
              </p:cNvPr>
              <p:cNvSpPr/>
              <p:nvPr/>
            </p:nvSpPr>
            <p:spPr>
              <a:xfrm>
                <a:off x="8747664" y="152438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8" name="Google Shape;1867;p49">
                <a:extLst>
                  <a:ext uri="{FF2B5EF4-FFF2-40B4-BE49-F238E27FC236}">
                    <a16:creationId xmlns:a16="http://schemas.microsoft.com/office/drawing/2014/main" id="{32CCF586-CDCD-461C-B071-B0C5EEBB0A08}"/>
                  </a:ext>
                </a:extLst>
              </p:cNvPr>
              <p:cNvSpPr/>
              <p:nvPr/>
            </p:nvSpPr>
            <p:spPr>
              <a:xfrm>
                <a:off x="8747664" y="155619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9" name="Google Shape;1868;p49">
                <a:extLst>
                  <a:ext uri="{FF2B5EF4-FFF2-40B4-BE49-F238E27FC236}">
                    <a16:creationId xmlns:a16="http://schemas.microsoft.com/office/drawing/2014/main" id="{3F40D433-6BCF-410D-B170-A0FA33D5317C}"/>
                  </a:ext>
                </a:extLst>
              </p:cNvPr>
              <p:cNvSpPr/>
              <p:nvPr/>
            </p:nvSpPr>
            <p:spPr>
              <a:xfrm>
                <a:off x="8747664" y="1588103"/>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0" name="Google Shape;1869;p49">
                <a:extLst>
                  <a:ext uri="{FF2B5EF4-FFF2-40B4-BE49-F238E27FC236}">
                    <a16:creationId xmlns:a16="http://schemas.microsoft.com/office/drawing/2014/main" id="{8B3D0007-67C2-4403-BEF2-07D0BF71FDDA}"/>
                  </a:ext>
                </a:extLst>
              </p:cNvPr>
              <p:cNvSpPr/>
              <p:nvPr/>
            </p:nvSpPr>
            <p:spPr>
              <a:xfrm>
                <a:off x="8747664" y="1619916"/>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1" name="Google Shape;1870;p49">
                <a:extLst>
                  <a:ext uri="{FF2B5EF4-FFF2-40B4-BE49-F238E27FC236}">
                    <a16:creationId xmlns:a16="http://schemas.microsoft.com/office/drawing/2014/main" id="{95E13EDE-2A65-447D-970C-34CDA490FF0F}"/>
                  </a:ext>
                </a:extLst>
              </p:cNvPr>
              <p:cNvSpPr/>
              <p:nvPr/>
            </p:nvSpPr>
            <p:spPr>
              <a:xfrm>
                <a:off x="8747664" y="165173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2" name="Google Shape;1871;p49">
                <a:extLst>
                  <a:ext uri="{FF2B5EF4-FFF2-40B4-BE49-F238E27FC236}">
                    <a16:creationId xmlns:a16="http://schemas.microsoft.com/office/drawing/2014/main" id="{27B8BD89-F7E1-4105-A99F-824503935A82}"/>
                  </a:ext>
                </a:extLst>
              </p:cNvPr>
              <p:cNvSpPr/>
              <p:nvPr/>
            </p:nvSpPr>
            <p:spPr>
              <a:xfrm>
                <a:off x="8747664" y="1683543"/>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3" name="Google Shape;1872;p49">
                <a:extLst>
                  <a:ext uri="{FF2B5EF4-FFF2-40B4-BE49-F238E27FC236}">
                    <a16:creationId xmlns:a16="http://schemas.microsoft.com/office/drawing/2014/main" id="{D78D321A-D17C-4C0E-87C0-71C2FEA1008A}"/>
                  </a:ext>
                </a:extLst>
              </p:cNvPr>
              <p:cNvSpPr/>
              <p:nvPr/>
            </p:nvSpPr>
            <p:spPr>
              <a:xfrm>
                <a:off x="8747664" y="171535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4" name="Google Shape;1873;p49">
                <a:extLst>
                  <a:ext uri="{FF2B5EF4-FFF2-40B4-BE49-F238E27FC236}">
                    <a16:creationId xmlns:a16="http://schemas.microsoft.com/office/drawing/2014/main" id="{52E0F392-A83D-4350-98E7-347327FA7A84}"/>
                  </a:ext>
                </a:extLst>
              </p:cNvPr>
              <p:cNvSpPr/>
              <p:nvPr/>
            </p:nvSpPr>
            <p:spPr>
              <a:xfrm>
                <a:off x="8747664" y="174717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5" name="Google Shape;1874;p49">
                <a:extLst>
                  <a:ext uri="{FF2B5EF4-FFF2-40B4-BE49-F238E27FC236}">
                    <a16:creationId xmlns:a16="http://schemas.microsoft.com/office/drawing/2014/main" id="{D50720CD-2C70-48D7-82CC-A6CE5D172E02}"/>
                  </a:ext>
                </a:extLst>
              </p:cNvPr>
              <p:cNvSpPr/>
              <p:nvPr/>
            </p:nvSpPr>
            <p:spPr>
              <a:xfrm>
                <a:off x="8747664" y="1779079"/>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6" name="Google Shape;1875;p49">
                <a:extLst>
                  <a:ext uri="{FF2B5EF4-FFF2-40B4-BE49-F238E27FC236}">
                    <a16:creationId xmlns:a16="http://schemas.microsoft.com/office/drawing/2014/main" id="{B7245684-88A7-42AF-B2DE-76A257863BFD}"/>
                  </a:ext>
                </a:extLst>
              </p:cNvPr>
              <p:cNvSpPr/>
              <p:nvPr/>
            </p:nvSpPr>
            <p:spPr>
              <a:xfrm>
                <a:off x="8747664" y="1810893"/>
                <a:ext cx="120015" cy="11048"/>
              </a:xfrm>
              <a:custGeom>
                <a:avLst/>
                <a:gdLst/>
                <a:ahLst/>
                <a:cxnLst/>
                <a:rect l="l" t="t" r="r" b="b"/>
                <a:pathLst>
                  <a:path w="120015" h="11048" extrusionOk="0">
                    <a:moveTo>
                      <a:pt x="0" y="0"/>
                    </a:moveTo>
                    <a:lnTo>
                      <a:pt x="120015" y="0"/>
                    </a:lnTo>
                    <a:lnTo>
                      <a:pt x="120015"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03" name="Google Shape;1876;p49">
              <a:extLst>
                <a:ext uri="{FF2B5EF4-FFF2-40B4-BE49-F238E27FC236}">
                  <a16:creationId xmlns:a16="http://schemas.microsoft.com/office/drawing/2014/main" id="{02D1CEED-D0CD-42F4-B4C6-21EDA37BBBDF}"/>
                </a:ext>
              </a:extLst>
            </p:cNvPr>
            <p:cNvGrpSpPr/>
            <p:nvPr/>
          </p:nvGrpSpPr>
          <p:grpSpPr>
            <a:xfrm>
              <a:off x="8244998" y="1563624"/>
              <a:ext cx="342614" cy="473297"/>
              <a:chOff x="8852535" y="1563624"/>
              <a:chExt cx="342614" cy="473297"/>
            </a:xfrm>
          </p:grpSpPr>
          <p:sp>
            <p:nvSpPr>
              <p:cNvPr id="219" name="Google Shape;1877;p49">
                <a:extLst>
                  <a:ext uri="{FF2B5EF4-FFF2-40B4-BE49-F238E27FC236}">
                    <a16:creationId xmlns:a16="http://schemas.microsoft.com/office/drawing/2014/main" id="{76C18666-9E69-435F-8118-7667A7DCB103}"/>
                  </a:ext>
                </a:extLst>
              </p:cNvPr>
              <p:cNvSpPr/>
              <p:nvPr/>
            </p:nvSpPr>
            <p:spPr>
              <a:xfrm>
                <a:off x="8852535" y="1563624"/>
                <a:ext cx="342614" cy="473297"/>
              </a:xfrm>
              <a:custGeom>
                <a:avLst/>
                <a:gdLst/>
                <a:ahLst/>
                <a:cxnLst/>
                <a:rect l="l" t="t" r="r" b="b"/>
                <a:pathLst>
                  <a:path w="342614" h="473297" extrusionOk="0">
                    <a:moveTo>
                      <a:pt x="0" y="0"/>
                    </a:moveTo>
                    <a:lnTo>
                      <a:pt x="342614" y="0"/>
                    </a:lnTo>
                    <a:lnTo>
                      <a:pt x="342614" y="473297"/>
                    </a:lnTo>
                    <a:lnTo>
                      <a:pt x="0" y="473297"/>
                    </a:lnTo>
                    <a:close/>
                  </a:path>
                </a:pathLst>
              </a:custGeom>
              <a:solidFill>
                <a:schemeClr val="dk2"/>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 name="Google Shape;1878;p49">
                <a:extLst>
                  <a:ext uri="{FF2B5EF4-FFF2-40B4-BE49-F238E27FC236}">
                    <a16:creationId xmlns:a16="http://schemas.microsoft.com/office/drawing/2014/main" id="{9CCB0011-20D6-418A-8464-221B92766795}"/>
                  </a:ext>
                </a:extLst>
              </p:cNvPr>
              <p:cNvSpPr/>
              <p:nvPr/>
            </p:nvSpPr>
            <p:spPr>
              <a:xfrm>
                <a:off x="8852535" y="1563624"/>
                <a:ext cx="89439" cy="89439"/>
              </a:xfrm>
              <a:custGeom>
                <a:avLst/>
                <a:gdLst/>
                <a:ahLst/>
                <a:cxnLst/>
                <a:rect l="l" t="t" r="r" b="b"/>
                <a:pathLst>
                  <a:path w="89439" h="89439" extrusionOk="0">
                    <a:moveTo>
                      <a:pt x="89439" y="0"/>
                    </a:moveTo>
                    <a:lnTo>
                      <a:pt x="0" y="0"/>
                    </a:lnTo>
                    <a:lnTo>
                      <a:pt x="0" y="89440"/>
                    </a:lnTo>
                    <a:lnTo>
                      <a:pt x="89439" y="0"/>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 name="Google Shape;1879;p49">
                <a:extLst>
                  <a:ext uri="{FF2B5EF4-FFF2-40B4-BE49-F238E27FC236}">
                    <a16:creationId xmlns:a16="http://schemas.microsoft.com/office/drawing/2014/main" id="{2639D651-7BEB-4B08-80F0-D26BF5AAE0F6}"/>
                  </a:ext>
                </a:extLst>
              </p:cNvPr>
              <p:cNvSpPr/>
              <p:nvPr/>
            </p:nvSpPr>
            <p:spPr>
              <a:xfrm>
                <a:off x="8924544" y="161667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 name="Google Shape;1880;p49">
                <a:extLst>
                  <a:ext uri="{FF2B5EF4-FFF2-40B4-BE49-F238E27FC236}">
                    <a16:creationId xmlns:a16="http://schemas.microsoft.com/office/drawing/2014/main" id="{489F595A-9D4F-4525-8D15-C4210A578C17}"/>
                  </a:ext>
                </a:extLst>
              </p:cNvPr>
              <p:cNvSpPr/>
              <p:nvPr/>
            </p:nvSpPr>
            <p:spPr>
              <a:xfrm>
                <a:off x="8924544" y="164849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 name="Google Shape;1881;p49">
                <a:extLst>
                  <a:ext uri="{FF2B5EF4-FFF2-40B4-BE49-F238E27FC236}">
                    <a16:creationId xmlns:a16="http://schemas.microsoft.com/office/drawing/2014/main" id="{A0C634A8-75AC-4905-A9F8-AD96A6887F5A}"/>
                  </a:ext>
                </a:extLst>
              </p:cNvPr>
              <p:cNvSpPr/>
              <p:nvPr/>
            </p:nvSpPr>
            <p:spPr>
              <a:xfrm>
                <a:off x="8924544" y="1680305"/>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 name="Google Shape;1882;p49">
                <a:extLst>
                  <a:ext uri="{FF2B5EF4-FFF2-40B4-BE49-F238E27FC236}">
                    <a16:creationId xmlns:a16="http://schemas.microsoft.com/office/drawing/2014/main" id="{8DC6086B-5F81-419F-8072-E99D20FCC1CF}"/>
                  </a:ext>
                </a:extLst>
              </p:cNvPr>
              <p:cNvSpPr/>
              <p:nvPr/>
            </p:nvSpPr>
            <p:spPr>
              <a:xfrm>
                <a:off x="8924544" y="171211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 name="Google Shape;1883;p49">
                <a:extLst>
                  <a:ext uri="{FF2B5EF4-FFF2-40B4-BE49-F238E27FC236}">
                    <a16:creationId xmlns:a16="http://schemas.microsoft.com/office/drawing/2014/main" id="{E22B98D6-213D-48AC-B9DF-46594775A050}"/>
                  </a:ext>
                </a:extLst>
              </p:cNvPr>
              <p:cNvSpPr/>
              <p:nvPr/>
            </p:nvSpPr>
            <p:spPr>
              <a:xfrm>
                <a:off x="8924544" y="1743932"/>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 name="Google Shape;1884;p49">
                <a:extLst>
                  <a:ext uri="{FF2B5EF4-FFF2-40B4-BE49-F238E27FC236}">
                    <a16:creationId xmlns:a16="http://schemas.microsoft.com/office/drawing/2014/main" id="{CBE134F5-F4A5-4B71-B260-D56BDC9F9F60}"/>
                  </a:ext>
                </a:extLst>
              </p:cNvPr>
              <p:cNvSpPr/>
              <p:nvPr/>
            </p:nvSpPr>
            <p:spPr>
              <a:xfrm>
                <a:off x="8924544" y="177584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 name="Google Shape;1885;p49">
                <a:extLst>
                  <a:ext uri="{FF2B5EF4-FFF2-40B4-BE49-F238E27FC236}">
                    <a16:creationId xmlns:a16="http://schemas.microsoft.com/office/drawing/2014/main" id="{9EE9162D-82D1-4D46-ABF7-44EE51FC686E}"/>
                  </a:ext>
                </a:extLst>
              </p:cNvPr>
              <p:cNvSpPr/>
              <p:nvPr/>
            </p:nvSpPr>
            <p:spPr>
              <a:xfrm>
                <a:off x="8924544" y="180765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 name="Google Shape;1886;p49">
                <a:extLst>
                  <a:ext uri="{FF2B5EF4-FFF2-40B4-BE49-F238E27FC236}">
                    <a16:creationId xmlns:a16="http://schemas.microsoft.com/office/drawing/2014/main" id="{35F472D8-E677-451E-9BC8-BED76A9F9207}"/>
                  </a:ext>
                </a:extLst>
              </p:cNvPr>
              <p:cNvSpPr/>
              <p:nvPr/>
            </p:nvSpPr>
            <p:spPr>
              <a:xfrm>
                <a:off x="8924544" y="183946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9" name="Google Shape;1887;p49">
                <a:extLst>
                  <a:ext uri="{FF2B5EF4-FFF2-40B4-BE49-F238E27FC236}">
                    <a16:creationId xmlns:a16="http://schemas.microsoft.com/office/drawing/2014/main" id="{7F7271AF-B2D6-4325-BF05-30814E881D8A}"/>
                  </a:ext>
                </a:extLst>
              </p:cNvPr>
              <p:cNvSpPr/>
              <p:nvPr/>
            </p:nvSpPr>
            <p:spPr>
              <a:xfrm>
                <a:off x="8924544" y="187128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0" name="Google Shape;1888;p49">
                <a:extLst>
                  <a:ext uri="{FF2B5EF4-FFF2-40B4-BE49-F238E27FC236}">
                    <a16:creationId xmlns:a16="http://schemas.microsoft.com/office/drawing/2014/main" id="{A17C54C3-19CC-4D42-A574-010D8609349F}"/>
                  </a:ext>
                </a:extLst>
              </p:cNvPr>
              <p:cNvSpPr/>
              <p:nvPr/>
            </p:nvSpPr>
            <p:spPr>
              <a:xfrm>
                <a:off x="8924544" y="1903095"/>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 name="Google Shape;1889;p49">
                <a:extLst>
                  <a:ext uri="{FF2B5EF4-FFF2-40B4-BE49-F238E27FC236}">
                    <a16:creationId xmlns:a16="http://schemas.microsoft.com/office/drawing/2014/main" id="{D72A7ACA-B73B-44D6-B649-8D8C762ADB95}"/>
                  </a:ext>
                </a:extLst>
              </p:cNvPr>
              <p:cNvSpPr/>
              <p:nvPr/>
            </p:nvSpPr>
            <p:spPr>
              <a:xfrm>
                <a:off x="8924544" y="193490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 name="Google Shape;1890;p49">
                <a:extLst>
                  <a:ext uri="{FF2B5EF4-FFF2-40B4-BE49-F238E27FC236}">
                    <a16:creationId xmlns:a16="http://schemas.microsoft.com/office/drawing/2014/main" id="{6B031FD5-4EEB-40F4-ACB2-2DECE657A141}"/>
                  </a:ext>
                </a:extLst>
              </p:cNvPr>
              <p:cNvSpPr/>
              <p:nvPr/>
            </p:nvSpPr>
            <p:spPr>
              <a:xfrm>
                <a:off x="8924544" y="1966817"/>
                <a:ext cx="120015" cy="11048"/>
              </a:xfrm>
              <a:custGeom>
                <a:avLst/>
                <a:gdLst/>
                <a:ahLst/>
                <a:cxnLst/>
                <a:rect l="l" t="t" r="r" b="b"/>
                <a:pathLst>
                  <a:path w="120015" h="11048" extrusionOk="0">
                    <a:moveTo>
                      <a:pt x="0" y="0"/>
                    </a:moveTo>
                    <a:lnTo>
                      <a:pt x="120015" y="0"/>
                    </a:lnTo>
                    <a:lnTo>
                      <a:pt x="120015"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04" name="Google Shape;1891;p49">
              <a:extLst>
                <a:ext uri="{FF2B5EF4-FFF2-40B4-BE49-F238E27FC236}">
                  <a16:creationId xmlns:a16="http://schemas.microsoft.com/office/drawing/2014/main" id="{17D7325C-A161-45A3-876C-AF27FBA2A429}"/>
                </a:ext>
              </a:extLst>
            </p:cNvPr>
            <p:cNvGrpSpPr/>
            <p:nvPr/>
          </p:nvGrpSpPr>
          <p:grpSpPr>
            <a:xfrm>
              <a:off x="8450928" y="1331404"/>
              <a:ext cx="342614" cy="473297"/>
              <a:chOff x="9058465" y="1331404"/>
              <a:chExt cx="342614" cy="473297"/>
            </a:xfrm>
          </p:grpSpPr>
          <p:sp>
            <p:nvSpPr>
              <p:cNvPr id="205" name="Google Shape;1892;p49">
                <a:extLst>
                  <a:ext uri="{FF2B5EF4-FFF2-40B4-BE49-F238E27FC236}">
                    <a16:creationId xmlns:a16="http://schemas.microsoft.com/office/drawing/2014/main" id="{512FF54F-F748-4B96-B8D0-909FCA6E6F26}"/>
                  </a:ext>
                </a:extLst>
              </p:cNvPr>
              <p:cNvSpPr/>
              <p:nvPr/>
            </p:nvSpPr>
            <p:spPr>
              <a:xfrm>
                <a:off x="9058465" y="1331404"/>
                <a:ext cx="342614" cy="473297"/>
              </a:xfrm>
              <a:custGeom>
                <a:avLst/>
                <a:gdLst/>
                <a:ahLst/>
                <a:cxnLst/>
                <a:rect l="l" t="t" r="r" b="b"/>
                <a:pathLst>
                  <a:path w="342614" h="473297" extrusionOk="0">
                    <a:moveTo>
                      <a:pt x="0" y="0"/>
                    </a:moveTo>
                    <a:lnTo>
                      <a:pt x="342614" y="0"/>
                    </a:lnTo>
                    <a:lnTo>
                      <a:pt x="342614" y="473297"/>
                    </a:lnTo>
                    <a:lnTo>
                      <a:pt x="0" y="473297"/>
                    </a:lnTo>
                    <a:close/>
                  </a:path>
                </a:pathLst>
              </a:custGeom>
              <a:solidFill>
                <a:schemeClr val="accent5"/>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6" name="Google Shape;1893;p49">
                <a:extLst>
                  <a:ext uri="{FF2B5EF4-FFF2-40B4-BE49-F238E27FC236}">
                    <a16:creationId xmlns:a16="http://schemas.microsoft.com/office/drawing/2014/main" id="{F36D7206-9F73-485B-8FE8-47802EBBB21D}"/>
                  </a:ext>
                </a:extLst>
              </p:cNvPr>
              <p:cNvSpPr/>
              <p:nvPr/>
            </p:nvSpPr>
            <p:spPr>
              <a:xfrm>
                <a:off x="9058465" y="1331404"/>
                <a:ext cx="89344" cy="89535"/>
              </a:xfrm>
              <a:custGeom>
                <a:avLst/>
                <a:gdLst/>
                <a:ahLst/>
                <a:cxnLst/>
                <a:rect l="l" t="t" r="r" b="b"/>
                <a:pathLst>
                  <a:path w="89344" h="89535" extrusionOk="0">
                    <a:moveTo>
                      <a:pt x="89345" y="0"/>
                    </a:moveTo>
                    <a:lnTo>
                      <a:pt x="0" y="0"/>
                    </a:lnTo>
                    <a:lnTo>
                      <a:pt x="0" y="89535"/>
                    </a:lnTo>
                    <a:lnTo>
                      <a:pt x="89345" y="0"/>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7" name="Google Shape;1894;p49">
                <a:extLst>
                  <a:ext uri="{FF2B5EF4-FFF2-40B4-BE49-F238E27FC236}">
                    <a16:creationId xmlns:a16="http://schemas.microsoft.com/office/drawing/2014/main" id="{F368F293-D4B1-46AF-B119-91350BC5FE65}"/>
                  </a:ext>
                </a:extLst>
              </p:cNvPr>
              <p:cNvSpPr/>
              <p:nvPr/>
            </p:nvSpPr>
            <p:spPr>
              <a:xfrm>
                <a:off x="9130474" y="138445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8" name="Google Shape;1895;p49">
                <a:extLst>
                  <a:ext uri="{FF2B5EF4-FFF2-40B4-BE49-F238E27FC236}">
                    <a16:creationId xmlns:a16="http://schemas.microsoft.com/office/drawing/2014/main" id="{A48BB861-9685-471B-919F-EA442967B350}"/>
                  </a:ext>
                </a:extLst>
              </p:cNvPr>
              <p:cNvSpPr/>
              <p:nvPr/>
            </p:nvSpPr>
            <p:spPr>
              <a:xfrm>
                <a:off x="9130474" y="141636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9" name="Google Shape;1896;p49">
                <a:extLst>
                  <a:ext uri="{FF2B5EF4-FFF2-40B4-BE49-F238E27FC236}">
                    <a16:creationId xmlns:a16="http://schemas.microsoft.com/office/drawing/2014/main" id="{32CA497D-307D-4756-B5D7-E94D5F6DC678}"/>
                  </a:ext>
                </a:extLst>
              </p:cNvPr>
              <p:cNvSpPr/>
              <p:nvPr/>
            </p:nvSpPr>
            <p:spPr>
              <a:xfrm>
                <a:off x="9130474" y="144818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0" name="Google Shape;1897;p49">
                <a:extLst>
                  <a:ext uri="{FF2B5EF4-FFF2-40B4-BE49-F238E27FC236}">
                    <a16:creationId xmlns:a16="http://schemas.microsoft.com/office/drawing/2014/main" id="{D332022A-1CF8-47D4-8D9A-561FAAEDED77}"/>
                  </a:ext>
                </a:extLst>
              </p:cNvPr>
              <p:cNvSpPr/>
              <p:nvPr/>
            </p:nvSpPr>
            <p:spPr>
              <a:xfrm>
                <a:off x="9130474" y="147999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1" name="Google Shape;1898;p49">
                <a:extLst>
                  <a:ext uri="{FF2B5EF4-FFF2-40B4-BE49-F238E27FC236}">
                    <a16:creationId xmlns:a16="http://schemas.microsoft.com/office/drawing/2014/main" id="{1B5146EE-915D-4266-B764-816CA9CB5130}"/>
                  </a:ext>
                </a:extLst>
              </p:cNvPr>
              <p:cNvSpPr/>
              <p:nvPr/>
            </p:nvSpPr>
            <p:spPr>
              <a:xfrm>
                <a:off x="9130474" y="151180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2" name="Google Shape;1899;p49">
                <a:extLst>
                  <a:ext uri="{FF2B5EF4-FFF2-40B4-BE49-F238E27FC236}">
                    <a16:creationId xmlns:a16="http://schemas.microsoft.com/office/drawing/2014/main" id="{A7F2A6A2-32D0-4B86-A491-4C57C86A7D37}"/>
                  </a:ext>
                </a:extLst>
              </p:cNvPr>
              <p:cNvSpPr/>
              <p:nvPr/>
            </p:nvSpPr>
            <p:spPr>
              <a:xfrm>
                <a:off x="9130474" y="154362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3" name="Google Shape;1900;p49">
                <a:extLst>
                  <a:ext uri="{FF2B5EF4-FFF2-40B4-BE49-F238E27FC236}">
                    <a16:creationId xmlns:a16="http://schemas.microsoft.com/office/drawing/2014/main" id="{51978588-C152-432B-9620-24EF19204918}"/>
                  </a:ext>
                </a:extLst>
              </p:cNvPr>
              <p:cNvSpPr/>
              <p:nvPr/>
            </p:nvSpPr>
            <p:spPr>
              <a:xfrm>
                <a:off x="9130474" y="157553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4" name="Google Shape;1901;p49">
                <a:extLst>
                  <a:ext uri="{FF2B5EF4-FFF2-40B4-BE49-F238E27FC236}">
                    <a16:creationId xmlns:a16="http://schemas.microsoft.com/office/drawing/2014/main" id="{1C1C0C85-7A1B-4D04-ABE3-1149A3727D5B}"/>
                  </a:ext>
                </a:extLst>
              </p:cNvPr>
              <p:cNvSpPr/>
              <p:nvPr/>
            </p:nvSpPr>
            <p:spPr>
              <a:xfrm>
                <a:off x="9130474" y="1607343"/>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5" name="Google Shape;1902;p49">
                <a:extLst>
                  <a:ext uri="{FF2B5EF4-FFF2-40B4-BE49-F238E27FC236}">
                    <a16:creationId xmlns:a16="http://schemas.microsoft.com/office/drawing/2014/main" id="{FDC21AEF-0503-4817-ACBF-86848D858AA6}"/>
                  </a:ext>
                </a:extLst>
              </p:cNvPr>
              <p:cNvSpPr/>
              <p:nvPr/>
            </p:nvSpPr>
            <p:spPr>
              <a:xfrm>
                <a:off x="9130474" y="163915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6" name="Google Shape;1903;p49">
                <a:extLst>
                  <a:ext uri="{FF2B5EF4-FFF2-40B4-BE49-F238E27FC236}">
                    <a16:creationId xmlns:a16="http://schemas.microsoft.com/office/drawing/2014/main" id="{68CB7FBA-F1A0-4E23-A0F7-294B55399E49}"/>
                  </a:ext>
                </a:extLst>
              </p:cNvPr>
              <p:cNvSpPr/>
              <p:nvPr/>
            </p:nvSpPr>
            <p:spPr>
              <a:xfrm>
                <a:off x="9130474" y="167097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7" name="Google Shape;1904;p49">
                <a:extLst>
                  <a:ext uri="{FF2B5EF4-FFF2-40B4-BE49-F238E27FC236}">
                    <a16:creationId xmlns:a16="http://schemas.microsoft.com/office/drawing/2014/main" id="{A73C9BF8-8DE1-4078-9C5D-503DFBD40844}"/>
                  </a:ext>
                </a:extLst>
              </p:cNvPr>
              <p:cNvSpPr/>
              <p:nvPr/>
            </p:nvSpPr>
            <p:spPr>
              <a:xfrm>
                <a:off x="9130474" y="170278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 name="Google Shape;1905;p49">
                <a:extLst>
                  <a:ext uri="{FF2B5EF4-FFF2-40B4-BE49-F238E27FC236}">
                    <a16:creationId xmlns:a16="http://schemas.microsoft.com/office/drawing/2014/main" id="{47BC87CD-0DB5-44DB-90B1-57702A03B2E0}"/>
                  </a:ext>
                </a:extLst>
              </p:cNvPr>
              <p:cNvSpPr/>
              <p:nvPr/>
            </p:nvSpPr>
            <p:spPr>
              <a:xfrm>
                <a:off x="9130474" y="1734597"/>
                <a:ext cx="120015" cy="11049"/>
              </a:xfrm>
              <a:custGeom>
                <a:avLst/>
                <a:gdLst/>
                <a:ahLst/>
                <a:cxnLst/>
                <a:rect l="l" t="t" r="r" b="b"/>
                <a:pathLst>
                  <a:path w="120015" h="11049" extrusionOk="0">
                    <a:moveTo>
                      <a:pt x="0" y="0"/>
                    </a:moveTo>
                    <a:lnTo>
                      <a:pt x="120015" y="0"/>
                    </a:lnTo>
                    <a:lnTo>
                      <a:pt x="120015" y="11049"/>
                    </a:lnTo>
                    <a:lnTo>
                      <a:pt x="0" y="11049"/>
                    </a:lnTo>
                    <a:close/>
                  </a:path>
                </a:pathLst>
              </a:custGeom>
              <a:solidFill>
                <a:schemeClr val="dk1"/>
              </a:solidFill>
              <a:ln>
                <a:solidFill>
                  <a:schemeClr val="bg1">
                    <a:lumMod val="50000"/>
                  </a:schemeClr>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247" name="Google Shape;7535;p62">
            <a:extLst>
              <a:ext uri="{FF2B5EF4-FFF2-40B4-BE49-F238E27FC236}">
                <a16:creationId xmlns:a16="http://schemas.microsoft.com/office/drawing/2014/main" id="{15E69398-51E4-4950-A14B-6649A2203348}"/>
              </a:ext>
            </a:extLst>
          </p:cNvPr>
          <p:cNvGrpSpPr/>
          <p:nvPr/>
        </p:nvGrpSpPr>
        <p:grpSpPr>
          <a:xfrm rot="21019317">
            <a:off x="5604152" y="2533333"/>
            <a:ext cx="983429" cy="1075431"/>
            <a:chOff x="3508282" y="3810341"/>
            <a:chExt cx="351644" cy="351959"/>
          </a:xfrm>
        </p:grpSpPr>
        <p:sp>
          <p:nvSpPr>
            <p:cNvPr id="248" name="Google Shape;7536;p62">
              <a:extLst>
                <a:ext uri="{FF2B5EF4-FFF2-40B4-BE49-F238E27FC236}">
                  <a16:creationId xmlns:a16="http://schemas.microsoft.com/office/drawing/2014/main" id="{0F11DF6C-0C27-4496-A14A-650C6DFB0109}"/>
                </a:ext>
              </a:extLst>
            </p:cNvPr>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7537;p62">
              <a:extLst>
                <a:ext uri="{FF2B5EF4-FFF2-40B4-BE49-F238E27FC236}">
                  <a16:creationId xmlns:a16="http://schemas.microsoft.com/office/drawing/2014/main" id="{31922900-4396-4E9B-A9D9-431B214FE023}"/>
                </a:ext>
              </a:extLst>
            </p:cNvPr>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7538;p62">
              <a:extLst>
                <a:ext uri="{FF2B5EF4-FFF2-40B4-BE49-F238E27FC236}">
                  <a16:creationId xmlns:a16="http://schemas.microsoft.com/office/drawing/2014/main" id="{ABF1CC08-A013-4709-B7FE-E3C08FC767DB}"/>
                </a:ext>
              </a:extLst>
            </p:cNvPr>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7539;p62">
              <a:extLst>
                <a:ext uri="{FF2B5EF4-FFF2-40B4-BE49-F238E27FC236}">
                  <a16:creationId xmlns:a16="http://schemas.microsoft.com/office/drawing/2014/main" id="{08739958-F731-4425-8A87-23B53F230B43}"/>
                </a:ext>
              </a:extLst>
            </p:cNvPr>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7540;p62">
              <a:extLst>
                <a:ext uri="{FF2B5EF4-FFF2-40B4-BE49-F238E27FC236}">
                  <a16:creationId xmlns:a16="http://schemas.microsoft.com/office/drawing/2014/main" id="{0A226CBB-AF22-4FB1-895A-AA3192C501BE}"/>
                </a:ext>
              </a:extLst>
            </p:cNvPr>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7541;p62">
              <a:extLst>
                <a:ext uri="{FF2B5EF4-FFF2-40B4-BE49-F238E27FC236}">
                  <a16:creationId xmlns:a16="http://schemas.microsoft.com/office/drawing/2014/main" id="{A9F02CF2-B6EF-4573-86B5-6B16296A0FB6}"/>
                </a:ext>
              </a:extLst>
            </p:cNvPr>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7542;p62">
              <a:extLst>
                <a:ext uri="{FF2B5EF4-FFF2-40B4-BE49-F238E27FC236}">
                  <a16:creationId xmlns:a16="http://schemas.microsoft.com/office/drawing/2014/main" id="{BF290920-F349-4851-8729-24AA7A54C087}"/>
                </a:ext>
              </a:extLst>
            </p:cNvPr>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7543;p62">
              <a:extLst>
                <a:ext uri="{FF2B5EF4-FFF2-40B4-BE49-F238E27FC236}">
                  <a16:creationId xmlns:a16="http://schemas.microsoft.com/office/drawing/2014/main" id="{758FDBCF-DA30-49AC-9132-F7A371BBD094}"/>
                </a:ext>
              </a:extLst>
            </p:cNvPr>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7544;p62">
              <a:extLst>
                <a:ext uri="{FF2B5EF4-FFF2-40B4-BE49-F238E27FC236}">
                  <a16:creationId xmlns:a16="http://schemas.microsoft.com/office/drawing/2014/main" id="{0E6BF499-A538-400E-B7E8-07E8F9F93910}"/>
                </a:ext>
              </a:extLst>
            </p:cNvPr>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7545;p62">
              <a:extLst>
                <a:ext uri="{FF2B5EF4-FFF2-40B4-BE49-F238E27FC236}">
                  <a16:creationId xmlns:a16="http://schemas.microsoft.com/office/drawing/2014/main" id="{2996F18B-04CC-433C-B873-503C53BA147E}"/>
                </a:ext>
              </a:extLst>
            </p:cNvPr>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7546;p62">
              <a:extLst>
                <a:ext uri="{FF2B5EF4-FFF2-40B4-BE49-F238E27FC236}">
                  <a16:creationId xmlns:a16="http://schemas.microsoft.com/office/drawing/2014/main" id="{AF80C7E9-18EC-4EE1-9283-444532C66B14}"/>
                </a:ext>
              </a:extLst>
            </p:cNvPr>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7547;p62">
              <a:extLst>
                <a:ext uri="{FF2B5EF4-FFF2-40B4-BE49-F238E27FC236}">
                  <a16:creationId xmlns:a16="http://schemas.microsoft.com/office/drawing/2014/main" id="{8D43330E-68E6-4A79-B042-75EB0F5402DD}"/>
                </a:ext>
              </a:extLst>
            </p:cNvPr>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7548;p62">
              <a:extLst>
                <a:ext uri="{FF2B5EF4-FFF2-40B4-BE49-F238E27FC236}">
                  <a16:creationId xmlns:a16="http://schemas.microsoft.com/office/drawing/2014/main" id="{DAAB2E81-E862-4CD2-9791-B9D0556AB3B5}"/>
                </a:ext>
              </a:extLst>
            </p:cNvPr>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48"/>
        <p:cNvGrpSpPr/>
        <p:nvPr/>
      </p:nvGrpSpPr>
      <p:grpSpPr>
        <a:xfrm>
          <a:off x="0" y="0"/>
          <a:ext cx="0" cy="0"/>
          <a:chOff x="0" y="0"/>
          <a:chExt cx="0" cy="0"/>
        </a:xfrm>
      </p:grpSpPr>
      <p:sp>
        <p:nvSpPr>
          <p:cNvPr id="949" name="Google Shape;94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Condensed" panose="020B0502040204020203" pitchFamily="34" charset="0"/>
              </a:rPr>
              <a:t>Проблемы</a:t>
            </a:r>
            <a:endParaRPr dirty="0">
              <a:latin typeface="Bahnschrift SemiCondensed" panose="020B0502040204020203" pitchFamily="34" charset="0"/>
            </a:endParaRPr>
          </a:p>
        </p:txBody>
      </p:sp>
      <p:sp>
        <p:nvSpPr>
          <p:cNvPr id="951" name="Google Shape;951;p30"/>
          <p:cNvSpPr txBox="1">
            <a:spLocks noGrp="1"/>
          </p:cNvSpPr>
          <p:nvPr>
            <p:ph type="title" idx="3"/>
          </p:nvPr>
        </p:nvSpPr>
        <p:spPr>
          <a:xfrm>
            <a:off x="1100975"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04</a:t>
            </a:r>
            <a:endParaRPr/>
          </a:p>
        </p:txBody>
      </p:sp>
      <p:sp>
        <p:nvSpPr>
          <p:cNvPr id="952" name="Google Shape;952;p30"/>
          <p:cNvSpPr txBox="1">
            <a:spLocks noGrp="1"/>
          </p:cNvSpPr>
          <p:nvPr>
            <p:ph type="title" idx="4"/>
          </p:nvPr>
        </p:nvSpPr>
        <p:spPr>
          <a:xfrm>
            <a:off x="3419250"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02</a:t>
            </a:r>
            <a:endParaRPr/>
          </a:p>
        </p:txBody>
      </p:sp>
      <p:sp>
        <p:nvSpPr>
          <p:cNvPr id="953" name="Google Shape;953;p30"/>
          <p:cNvSpPr txBox="1">
            <a:spLocks noGrp="1"/>
          </p:cNvSpPr>
          <p:nvPr>
            <p:ph type="title" idx="5"/>
          </p:nvPr>
        </p:nvSpPr>
        <p:spPr>
          <a:xfrm>
            <a:off x="3419250"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05</a:t>
            </a:r>
            <a:endParaRPr/>
          </a:p>
        </p:txBody>
      </p:sp>
      <p:sp>
        <p:nvSpPr>
          <p:cNvPr id="954" name="Google Shape;954;p30"/>
          <p:cNvSpPr txBox="1">
            <a:spLocks noGrp="1"/>
          </p:cNvSpPr>
          <p:nvPr>
            <p:ph type="title" idx="6"/>
          </p:nvPr>
        </p:nvSpPr>
        <p:spPr>
          <a:xfrm>
            <a:off x="5737525"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956" name="Google Shape;956;p30"/>
          <p:cNvSpPr txBox="1">
            <a:spLocks noGrp="1"/>
          </p:cNvSpPr>
          <p:nvPr>
            <p:ph type="subTitle" idx="1"/>
          </p:nvPr>
        </p:nvSpPr>
        <p:spPr>
          <a:xfrm>
            <a:off x="1100975"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Bold" panose="020B0502040204020203" pitchFamily="34" charset="0"/>
              </a:rPr>
              <a:t>Фрагментарность</a:t>
            </a:r>
            <a:endParaRPr dirty="0">
              <a:latin typeface="Bahnschrift SemiBold" panose="020B0502040204020203" pitchFamily="34" charset="0"/>
            </a:endParaRPr>
          </a:p>
        </p:txBody>
      </p:sp>
      <p:sp>
        <p:nvSpPr>
          <p:cNvPr id="957" name="Google Shape;957;p30"/>
          <p:cNvSpPr txBox="1">
            <a:spLocks noGrp="1"/>
          </p:cNvSpPr>
          <p:nvPr>
            <p:ph type="subTitle" idx="8"/>
          </p:nvPr>
        </p:nvSpPr>
        <p:spPr>
          <a:xfrm>
            <a:off x="3419250"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Bold" panose="020B0502040204020203" pitchFamily="34" charset="0"/>
              </a:rPr>
              <a:t>Ограниченность функционала</a:t>
            </a:r>
            <a:endParaRPr dirty="0">
              <a:latin typeface="Bahnschrift SemiBold" panose="020B0502040204020203" pitchFamily="34" charset="0"/>
            </a:endParaRPr>
          </a:p>
        </p:txBody>
      </p:sp>
      <p:sp>
        <p:nvSpPr>
          <p:cNvPr id="950" name="Google Shape;950;p30"/>
          <p:cNvSpPr txBox="1">
            <a:spLocks noGrp="1"/>
          </p:cNvSpPr>
          <p:nvPr>
            <p:ph type="title" idx="2"/>
          </p:nvPr>
        </p:nvSpPr>
        <p:spPr>
          <a:xfrm>
            <a:off x="1100975"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sp>
        <p:nvSpPr>
          <p:cNvPr id="958" name="Google Shape;958;p30"/>
          <p:cNvSpPr txBox="1">
            <a:spLocks noGrp="1"/>
          </p:cNvSpPr>
          <p:nvPr>
            <p:ph type="subTitle" idx="9"/>
          </p:nvPr>
        </p:nvSpPr>
        <p:spPr>
          <a:xfrm>
            <a:off x="5737524" y="1912475"/>
            <a:ext cx="2686475"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Bold" panose="020B0502040204020203" pitchFamily="34" charset="0"/>
              </a:rPr>
              <a:t>Отсутствие конфиденциальности</a:t>
            </a:r>
            <a:endParaRPr dirty="0">
              <a:latin typeface="Bahnschrift SemiBold" panose="020B0502040204020203" pitchFamily="34" charset="0"/>
            </a:endParaRPr>
          </a:p>
        </p:txBody>
      </p:sp>
      <p:sp>
        <p:nvSpPr>
          <p:cNvPr id="959" name="Google Shape;959;p30"/>
          <p:cNvSpPr txBox="1">
            <a:spLocks noGrp="1"/>
          </p:cNvSpPr>
          <p:nvPr>
            <p:ph type="subTitle" idx="13"/>
          </p:nvPr>
        </p:nvSpPr>
        <p:spPr>
          <a:xfrm>
            <a:off x="1100975"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Bold" panose="020B0502040204020203" pitchFamily="34" charset="0"/>
              </a:rPr>
              <a:t>Сложность коллективного дарения</a:t>
            </a:r>
            <a:endParaRPr dirty="0">
              <a:latin typeface="Bahnschrift SemiBold" panose="020B0502040204020203" pitchFamily="34" charset="0"/>
            </a:endParaRPr>
          </a:p>
        </p:txBody>
      </p:sp>
      <p:sp>
        <p:nvSpPr>
          <p:cNvPr id="960" name="Google Shape;960;p30"/>
          <p:cNvSpPr txBox="1">
            <a:spLocks noGrp="1"/>
          </p:cNvSpPr>
          <p:nvPr>
            <p:ph type="subTitle" idx="14"/>
          </p:nvPr>
        </p:nvSpPr>
        <p:spPr>
          <a:xfrm>
            <a:off x="3419250"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Bold" panose="020B0502040204020203" pitchFamily="34" charset="0"/>
              </a:rPr>
              <a:t>Пассивность выбора</a:t>
            </a:r>
            <a:endParaRPr dirty="0">
              <a:latin typeface="Bahnschrift SemiBold" panose="020B0502040204020203" pitchFamily="34" charset="0"/>
            </a:endParaRPr>
          </a:p>
        </p:txBody>
      </p:sp>
      <p:grpSp>
        <p:nvGrpSpPr>
          <p:cNvPr id="17" name="Google Shape;1850;p49">
            <a:extLst>
              <a:ext uri="{FF2B5EF4-FFF2-40B4-BE49-F238E27FC236}">
                <a16:creationId xmlns:a16="http://schemas.microsoft.com/office/drawing/2014/main" id="{CEE6B731-6710-4BCD-AD8E-CE7EEBB111F4}"/>
              </a:ext>
            </a:extLst>
          </p:cNvPr>
          <p:cNvGrpSpPr/>
          <p:nvPr/>
        </p:nvGrpSpPr>
        <p:grpSpPr>
          <a:xfrm>
            <a:off x="6726556" y="3545712"/>
            <a:ext cx="1316469" cy="1077672"/>
            <a:chOff x="7502937" y="524288"/>
            <a:chExt cx="654462" cy="535748"/>
          </a:xfrm>
        </p:grpSpPr>
        <p:grpSp>
          <p:nvGrpSpPr>
            <p:cNvPr id="18" name="Google Shape;1851;p49">
              <a:extLst>
                <a:ext uri="{FF2B5EF4-FFF2-40B4-BE49-F238E27FC236}">
                  <a16:creationId xmlns:a16="http://schemas.microsoft.com/office/drawing/2014/main" id="{3898E6C9-3714-4A5B-888E-9C9DADE024E2}"/>
                </a:ext>
              </a:extLst>
            </p:cNvPr>
            <p:cNvGrpSpPr/>
            <p:nvPr/>
          </p:nvGrpSpPr>
          <p:grpSpPr>
            <a:xfrm>
              <a:off x="7502937" y="524288"/>
              <a:ext cx="654462" cy="535748"/>
              <a:chOff x="7502937" y="524288"/>
              <a:chExt cx="654462" cy="535748"/>
            </a:xfrm>
          </p:grpSpPr>
          <p:sp>
            <p:nvSpPr>
              <p:cNvPr id="23" name="Google Shape;1852;p49">
                <a:extLst>
                  <a:ext uri="{FF2B5EF4-FFF2-40B4-BE49-F238E27FC236}">
                    <a16:creationId xmlns:a16="http://schemas.microsoft.com/office/drawing/2014/main" id="{057B3AFD-65CD-4B46-973D-E1F86619B792}"/>
                  </a:ext>
                </a:extLst>
              </p:cNvPr>
              <p:cNvSpPr/>
              <p:nvPr/>
            </p:nvSpPr>
            <p:spPr>
              <a:xfrm rot="-10195540">
                <a:off x="7580346" y="568325"/>
                <a:ext cx="522573" cy="216404"/>
              </a:xfrm>
              <a:custGeom>
                <a:avLst/>
                <a:gdLst/>
                <a:ahLst/>
                <a:cxnLst/>
                <a:rect l="l" t="t" r="r" b="b"/>
                <a:pathLst>
                  <a:path w="522351" h="216312" extrusionOk="0">
                    <a:moveTo>
                      <a:pt x="0" y="0"/>
                    </a:moveTo>
                    <a:lnTo>
                      <a:pt x="522351" y="0"/>
                    </a:lnTo>
                    <a:lnTo>
                      <a:pt x="522351" y="216313"/>
                    </a:lnTo>
                    <a:lnTo>
                      <a:pt x="0" y="216313"/>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 name="Google Shape;1853;p49">
                <a:extLst>
                  <a:ext uri="{FF2B5EF4-FFF2-40B4-BE49-F238E27FC236}">
                    <a16:creationId xmlns:a16="http://schemas.microsoft.com/office/drawing/2014/main" id="{6DD5452D-3758-4267-8166-8FEB6410C88C}"/>
                  </a:ext>
                </a:extLst>
              </p:cNvPr>
              <p:cNvSpPr/>
              <p:nvPr/>
            </p:nvSpPr>
            <p:spPr>
              <a:xfrm rot="10800000">
                <a:off x="7576185" y="585692"/>
                <a:ext cx="522350" cy="216312"/>
              </a:xfrm>
              <a:custGeom>
                <a:avLst/>
                <a:gdLst/>
                <a:ahLst/>
                <a:cxnLst/>
                <a:rect l="l" t="t" r="r" b="b"/>
                <a:pathLst>
                  <a:path w="522350" h="216312" extrusionOk="0">
                    <a:moveTo>
                      <a:pt x="0" y="0"/>
                    </a:moveTo>
                    <a:lnTo>
                      <a:pt x="522351" y="0"/>
                    </a:lnTo>
                    <a:lnTo>
                      <a:pt x="522351" y="216313"/>
                    </a:lnTo>
                    <a:lnTo>
                      <a:pt x="0" y="2163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 name="Google Shape;1854;p49">
                <a:extLst>
                  <a:ext uri="{FF2B5EF4-FFF2-40B4-BE49-F238E27FC236}">
                    <a16:creationId xmlns:a16="http://schemas.microsoft.com/office/drawing/2014/main" id="{AC3C7DCB-F03E-4938-9618-42251BEF7F27}"/>
                  </a:ext>
                </a:extLst>
              </p:cNvPr>
              <p:cNvSpPr/>
              <p:nvPr/>
            </p:nvSpPr>
            <p:spPr>
              <a:xfrm rot="10533442">
                <a:off x="7589040" y="638013"/>
                <a:ext cx="488498" cy="185355"/>
              </a:xfrm>
              <a:custGeom>
                <a:avLst/>
                <a:gdLst/>
                <a:ahLst/>
                <a:cxnLst/>
                <a:rect l="l" t="t" r="r" b="b"/>
                <a:pathLst>
                  <a:path w="488251" h="185261" extrusionOk="0">
                    <a:moveTo>
                      <a:pt x="0" y="0"/>
                    </a:moveTo>
                    <a:lnTo>
                      <a:pt x="488251" y="0"/>
                    </a:lnTo>
                    <a:lnTo>
                      <a:pt x="488251" y="185261"/>
                    </a:lnTo>
                    <a:lnTo>
                      <a:pt x="0" y="185261"/>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 name="Google Shape;1855;p49">
                <a:extLst>
                  <a:ext uri="{FF2B5EF4-FFF2-40B4-BE49-F238E27FC236}">
                    <a16:creationId xmlns:a16="http://schemas.microsoft.com/office/drawing/2014/main" id="{09F69C5A-7A68-4C27-9636-953BFA1DD682}"/>
                  </a:ext>
                </a:extLst>
              </p:cNvPr>
              <p:cNvSpPr/>
              <p:nvPr/>
            </p:nvSpPr>
            <p:spPr>
              <a:xfrm>
                <a:off x="7502937" y="619886"/>
                <a:ext cx="654462" cy="440150"/>
              </a:xfrm>
              <a:custGeom>
                <a:avLst/>
                <a:gdLst/>
                <a:ahLst/>
                <a:cxnLst/>
                <a:rect l="l" t="t" r="r" b="b"/>
                <a:pathLst>
                  <a:path w="654462" h="440150" extrusionOk="0">
                    <a:moveTo>
                      <a:pt x="204502" y="11430"/>
                    </a:moveTo>
                    <a:lnTo>
                      <a:pt x="254794" y="61722"/>
                    </a:lnTo>
                    <a:cubicBezTo>
                      <a:pt x="262128" y="69056"/>
                      <a:pt x="272034" y="73152"/>
                      <a:pt x="282321" y="73152"/>
                    </a:cubicBezTo>
                    <a:lnTo>
                      <a:pt x="615506" y="73152"/>
                    </a:lnTo>
                    <a:cubicBezTo>
                      <a:pt x="637032" y="73152"/>
                      <a:pt x="654463" y="90583"/>
                      <a:pt x="654463" y="112109"/>
                    </a:cubicBezTo>
                    <a:lnTo>
                      <a:pt x="654463" y="401193"/>
                    </a:lnTo>
                    <a:cubicBezTo>
                      <a:pt x="654463" y="422720"/>
                      <a:pt x="637032" y="440150"/>
                      <a:pt x="615506" y="440150"/>
                    </a:cubicBezTo>
                    <a:lnTo>
                      <a:pt x="38957" y="440150"/>
                    </a:lnTo>
                    <a:cubicBezTo>
                      <a:pt x="17431" y="440150"/>
                      <a:pt x="0" y="422720"/>
                      <a:pt x="0" y="401193"/>
                    </a:cubicBezTo>
                    <a:lnTo>
                      <a:pt x="0" y="38957"/>
                    </a:lnTo>
                    <a:cubicBezTo>
                      <a:pt x="0" y="17431"/>
                      <a:pt x="17431" y="0"/>
                      <a:pt x="38957" y="0"/>
                    </a:cubicBezTo>
                    <a:lnTo>
                      <a:pt x="176974" y="0"/>
                    </a:lnTo>
                    <a:cubicBezTo>
                      <a:pt x="187262" y="0"/>
                      <a:pt x="197167" y="4096"/>
                      <a:pt x="204502" y="1143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9" name="Google Shape;1856;p49">
              <a:extLst>
                <a:ext uri="{FF2B5EF4-FFF2-40B4-BE49-F238E27FC236}">
                  <a16:creationId xmlns:a16="http://schemas.microsoft.com/office/drawing/2014/main" id="{A7741F08-A50C-4EA0-A8EB-499568679D60}"/>
                </a:ext>
              </a:extLst>
            </p:cNvPr>
            <p:cNvGrpSpPr/>
            <p:nvPr/>
          </p:nvGrpSpPr>
          <p:grpSpPr>
            <a:xfrm>
              <a:off x="7971282" y="953643"/>
              <a:ext cx="120491" cy="46004"/>
              <a:chOff x="7971282" y="953643"/>
              <a:chExt cx="120491" cy="46004"/>
            </a:xfrm>
          </p:grpSpPr>
          <p:sp>
            <p:nvSpPr>
              <p:cNvPr id="21" name="Google Shape;1857;p49">
                <a:extLst>
                  <a:ext uri="{FF2B5EF4-FFF2-40B4-BE49-F238E27FC236}">
                    <a16:creationId xmlns:a16="http://schemas.microsoft.com/office/drawing/2014/main" id="{0B50E51D-3EF3-422C-9C68-DAD522C958DF}"/>
                  </a:ext>
                </a:extLst>
              </p:cNvPr>
              <p:cNvSpPr/>
              <p:nvPr/>
            </p:nvSpPr>
            <p:spPr>
              <a:xfrm>
                <a:off x="7971282" y="983265"/>
                <a:ext cx="88773" cy="16382"/>
              </a:xfrm>
              <a:custGeom>
                <a:avLst/>
                <a:gdLst/>
                <a:ahLst/>
                <a:cxnLst/>
                <a:rect l="l" t="t" r="r" b="b"/>
                <a:pathLst>
                  <a:path w="88773" h="16382" extrusionOk="0">
                    <a:moveTo>
                      <a:pt x="0" y="0"/>
                    </a:moveTo>
                    <a:lnTo>
                      <a:pt x="88773" y="0"/>
                    </a:lnTo>
                    <a:lnTo>
                      <a:pt x="88773" y="16383"/>
                    </a:lnTo>
                    <a:lnTo>
                      <a:pt x="0" y="1638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 name="Google Shape;1858;p49">
                <a:extLst>
                  <a:ext uri="{FF2B5EF4-FFF2-40B4-BE49-F238E27FC236}">
                    <a16:creationId xmlns:a16="http://schemas.microsoft.com/office/drawing/2014/main" id="{33E7D4A0-279F-4256-AE99-8F64B623FB54}"/>
                  </a:ext>
                </a:extLst>
              </p:cNvPr>
              <p:cNvSpPr/>
              <p:nvPr/>
            </p:nvSpPr>
            <p:spPr>
              <a:xfrm>
                <a:off x="7971282" y="953643"/>
                <a:ext cx="120491" cy="16382"/>
              </a:xfrm>
              <a:custGeom>
                <a:avLst/>
                <a:gdLst/>
                <a:ahLst/>
                <a:cxnLst/>
                <a:rect l="l" t="t" r="r" b="b"/>
                <a:pathLst>
                  <a:path w="120491" h="16382" extrusionOk="0">
                    <a:moveTo>
                      <a:pt x="0" y="0"/>
                    </a:moveTo>
                    <a:lnTo>
                      <a:pt x="120492" y="0"/>
                    </a:lnTo>
                    <a:lnTo>
                      <a:pt x="120492" y="16383"/>
                    </a:lnTo>
                    <a:lnTo>
                      <a:pt x="0" y="1638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0" name="Google Shape;1859;p49">
              <a:extLst>
                <a:ext uri="{FF2B5EF4-FFF2-40B4-BE49-F238E27FC236}">
                  <a16:creationId xmlns:a16="http://schemas.microsoft.com/office/drawing/2014/main" id="{75A55534-8314-4F84-B5B5-A64FABD0D5AC}"/>
                </a:ext>
              </a:extLst>
            </p:cNvPr>
            <p:cNvSpPr/>
            <p:nvPr/>
          </p:nvSpPr>
          <p:spPr>
            <a:xfrm>
              <a:off x="8085677" y="725805"/>
              <a:ext cx="40005" cy="40004"/>
            </a:xfrm>
            <a:custGeom>
              <a:avLst/>
              <a:gdLst/>
              <a:ahLst/>
              <a:cxnLst/>
              <a:rect l="l" t="t" r="r" b="b"/>
              <a:pathLst>
                <a:path w="40005" h="40004" extrusionOk="0">
                  <a:moveTo>
                    <a:pt x="40005" y="20002"/>
                  </a:moveTo>
                  <a:cubicBezTo>
                    <a:pt x="40005" y="31051"/>
                    <a:pt x="31052" y="40005"/>
                    <a:pt x="20002" y="40005"/>
                  </a:cubicBezTo>
                  <a:cubicBezTo>
                    <a:pt x="8954" y="40005"/>
                    <a:pt x="0" y="31051"/>
                    <a:pt x="0" y="20002"/>
                  </a:cubicBezTo>
                  <a:cubicBezTo>
                    <a:pt x="0" y="8953"/>
                    <a:pt x="8954" y="0"/>
                    <a:pt x="20002" y="0"/>
                  </a:cubicBezTo>
                  <a:cubicBezTo>
                    <a:pt x="31052" y="0"/>
                    <a:pt x="40005" y="8953"/>
                    <a:pt x="40005" y="20002"/>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319838027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108"/>
        <p:cNvGrpSpPr/>
        <p:nvPr/>
      </p:nvGrpSpPr>
      <p:grpSpPr>
        <a:xfrm>
          <a:off x="0" y="0"/>
          <a:ext cx="0" cy="0"/>
          <a:chOff x="0" y="0"/>
          <a:chExt cx="0" cy="0"/>
        </a:xfrm>
      </p:grpSpPr>
      <p:sp>
        <p:nvSpPr>
          <p:cNvPr id="1109" name="Google Shape;1109;p34"/>
          <p:cNvSpPr txBox="1">
            <a:spLocks noGrp="1"/>
          </p:cNvSpPr>
          <p:nvPr>
            <p:ph type="subTitle" idx="4"/>
          </p:nvPr>
        </p:nvSpPr>
        <p:spPr>
          <a:xfrm>
            <a:off x="4679164" y="1512815"/>
            <a:ext cx="33843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a:latin typeface="Bahnschrift SemiCondensed" panose="020B0502040204020203" pitchFamily="34" charset="0"/>
              </a:rPr>
              <a:t>Задачи</a:t>
            </a:r>
            <a:endParaRPr sz="2400" dirty="0">
              <a:latin typeface="Bahnschrift SemiCondensed" panose="020B0502040204020203" pitchFamily="34" charset="0"/>
            </a:endParaRPr>
          </a:p>
        </p:txBody>
      </p:sp>
      <p:sp>
        <p:nvSpPr>
          <p:cNvPr id="1110" name="Google Shape;1110;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Condensed" panose="020B0502040204020203" pitchFamily="34" charset="0"/>
              </a:rPr>
              <a:t>Цели и задачи</a:t>
            </a:r>
            <a:endParaRPr dirty="0">
              <a:latin typeface="Bahnschrift SemiCondensed" panose="020B0502040204020203" pitchFamily="34" charset="0"/>
            </a:endParaRPr>
          </a:p>
        </p:txBody>
      </p:sp>
      <p:sp>
        <p:nvSpPr>
          <p:cNvPr id="1111" name="Google Shape;1111;p34"/>
          <p:cNvSpPr txBox="1">
            <a:spLocks noGrp="1"/>
          </p:cNvSpPr>
          <p:nvPr>
            <p:ph type="subTitle" idx="1"/>
          </p:nvPr>
        </p:nvSpPr>
        <p:spPr>
          <a:xfrm>
            <a:off x="4467074" y="2149189"/>
            <a:ext cx="4237088" cy="1131600"/>
          </a:xfrm>
          <a:prstGeom prst="rect">
            <a:avLst/>
          </a:prstGeom>
        </p:spPr>
        <p:txBody>
          <a:bodyPr spcFirstLastPara="1" wrap="square" lIns="91425" tIns="91425" rIns="91425" bIns="91425" anchor="t" anchorCtr="0">
            <a:noAutofit/>
          </a:bodyPr>
          <a:lstStyle/>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Изучить предметную область.</a:t>
            </a:r>
          </a:p>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Реализовать интеллектуальный модуль рекомендаций</a:t>
            </a:r>
          </a:p>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Разработать структуру работы системы</a:t>
            </a:r>
          </a:p>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Разработать графический интерфейс сайта</a:t>
            </a:r>
          </a:p>
        </p:txBody>
      </p:sp>
      <p:sp>
        <p:nvSpPr>
          <p:cNvPr id="1112" name="Google Shape;1112;p34"/>
          <p:cNvSpPr txBox="1">
            <a:spLocks noGrp="1"/>
          </p:cNvSpPr>
          <p:nvPr>
            <p:ph type="subTitle" idx="2"/>
          </p:nvPr>
        </p:nvSpPr>
        <p:spPr>
          <a:xfrm>
            <a:off x="902208" y="2149189"/>
            <a:ext cx="3562617" cy="1131600"/>
          </a:xfrm>
          <a:prstGeom prst="rect">
            <a:avLst/>
          </a:prstGeom>
        </p:spPr>
        <p:txBody>
          <a:bodyPr spcFirstLastPara="1" wrap="square" lIns="91425" tIns="91425" rIns="91425" bIns="91425" anchor="t" anchorCtr="0">
            <a:noAutofit/>
          </a:bodyPr>
          <a:lstStyle/>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Упрощение координации дарения</a:t>
            </a:r>
          </a:p>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Исключить риск дублирования подарков</a:t>
            </a:r>
          </a:p>
          <a:p>
            <a:pPr marL="171450" lvl="0" indent="-171450" algn="l" rtl="0">
              <a:lnSpc>
                <a:spcPct val="150000"/>
              </a:lnSpc>
              <a:spcBef>
                <a:spcPts val="0"/>
              </a:spcBef>
              <a:spcAft>
                <a:spcPts val="0"/>
              </a:spcAft>
              <a:buFont typeface="Arial" panose="020B0604020202020204" pitchFamily="34" charset="0"/>
              <a:buChar char="•"/>
            </a:pPr>
            <a:r>
              <a:rPr lang="ru-RU" sz="1800" dirty="0">
                <a:latin typeface="Bahnschrift SemiCondensed" panose="020B0502040204020203" pitchFamily="34" charset="0"/>
              </a:rPr>
              <a:t>Предоставить инструмент для поиска идей для подарка</a:t>
            </a:r>
          </a:p>
        </p:txBody>
      </p:sp>
      <p:sp>
        <p:nvSpPr>
          <p:cNvPr id="1113" name="Google Shape;1113;p34"/>
          <p:cNvSpPr txBox="1">
            <a:spLocks noGrp="1"/>
          </p:cNvSpPr>
          <p:nvPr>
            <p:ph type="subTitle" idx="3"/>
          </p:nvPr>
        </p:nvSpPr>
        <p:spPr>
          <a:xfrm>
            <a:off x="1080536" y="1512815"/>
            <a:ext cx="33843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a:latin typeface="Bahnschrift SemiCondensed" panose="020B0502040204020203" pitchFamily="34" charset="0"/>
              </a:rPr>
              <a:t>Цели</a:t>
            </a:r>
            <a:endParaRPr sz="2400" dirty="0">
              <a:latin typeface="Bahnschrift SemiCondensed" panose="020B0502040204020203" pitchFamily="34" charset="0"/>
            </a:endParaRPr>
          </a:p>
        </p:txBody>
      </p:sp>
      <p:grpSp>
        <p:nvGrpSpPr>
          <p:cNvPr id="1114" name="Google Shape;1114;p34"/>
          <p:cNvGrpSpPr/>
          <p:nvPr/>
        </p:nvGrpSpPr>
        <p:grpSpPr>
          <a:xfrm>
            <a:off x="7658533" y="701383"/>
            <a:ext cx="1187311" cy="624971"/>
            <a:chOff x="3859815" y="2867310"/>
            <a:chExt cx="1262157" cy="664368"/>
          </a:xfrm>
        </p:grpSpPr>
        <p:sp>
          <p:nvSpPr>
            <p:cNvPr id="1115" name="Google Shape;1115;p34"/>
            <p:cNvSpPr/>
            <p:nvPr/>
          </p:nvSpPr>
          <p:spPr>
            <a:xfrm>
              <a:off x="3859815" y="2867310"/>
              <a:ext cx="1262157" cy="664368"/>
            </a:xfrm>
            <a:custGeom>
              <a:avLst/>
              <a:gdLst/>
              <a:ahLst/>
              <a:cxnLst/>
              <a:rect l="l" t="t" r="r" b="b"/>
              <a:pathLst>
                <a:path w="1262157" h="664368" extrusionOk="0">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16" name="Google Shape;1116;p34"/>
            <p:cNvGrpSpPr/>
            <p:nvPr/>
          </p:nvGrpSpPr>
          <p:grpSpPr>
            <a:xfrm>
              <a:off x="4275677" y="3065525"/>
              <a:ext cx="334517" cy="380047"/>
              <a:chOff x="4275677" y="3065525"/>
              <a:chExt cx="334517" cy="380047"/>
            </a:xfrm>
          </p:grpSpPr>
          <p:grpSp>
            <p:nvGrpSpPr>
              <p:cNvPr id="1117" name="Google Shape;1117;p34"/>
              <p:cNvGrpSpPr/>
              <p:nvPr/>
            </p:nvGrpSpPr>
            <p:grpSpPr>
              <a:xfrm>
                <a:off x="4275677" y="3065525"/>
                <a:ext cx="334517" cy="380047"/>
                <a:chOff x="4275677" y="3065525"/>
                <a:chExt cx="334517" cy="380047"/>
              </a:xfrm>
            </p:grpSpPr>
            <p:grpSp>
              <p:nvGrpSpPr>
                <p:cNvPr id="1118" name="Google Shape;1118;p34"/>
                <p:cNvGrpSpPr/>
                <p:nvPr/>
              </p:nvGrpSpPr>
              <p:grpSpPr>
                <a:xfrm>
                  <a:off x="4275677" y="3301269"/>
                  <a:ext cx="334422" cy="144303"/>
                  <a:chOff x="4275677" y="3301269"/>
                  <a:chExt cx="334422" cy="144303"/>
                </a:xfrm>
              </p:grpSpPr>
              <p:sp>
                <p:nvSpPr>
                  <p:cNvPr id="1119" name="Google Shape;1119;p34"/>
                  <p:cNvSpPr/>
                  <p:nvPr/>
                </p:nvSpPr>
                <p:spPr>
                  <a:xfrm>
                    <a:off x="4275677" y="333165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20;p34"/>
                  <p:cNvSpPr/>
                  <p:nvPr/>
                </p:nvSpPr>
                <p:spPr>
                  <a:xfrm>
                    <a:off x="4275772" y="3301269"/>
                    <a:ext cx="334327" cy="60769"/>
                  </a:xfrm>
                  <a:custGeom>
                    <a:avLst/>
                    <a:gdLst/>
                    <a:ahLst/>
                    <a:cxnLst/>
                    <a:rect l="l" t="t" r="r" b="b"/>
                    <a:pathLst>
                      <a:path w="334327" h="60769" extrusionOk="0">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21" name="Google Shape;1121;p34"/>
                <p:cNvGrpSpPr/>
                <p:nvPr/>
              </p:nvGrpSpPr>
              <p:grpSpPr>
                <a:xfrm>
                  <a:off x="4275677" y="3183350"/>
                  <a:ext cx="334422" cy="144302"/>
                  <a:chOff x="4275677" y="3183350"/>
                  <a:chExt cx="334422" cy="144302"/>
                </a:xfrm>
              </p:grpSpPr>
              <p:sp>
                <p:nvSpPr>
                  <p:cNvPr id="1122" name="Google Shape;1122;p34"/>
                  <p:cNvSpPr/>
                  <p:nvPr/>
                </p:nvSpPr>
                <p:spPr>
                  <a:xfrm>
                    <a:off x="4275677" y="321373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3;p34"/>
                  <p:cNvSpPr/>
                  <p:nvPr/>
                </p:nvSpPr>
                <p:spPr>
                  <a:xfrm>
                    <a:off x="4275772" y="3183350"/>
                    <a:ext cx="334327" cy="60769"/>
                  </a:xfrm>
                  <a:custGeom>
                    <a:avLst/>
                    <a:gdLst/>
                    <a:ahLst/>
                    <a:cxnLst/>
                    <a:rect l="l" t="t" r="r" b="b"/>
                    <a:pathLst>
                      <a:path w="334327" h="60769" extrusionOk="0">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24" name="Google Shape;1124;p34"/>
                <p:cNvGrpSpPr/>
                <p:nvPr/>
              </p:nvGrpSpPr>
              <p:grpSpPr>
                <a:xfrm>
                  <a:off x="4275677" y="3065525"/>
                  <a:ext cx="334517" cy="144303"/>
                  <a:chOff x="4275677" y="3065525"/>
                  <a:chExt cx="334517" cy="144303"/>
                </a:xfrm>
              </p:grpSpPr>
              <p:sp>
                <p:nvSpPr>
                  <p:cNvPr id="1125" name="Google Shape;1125;p34"/>
                  <p:cNvSpPr/>
                  <p:nvPr/>
                </p:nvSpPr>
                <p:spPr>
                  <a:xfrm>
                    <a:off x="4275677" y="3095910"/>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6;p34"/>
                  <p:cNvSpPr/>
                  <p:nvPr/>
                </p:nvSpPr>
                <p:spPr>
                  <a:xfrm>
                    <a:off x="4275867" y="3065525"/>
                    <a:ext cx="334327" cy="60769"/>
                  </a:xfrm>
                  <a:custGeom>
                    <a:avLst/>
                    <a:gdLst/>
                    <a:ahLst/>
                    <a:cxnLst/>
                    <a:rect l="l" t="t" r="r" b="b"/>
                    <a:pathLst>
                      <a:path w="334327" h="60769" extrusionOk="0">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127" name="Google Shape;1127;p34"/>
              <p:cNvSpPr/>
              <p:nvPr/>
            </p:nvSpPr>
            <p:spPr>
              <a:xfrm>
                <a:off x="4529994" y="3140487"/>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8;p34"/>
              <p:cNvSpPr/>
              <p:nvPr/>
            </p:nvSpPr>
            <p:spPr>
              <a:xfrm>
                <a:off x="4529994" y="3256216"/>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9;p34"/>
              <p:cNvSpPr/>
              <p:nvPr/>
            </p:nvSpPr>
            <p:spPr>
              <a:xfrm>
                <a:off x="4529994" y="3377088"/>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extLst>
      <p:ext uri="{BB962C8B-B14F-4D97-AF65-F5344CB8AC3E}">
        <p14:creationId xmlns:p14="http://schemas.microsoft.com/office/powerpoint/2010/main" val="50544463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65"/>
        <p:cNvGrpSpPr/>
        <p:nvPr/>
      </p:nvGrpSpPr>
      <p:grpSpPr>
        <a:xfrm>
          <a:off x="0" y="0"/>
          <a:ext cx="0" cy="0"/>
          <a:chOff x="0" y="0"/>
          <a:chExt cx="0" cy="0"/>
        </a:xfrm>
      </p:grpSpPr>
      <p:sp>
        <p:nvSpPr>
          <p:cNvPr id="966" name="Google Shape;966;p31"/>
          <p:cNvSpPr/>
          <p:nvPr/>
        </p:nvSpPr>
        <p:spPr>
          <a:xfrm rot="4500170">
            <a:off x="4600402" y="7400"/>
            <a:ext cx="5575737" cy="4867271"/>
          </a:xfrm>
          <a:custGeom>
            <a:avLst/>
            <a:gdLst/>
            <a:ahLst/>
            <a:cxnLst/>
            <a:rect l="l" t="t" r="r" b="b"/>
            <a:pathLst>
              <a:path w="45721" h="44028" extrusionOk="0">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1"/>
          <p:cNvSpPr txBox="1">
            <a:spLocks noGrp="1"/>
          </p:cNvSpPr>
          <p:nvPr>
            <p:ph type="title"/>
          </p:nvPr>
        </p:nvSpPr>
        <p:spPr>
          <a:xfrm>
            <a:off x="811975" y="386599"/>
            <a:ext cx="2804400" cy="95303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a:latin typeface="Bahnschrift SemiCondensed" panose="020B0502040204020203" pitchFamily="34" charset="0"/>
              </a:rPr>
              <a:t>Аналоги</a:t>
            </a:r>
            <a:endParaRPr dirty="0">
              <a:latin typeface="Bahnschrift SemiCondensed" panose="020B0502040204020203" pitchFamily="34" charset="0"/>
            </a:endParaRPr>
          </a:p>
        </p:txBody>
      </p:sp>
      <p:sp>
        <p:nvSpPr>
          <p:cNvPr id="968" name="Google Shape;968;p31"/>
          <p:cNvSpPr txBox="1">
            <a:spLocks noGrp="1"/>
          </p:cNvSpPr>
          <p:nvPr>
            <p:ph type="subTitle" idx="1"/>
          </p:nvPr>
        </p:nvSpPr>
        <p:spPr>
          <a:xfrm>
            <a:off x="711200" y="1339636"/>
            <a:ext cx="4897120" cy="277096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800" dirty="0">
                <a:latin typeface="Bahnschrift SemiCondensed" panose="020B0502040204020203" pitchFamily="34" charset="0"/>
              </a:rPr>
              <a:t>Специализированный веб-сервис (</a:t>
            </a:r>
            <a:r>
              <a:rPr lang="en-US" sz="1800" dirty="0" err="1">
                <a:latin typeface="Bahnschrift SemiCondensed" panose="020B0502040204020203" pitchFamily="34" charset="0"/>
              </a:rPr>
              <a:t>WishList</a:t>
            </a:r>
            <a:r>
              <a:rPr lang="en-US" sz="1800" dirty="0">
                <a:latin typeface="Bahnschrift SemiCondensed" panose="020B0502040204020203" pitchFamily="34" charset="0"/>
              </a:rPr>
              <a:t>)</a:t>
            </a:r>
            <a:endParaRPr lang="ru-RU" sz="1800" dirty="0">
              <a:latin typeface="Bahnschrift SemiCondensed" panose="020B0502040204020203" pitchFamily="34" charset="0"/>
            </a:endParaRPr>
          </a:p>
          <a:p>
            <a:pPr marL="0" lvl="0" indent="0" algn="l" rtl="0">
              <a:spcBef>
                <a:spcPts val="0"/>
              </a:spcBef>
              <a:spcAft>
                <a:spcPts val="0"/>
              </a:spcAft>
              <a:buNone/>
            </a:pPr>
            <a:r>
              <a:rPr lang="ru-RU" sz="1600" dirty="0">
                <a:latin typeface="Bahnschrift Light SemiCondensed" panose="020B0502040204020203" pitchFamily="34" charset="0"/>
              </a:rPr>
              <a:t>        Строгая ссылка на существующий товар</a:t>
            </a:r>
          </a:p>
          <a:p>
            <a:pPr marL="0" lvl="0" indent="0" algn="l" rtl="0">
              <a:spcBef>
                <a:spcPts val="0"/>
              </a:spcBef>
              <a:spcAft>
                <a:spcPts val="0"/>
              </a:spcAft>
              <a:buNone/>
            </a:pPr>
            <a:endParaRPr lang="ru-RU" sz="1800" dirty="0">
              <a:latin typeface="Bahnschrift SemiCondensed" panose="020B0502040204020203" pitchFamily="34" charset="0"/>
            </a:endParaRPr>
          </a:p>
          <a:p>
            <a:pPr marL="0" lvl="0" indent="0" algn="l" rtl="0">
              <a:spcBef>
                <a:spcPts val="0"/>
              </a:spcBef>
              <a:spcAft>
                <a:spcPts val="0"/>
              </a:spcAft>
              <a:buNone/>
            </a:pPr>
            <a:endParaRPr lang="ru-RU" sz="1800" dirty="0">
              <a:latin typeface="Bahnschrift SemiCondensed" panose="020B0502040204020203" pitchFamily="34" charset="0"/>
            </a:endParaRPr>
          </a:p>
          <a:p>
            <a:pPr marL="0" lvl="0" indent="0" algn="l" rtl="0">
              <a:spcBef>
                <a:spcPts val="0"/>
              </a:spcBef>
              <a:spcAft>
                <a:spcPts val="0"/>
              </a:spcAft>
              <a:buNone/>
            </a:pPr>
            <a:r>
              <a:rPr lang="ru-RU" sz="1800" dirty="0" err="1">
                <a:latin typeface="Bahnschrift SemiCondensed" panose="020B0502040204020203" pitchFamily="34" charset="0"/>
              </a:rPr>
              <a:t>Вишлисты</a:t>
            </a:r>
            <a:r>
              <a:rPr lang="ru-RU" sz="1800" dirty="0">
                <a:latin typeface="Bahnschrift SemiCondensed" panose="020B0502040204020203" pitchFamily="34" charset="0"/>
              </a:rPr>
              <a:t> маркетплейсов (</a:t>
            </a:r>
            <a:r>
              <a:rPr lang="ru-RU" sz="1800" dirty="0" err="1">
                <a:latin typeface="Bahnschrift SemiCondensed" panose="020B0502040204020203" pitchFamily="34" charset="0"/>
              </a:rPr>
              <a:t>Яндекс.Маркет</a:t>
            </a:r>
            <a:r>
              <a:rPr lang="ru-RU" sz="1800" dirty="0">
                <a:latin typeface="Bahnschrift SemiCondensed" panose="020B0502040204020203" pitchFamily="34" charset="0"/>
              </a:rPr>
              <a:t>, </a:t>
            </a:r>
            <a:r>
              <a:rPr lang="ru-RU" sz="1800" dirty="0" err="1">
                <a:latin typeface="Bahnschrift SemiCondensed" panose="020B0502040204020203" pitchFamily="34" charset="0"/>
              </a:rPr>
              <a:t>Ozon</a:t>
            </a:r>
            <a:r>
              <a:rPr lang="ru-RU" sz="1800" dirty="0">
                <a:latin typeface="Bahnschrift SemiCondensed" panose="020B0502040204020203" pitchFamily="34" charset="0"/>
              </a:rPr>
              <a:t>)</a:t>
            </a:r>
          </a:p>
          <a:p>
            <a:pPr marL="0" lvl="0" indent="0" algn="l" rtl="0">
              <a:spcBef>
                <a:spcPts val="0"/>
              </a:spcBef>
              <a:spcAft>
                <a:spcPts val="0"/>
              </a:spcAft>
              <a:buNone/>
            </a:pPr>
            <a:r>
              <a:rPr lang="ru-RU" sz="1600" dirty="0">
                <a:latin typeface="Bahnschrift Light SemiCondensed" panose="020B0502040204020203" pitchFamily="34" charset="0"/>
              </a:rPr>
              <a:t>        Привязка к ассортименту площадки</a:t>
            </a:r>
          </a:p>
          <a:p>
            <a:pPr marL="0" lvl="0" indent="0" algn="l" rtl="0">
              <a:spcBef>
                <a:spcPts val="0"/>
              </a:spcBef>
              <a:spcAft>
                <a:spcPts val="0"/>
              </a:spcAft>
              <a:buNone/>
            </a:pPr>
            <a:endParaRPr lang="ru-RU" sz="1800" dirty="0">
              <a:latin typeface="Bahnschrift SemiCondensed" panose="020B0502040204020203" pitchFamily="34" charset="0"/>
            </a:endParaRPr>
          </a:p>
          <a:p>
            <a:pPr marL="0" lvl="0" indent="0" algn="l" rtl="0">
              <a:spcBef>
                <a:spcPts val="0"/>
              </a:spcBef>
              <a:spcAft>
                <a:spcPts val="0"/>
              </a:spcAft>
              <a:buNone/>
            </a:pPr>
            <a:endParaRPr lang="ru-RU" sz="1800" dirty="0">
              <a:latin typeface="Bahnschrift SemiCondensed" panose="020B0502040204020203" pitchFamily="34" charset="0"/>
            </a:endParaRPr>
          </a:p>
          <a:p>
            <a:pPr marL="0" lvl="0" indent="0" algn="l" rtl="0">
              <a:spcBef>
                <a:spcPts val="0"/>
              </a:spcBef>
              <a:spcAft>
                <a:spcPts val="0"/>
              </a:spcAft>
              <a:buNone/>
            </a:pPr>
            <a:r>
              <a:rPr lang="ru-RU" sz="1800" dirty="0">
                <a:latin typeface="Bahnschrift SemiCondensed" panose="020B0502040204020203" pitchFamily="34" charset="0"/>
              </a:rPr>
              <a:t>Социальная сеть (ВКонтакте «Желания»)</a:t>
            </a:r>
          </a:p>
          <a:p>
            <a:pPr marL="0" lvl="0" indent="0" algn="l" rtl="0">
              <a:spcBef>
                <a:spcPts val="0"/>
              </a:spcBef>
              <a:spcAft>
                <a:spcPts val="0"/>
              </a:spcAft>
              <a:buNone/>
            </a:pPr>
            <a:r>
              <a:rPr lang="ru-RU" sz="1600" dirty="0">
                <a:latin typeface="Bahnschrift Light SemiCondensed" panose="020B0502040204020203" pitchFamily="34" charset="0"/>
              </a:rPr>
              <a:t>        Один список в рамках одной экосистемы</a:t>
            </a:r>
            <a:endParaRPr lang="en-US" sz="1600" dirty="0">
              <a:latin typeface="Bahnschrift Light SemiCondensed" panose="020B0502040204020203" pitchFamily="34" charset="0"/>
            </a:endParaRPr>
          </a:p>
        </p:txBody>
      </p:sp>
      <p:pic>
        <p:nvPicPr>
          <p:cNvPr id="5" name="Рисунок 4">
            <a:extLst>
              <a:ext uri="{FF2B5EF4-FFF2-40B4-BE49-F238E27FC236}">
                <a16:creationId xmlns:a16="http://schemas.microsoft.com/office/drawing/2014/main" id="{1D8A7970-DD2B-46AA-8627-A7DD45D7FBA3}"/>
              </a:ext>
            </a:extLst>
          </p:cNvPr>
          <p:cNvPicPr>
            <a:picLocks noChangeAspect="1"/>
          </p:cNvPicPr>
          <p:nvPr/>
        </p:nvPicPr>
        <p:blipFill>
          <a:blip r:embed="rId3"/>
          <a:stretch>
            <a:fillRect/>
          </a:stretch>
        </p:blipFill>
        <p:spPr>
          <a:xfrm>
            <a:off x="5453697" y="1255480"/>
            <a:ext cx="2141055" cy="468844"/>
          </a:xfrm>
          <a:prstGeom prst="rect">
            <a:avLst/>
          </a:prstGeom>
        </p:spPr>
      </p:pic>
      <p:pic>
        <p:nvPicPr>
          <p:cNvPr id="1028" name="Picture 4">
            <a:extLst>
              <a:ext uri="{FF2B5EF4-FFF2-40B4-BE49-F238E27FC236}">
                <a16:creationId xmlns:a16="http://schemas.microsoft.com/office/drawing/2014/main" id="{F10EF51F-80E4-499C-BC22-75A6BB085A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0624142">
            <a:off x="5824644" y="2459034"/>
            <a:ext cx="715048" cy="715048"/>
          </a:xfrm>
          <a:prstGeom prst="rect">
            <a:avLst/>
          </a:prstGeom>
          <a:noFill/>
          <a:extLst>
            <a:ext uri="{909E8E84-426E-40DD-AFC4-6F175D3DCCD1}">
              <a14:hiddenFill xmlns:a14="http://schemas.microsoft.com/office/drawing/2010/main">
                <a:solidFill>
                  <a:srgbClr val="FFFFFF"/>
                </a:solidFill>
              </a14:hiddenFill>
            </a:ext>
          </a:extLst>
        </p:spPr>
      </p:pic>
      <p:pic>
        <p:nvPicPr>
          <p:cNvPr id="7" name="Рисунок 6">
            <a:extLst>
              <a:ext uri="{FF2B5EF4-FFF2-40B4-BE49-F238E27FC236}">
                <a16:creationId xmlns:a16="http://schemas.microsoft.com/office/drawing/2014/main" id="{35495315-5937-4D75-8FA4-D42D3D1160CC}"/>
              </a:ext>
            </a:extLst>
          </p:cNvPr>
          <p:cNvPicPr>
            <a:picLocks noChangeAspect="1"/>
          </p:cNvPicPr>
          <p:nvPr/>
        </p:nvPicPr>
        <p:blipFill>
          <a:blip r:embed="rId5"/>
          <a:stretch>
            <a:fillRect/>
          </a:stretch>
        </p:blipFill>
        <p:spPr>
          <a:xfrm rot="1296625">
            <a:off x="6223275" y="2288540"/>
            <a:ext cx="1798156" cy="566419"/>
          </a:xfrm>
          <a:prstGeom prst="rect">
            <a:avLst/>
          </a:prstGeom>
        </p:spPr>
      </p:pic>
      <p:pic>
        <p:nvPicPr>
          <p:cNvPr id="8" name="Рисунок 7">
            <a:extLst>
              <a:ext uri="{FF2B5EF4-FFF2-40B4-BE49-F238E27FC236}">
                <a16:creationId xmlns:a16="http://schemas.microsoft.com/office/drawing/2014/main" id="{B4950286-6799-4A47-83AD-CA88668334D8}"/>
              </a:ext>
            </a:extLst>
          </p:cNvPr>
          <p:cNvPicPr>
            <a:picLocks noChangeAspect="1"/>
          </p:cNvPicPr>
          <p:nvPr/>
        </p:nvPicPr>
        <p:blipFill>
          <a:blip r:embed="rId6"/>
          <a:stretch>
            <a:fillRect/>
          </a:stretch>
        </p:blipFill>
        <p:spPr>
          <a:xfrm rot="21294648">
            <a:off x="6346171" y="3528520"/>
            <a:ext cx="899444" cy="899444"/>
          </a:xfrm>
          <a:prstGeom prst="rect">
            <a:avLst/>
          </a:prstGeom>
        </p:spPr>
      </p:pic>
    </p:spTree>
    <p:extLst>
      <p:ext uri="{BB962C8B-B14F-4D97-AF65-F5344CB8AC3E}">
        <p14:creationId xmlns:p14="http://schemas.microsoft.com/office/powerpoint/2010/main" val="216338915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102"/>
        <p:cNvGrpSpPr/>
        <p:nvPr/>
      </p:nvGrpSpPr>
      <p:grpSpPr>
        <a:xfrm>
          <a:off x="0" y="0"/>
          <a:ext cx="0" cy="0"/>
          <a:chOff x="0" y="0"/>
          <a:chExt cx="0" cy="0"/>
        </a:xfrm>
      </p:grpSpPr>
      <p:sp>
        <p:nvSpPr>
          <p:cNvPr id="1103" name="Google Shape;1103;p33"/>
          <p:cNvSpPr txBox="1">
            <a:spLocks noGrp="1"/>
          </p:cNvSpPr>
          <p:nvPr>
            <p:ph type="title"/>
          </p:nvPr>
        </p:nvSpPr>
        <p:spPr>
          <a:xfrm>
            <a:off x="794650" y="352292"/>
            <a:ext cx="5116200" cy="97756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3200" dirty="0">
                <a:latin typeface="Bahnschrift SemiCondensed" panose="020B0502040204020203" pitchFamily="34" charset="0"/>
              </a:rPr>
              <a:t>Структура архитектуры приложения</a:t>
            </a:r>
            <a:endParaRPr lang="en-US" sz="3200" dirty="0">
              <a:latin typeface="Bahnschrift SemiCondensed" panose="020B0502040204020203" pitchFamily="34" charset="0"/>
            </a:endParaRPr>
          </a:p>
        </p:txBody>
      </p:sp>
      <p:grpSp>
        <p:nvGrpSpPr>
          <p:cNvPr id="8" name="Google Shape;5922;p61">
            <a:extLst>
              <a:ext uri="{FF2B5EF4-FFF2-40B4-BE49-F238E27FC236}">
                <a16:creationId xmlns:a16="http://schemas.microsoft.com/office/drawing/2014/main" id="{718614E9-38FE-49AF-9FD8-764D417D00CA}"/>
              </a:ext>
            </a:extLst>
          </p:cNvPr>
          <p:cNvGrpSpPr/>
          <p:nvPr/>
        </p:nvGrpSpPr>
        <p:grpSpPr>
          <a:xfrm>
            <a:off x="2266456" y="1519306"/>
            <a:ext cx="504890" cy="895514"/>
            <a:chOff x="2593102" y="2288778"/>
            <a:chExt cx="204663" cy="363007"/>
          </a:xfrm>
        </p:grpSpPr>
        <p:sp>
          <p:nvSpPr>
            <p:cNvPr id="9" name="Google Shape;5923;p61">
              <a:extLst>
                <a:ext uri="{FF2B5EF4-FFF2-40B4-BE49-F238E27FC236}">
                  <a16:creationId xmlns:a16="http://schemas.microsoft.com/office/drawing/2014/main" id="{9BB2D2BF-3EC7-48E1-AA63-951B68090B00}"/>
                </a:ext>
              </a:extLst>
            </p:cNvPr>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924;p61">
              <a:extLst>
                <a:ext uri="{FF2B5EF4-FFF2-40B4-BE49-F238E27FC236}">
                  <a16:creationId xmlns:a16="http://schemas.microsoft.com/office/drawing/2014/main" id="{5BFC91ED-669C-4B51-948C-A9972687726D}"/>
                </a:ext>
              </a:extLst>
            </p:cNvPr>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925;p61">
              <a:extLst>
                <a:ext uri="{FF2B5EF4-FFF2-40B4-BE49-F238E27FC236}">
                  <a16:creationId xmlns:a16="http://schemas.microsoft.com/office/drawing/2014/main" id="{043B5CEE-CEC8-4A6B-B3AF-0E8CF270C599}"/>
                </a:ext>
              </a:extLst>
            </p:cNvPr>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926;p61">
              <a:extLst>
                <a:ext uri="{FF2B5EF4-FFF2-40B4-BE49-F238E27FC236}">
                  <a16:creationId xmlns:a16="http://schemas.microsoft.com/office/drawing/2014/main" id="{42554CC1-9E28-4A71-84EA-F43DE558E328}"/>
                </a:ext>
              </a:extLst>
            </p:cNvPr>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927;p61">
              <a:extLst>
                <a:ext uri="{FF2B5EF4-FFF2-40B4-BE49-F238E27FC236}">
                  <a16:creationId xmlns:a16="http://schemas.microsoft.com/office/drawing/2014/main" id="{E15D4295-59AB-460B-8D64-41D88E902DCF}"/>
                </a:ext>
              </a:extLst>
            </p:cNvPr>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928;p61">
              <a:extLst>
                <a:ext uri="{FF2B5EF4-FFF2-40B4-BE49-F238E27FC236}">
                  <a16:creationId xmlns:a16="http://schemas.microsoft.com/office/drawing/2014/main" id="{CC0CA63F-9833-4842-9CB2-64DEBB6A6D1D}"/>
                </a:ext>
              </a:extLst>
            </p:cNvPr>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929;p61">
              <a:extLst>
                <a:ext uri="{FF2B5EF4-FFF2-40B4-BE49-F238E27FC236}">
                  <a16:creationId xmlns:a16="http://schemas.microsoft.com/office/drawing/2014/main" id="{CE234345-313A-422D-89C9-D8915FFDBED2}"/>
                </a:ext>
              </a:extLst>
            </p:cNvPr>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930;p61">
              <a:extLst>
                <a:ext uri="{FF2B5EF4-FFF2-40B4-BE49-F238E27FC236}">
                  <a16:creationId xmlns:a16="http://schemas.microsoft.com/office/drawing/2014/main" id="{E152CBC3-E516-4C48-9D0C-CAB2D01A7230}"/>
                </a:ext>
              </a:extLst>
            </p:cNvPr>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931;p61">
              <a:extLst>
                <a:ext uri="{FF2B5EF4-FFF2-40B4-BE49-F238E27FC236}">
                  <a16:creationId xmlns:a16="http://schemas.microsoft.com/office/drawing/2014/main" id="{3BD7B229-2A99-4225-94C6-249DA645CE1E}"/>
                </a:ext>
              </a:extLst>
            </p:cNvPr>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 name="Google Shape;8248;p63">
            <a:extLst>
              <a:ext uri="{FF2B5EF4-FFF2-40B4-BE49-F238E27FC236}">
                <a16:creationId xmlns:a16="http://schemas.microsoft.com/office/drawing/2014/main" id="{FA2C7977-C3B7-4276-9F4B-93F504A96BD2}"/>
              </a:ext>
            </a:extLst>
          </p:cNvPr>
          <p:cNvGrpSpPr/>
          <p:nvPr/>
        </p:nvGrpSpPr>
        <p:grpSpPr>
          <a:xfrm>
            <a:off x="2099505" y="3457750"/>
            <a:ext cx="837617" cy="711787"/>
            <a:chOff x="2659157" y="2017412"/>
            <a:chExt cx="319190" cy="271240"/>
          </a:xfrm>
        </p:grpSpPr>
        <p:sp>
          <p:nvSpPr>
            <p:cNvPr id="19" name="Google Shape;8249;p63">
              <a:extLst>
                <a:ext uri="{FF2B5EF4-FFF2-40B4-BE49-F238E27FC236}">
                  <a16:creationId xmlns:a16="http://schemas.microsoft.com/office/drawing/2014/main" id="{68C081BF-F84C-45AA-8E0A-F5EB297BCBB5}"/>
                </a:ext>
              </a:extLst>
            </p:cNvPr>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8250;p63">
              <a:extLst>
                <a:ext uri="{FF2B5EF4-FFF2-40B4-BE49-F238E27FC236}">
                  <a16:creationId xmlns:a16="http://schemas.microsoft.com/office/drawing/2014/main" id="{7F5CF872-CB12-4989-9A45-C75C2771C459}"/>
                </a:ext>
              </a:extLst>
            </p:cNvPr>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8251;p63">
              <a:extLst>
                <a:ext uri="{FF2B5EF4-FFF2-40B4-BE49-F238E27FC236}">
                  <a16:creationId xmlns:a16="http://schemas.microsoft.com/office/drawing/2014/main" id="{08D03C14-5E09-4347-A880-CB752290E48F}"/>
                </a:ext>
              </a:extLst>
            </p:cNvPr>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8252;p63">
              <a:extLst>
                <a:ext uri="{FF2B5EF4-FFF2-40B4-BE49-F238E27FC236}">
                  <a16:creationId xmlns:a16="http://schemas.microsoft.com/office/drawing/2014/main" id="{FE2178C9-E35C-4948-B07C-AC4CF7FDA177}"/>
                </a:ext>
              </a:extLst>
            </p:cNvPr>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8253;p63">
              <a:extLst>
                <a:ext uri="{FF2B5EF4-FFF2-40B4-BE49-F238E27FC236}">
                  <a16:creationId xmlns:a16="http://schemas.microsoft.com/office/drawing/2014/main" id="{256C41E6-3421-4241-90E4-16F78AA03CB7}"/>
                </a:ext>
              </a:extLst>
            </p:cNvPr>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254;p63">
              <a:extLst>
                <a:ext uri="{FF2B5EF4-FFF2-40B4-BE49-F238E27FC236}">
                  <a16:creationId xmlns:a16="http://schemas.microsoft.com/office/drawing/2014/main" id="{822AD998-751A-4515-B56F-674FB0E1FAAD}"/>
                </a:ext>
              </a:extLst>
            </p:cNvPr>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255;p63">
              <a:extLst>
                <a:ext uri="{FF2B5EF4-FFF2-40B4-BE49-F238E27FC236}">
                  <a16:creationId xmlns:a16="http://schemas.microsoft.com/office/drawing/2014/main" id="{01F73566-9797-4B60-BF9A-F8715113F93C}"/>
                </a:ext>
              </a:extLst>
            </p:cNvPr>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56;p63">
              <a:extLst>
                <a:ext uri="{FF2B5EF4-FFF2-40B4-BE49-F238E27FC236}">
                  <a16:creationId xmlns:a16="http://schemas.microsoft.com/office/drawing/2014/main" id="{059B9E22-2607-4096-BDA3-6BF54E755017}"/>
                </a:ext>
              </a:extLst>
            </p:cNvPr>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257;p63">
              <a:extLst>
                <a:ext uri="{FF2B5EF4-FFF2-40B4-BE49-F238E27FC236}">
                  <a16:creationId xmlns:a16="http://schemas.microsoft.com/office/drawing/2014/main" id="{1AB82386-BE2F-405B-9B06-38E430CF00E3}"/>
                </a:ext>
              </a:extLst>
            </p:cNvPr>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258;p63">
              <a:extLst>
                <a:ext uri="{FF2B5EF4-FFF2-40B4-BE49-F238E27FC236}">
                  <a16:creationId xmlns:a16="http://schemas.microsoft.com/office/drawing/2014/main" id="{09500C42-E486-4C4C-8A93-AFDC634D137C}"/>
                </a:ext>
              </a:extLst>
            </p:cNvPr>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259;p63">
              <a:extLst>
                <a:ext uri="{FF2B5EF4-FFF2-40B4-BE49-F238E27FC236}">
                  <a16:creationId xmlns:a16="http://schemas.microsoft.com/office/drawing/2014/main" id="{1CE90723-4E25-4922-95E2-FF27BE2E6AC4}"/>
                </a:ext>
              </a:extLst>
            </p:cNvPr>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260;p63">
              <a:extLst>
                <a:ext uri="{FF2B5EF4-FFF2-40B4-BE49-F238E27FC236}">
                  <a16:creationId xmlns:a16="http://schemas.microsoft.com/office/drawing/2014/main" id="{D7AB42F7-29C5-4E58-9AC0-2409ABC6B420}"/>
                </a:ext>
              </a:extLst>
            </p:cNvPr>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261;p63">
              <a:extLst>
                <a:ext uri="{FF2B5EF4-FFF2-40B4-BE49-F238E27FC236}">
                  <a16:creationId xmlns:a16="http://schemas.microsoft.com/office/drawing/2014/main" id="{C76AD609-507F-41D2-914D-D6FC41E4970B}"/>
                </a:ext>
              </a:extLst>
            </p:cNvPr>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262;p63">
              <a:extLst>
                <a:ext uri="{FF2B5EF4-FFF2-40B4-BE49-F238E27FC236}">
                  <a16:creationId xmlns:a16="http://schemas.microsoft.com/office/drawing/2014/main" id="{733AC090-44AC-4874-86F2-A3C0D5F66F5A}"/>
                </a:ext>
              </a:extLst>
            </p:cNvPr>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263;p63">
              <a:extLst>
                <a:ext uri="{FF2B5EF4-FFF2-40B4-BE49-F238E27FC236}">
                  <a16:creationId xmlns:a16="http://schemas.microsoft.com/office/drawing/2014/main" id="{07D08B86-FCC1-4D06-97CE-87F7A584AEF3}"/>
                </a:ext>
              </a:extLst>
            </p:cNvPr>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8264;p63">
              <a:extLst>
                <a:ext uri="{FF2B5EF4-FFF2-40B4-BE49-F238E27FC236}">
                  <a16:creationId xmlns:a16="http://schemas.microsoft.com/office/drawing/2014/main" id="{8DBBC461-CCA3-4B64-922E-6C33EE452C6D}"/>
                </a:ext>
              </a:extLst>
            </p:cNvPr>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8265;p63">
              <a:extLst>
                <a:ext uri="{FF2B5EF4-FFF2-40B4-BE49-F238E27FC236}">
                  <a16:creationId xmlns:a16="http://schemas.microsoft.com/office/drawing/2014/main" id="{7A146BFF-4199-4654-9506-E0B262D58B22}"/>
                </a:ext>
              </a:extLst>
            </p:cNvPr>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8266;p63">
              <a:extLst>
                <a:ext uri="{FF2B5EF4-FFF2-40B4-BE49-F238E27FC236}">
                  <a16:creationId xmlns:a16="http://schemas.microsoft.com/office/drawing/2014/main" id="{4742DCEE-6A10-4EAA-B303-879C4050676D}"/>
                </a:ext>
              </a:extLst>
            </p:cNvPr>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8267;p63">
              <a:extLst>
                <a:ext uri="{FF2B5EF4-FFF2-40B4-BE49-F238E27FC236}">
                  <a16:creationId xmlns:a16="http://schemas.microsoft.com/office/drawing/2014/main" id="{C305D5FE-F11E-460C-9446-5B7E615E01A1}"/>
                </a:ext>
              </a:extLst>
            </p:cNvPr>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8268;p63">
              <a:extLst>
                <a:ext uri="{FF2B5EF4-FFF2-40B4-BE49-F238E27FC236}">
                  <a16:creationId xmlns:a16="http://schemas.microsoft.com/office/drawing/2014/main" id="{F5B82BB9-B6D6-4F97-9B6B-DCAE14E020F0}"/>
                </a:ext>
              </a:extLst>
            </p:cNvPr>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8269;p63">
              <a:extLst>
                <a:ext uri="{FF2B5EF4-FFF2-40B4-BE49-F238E27FC236}">
                  <a16:creationId xmlns:a16="http://schemas.microsoft.com/office/drawing/2014/main" id="{FA278B9C-631A-4854-9873-37EB283907FE}"/>
                </a:ext>
              </a:extLst>
            </p:cNvPr>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8270;p63">
              <a:extLst>
                <a:ext uri="{FF2B5EF4-FFF2-40B4-BE49-F238E27FC236}">
                  <a16:creationId xmlns:a16="http://schemas.microsoft.com/office/drawing/2014/main" id="{F814BE82-4508-4571-8245-BB0A08B9ED12}"/>
                </a:ext>
              </a:extLst>
            </p:cNvPr>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8271;p63">
              <a:extLst>
                <a:ext uri="{FF2B5EF4-FFF2-40B4-BE49-F238E27FC236}">
                  <a16:creationId xmlns:a16="http://schemas.microsoft.com/office/drawing/2014/main" id="{047B924E-F802-46ED-8223-87FD86AAB360}"/>
                </a:ext>
              </a:extLst>
            </p:cNvPr>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8272;p63">
              <a:extLst>
                <a:ext uri="{FF2B5EF4-FFF2-40B4-BE49-F238E27FC236}">
                  <a16:creationId xmlns:a16="http://schemas.microsoft.com/office/drawing/2014/main" id="{CB324D73-9A2F-4CB9-9F66-ED6A5F0CB173}"/>
                </a:ext>
              </a:extLst>
            </p:cNvPr>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8273;p63">
              <a:extLst>
                <a:ext uri="{FF2B5EF4-FFF2-40B4-BE49-F238E27FC236}">
                  <a16:creationId xmlns:a16="http://schemas.microsoft.com/office/drawing/2014/main" id="{A6E99509-3DDB-4B0B-8DAA-008E2614A4FA}"/>
                </a:ext>
              </a:extLst>
            </p:cNvPr>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8274;p63">
              <a:extLst>
                <a:ext uri="{FF2B5EF4-FFF2-40B4-BE49-F238E27FC236}">
                  <a16:creationId xmlns:a16="http://schemas.microsoft.com/office/drawing/2014/main" id="{0C82D015-F320-40A7-B158-BDB65F2F2D3B}"/>
                </a:ext>
              </a:extLst>
            </p:cNvPr>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 name="Google Shape;10571;p64">
            <a:extLst>
              <a:ext uri="{FF2B5EF4-FFF2-40B4-BE49-F238E27FC236}">
                <a16:creationId xmlns:a16="http://schemas.microsoft.com/office/drawing/2014/main" id="{72386366-4ADA-4565-A36F-A210129C74A7}"/>
              </a:ext>
            </a:extLst>
          </p:cNvPr>
          <p:cNvGrpSpPr/>
          <p:nvPr/>
        </p:nvGrpSpPr>
        <p:grpSpPr>
          <a:xfrm>
            <a:off x="4484760" y="3337308"/>
            <a:ext cx="641302" cy="850599"/>
            <a:chOff x="861622" y="2881770"/>
            <a:chExt cx="276802" cy="367140"/>
          </a:xfrm>
        </p:grpSpPr>
        <p:sp>
          <p:nvSpPr>
            <p:cNvPr id="46" name="Google Shape;10572;p64">
              <a:extLst>
                <a:ext uri="{FF2B5EF4-FFF2-40B4-BE49-F238E27FC236}">
                  <a16:creationId xmlns:a16="http://schemas.microsoft.com/office/drawing/2014/main" id="{B635A652-34CF-492A-A4FD-D3BD86845F99}"/>
                </a:ext>
              </a:extLst>
            </p:cNvPr>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573;p64">
              <a:extLst>
                <a:ext uri="{FF2B5EF4-FFF2-40B4-BE49-F238E27FC236}">
                  <a16:creationId xmlns:a16="http://schemas.microsoft.com/office/drawing/2014/main" id="{E7E5B105-6425-41E8-99CF-0007071955E1}"/>
                </a:ext>
              </a:extLst>
            </p:cNvPr>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574;p64">
              <a:extLst>
                <a:ext uri="{FF2B5EF4-FFF2-40B4-BE49-F238E27FC236}">
                  <a16:creationId xmlns:a16="http://schemas.microsoft.com/office/drawing/2014/main" id="{99DFAD71-7046-4F3C-9F64-8848EC2B0671}"/>
                </a:ext>
              </a:extLst>
            </p:cNvPr>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75;p64">
              <a:extLst>
                <a:ext uri="{FF2B5EF4-FFF2-40B4-BE49-F238E27FC236}">
                  <a16:creationId xmlns:a16="http://schemas.microsoft.com/office/drawing/2014/main" id="{7B20F182-25CF-42D1-962F-31C50BD6A84C}"/>
                </a:ext>
              </a:extLst>
            </p:cNvPr>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576;p64">
              <a:extLst>
                <a:ext uri="{FF2B5EF4-FFF2-40B4-BE49-F238E27FC236}">
                  <a16:creationId xmlns:a16="http://schemas.microsoft.com/office/drawing/2014/main" id="{9D888C5E-021E-4995-88DB-78FA9F0C6C71}"/>
                </a:ext>
              </a:extLst>
            </p:cNvPr>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577;p64">
              <a:extLst>
                <a:ext uri="{FF2B5EF4-FFF2-40B4-BE49-F238E27FC236}">
                  <a16:creationId xmlns:a16="http://schemas.microsoft.com/office/drawing/2014/main" id="{DF7D3971-1398-4246-B753-24710638C74F}"/>
                </a:ext>
              </a:extLst>
            </p:cNvPr>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578;p64">
              <a:extLst>
                <a:ext uri="{FF2B5EF4-FFF2-40B4-BE49-F238E27FC236}">
                  <a16:creationId xmlns:a16="http://schemas.microsoft.com/office/drawing/2014/main" id="{4ACF7237-B34E-495E-BF38-65BC2A0984B3}"/>
                </a:ext>
              </a:extLst>
            </p:cNvPr>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579;p64">
              <a:extLst>
                <a:ext uri="{FF2B5EF4-FFF2-40B4-BE49-F238E27FC236}">
                  <a16:creationId xmlns:a16="http://schemas.microsoft.com/office/drawing/2014/main" id="{3C8DBF8F-E869-4E71-B349-8E0FF94CAA5A}"/>
                </a:ext>
              </a:extLst>
            </p:cNvPr>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580;p64">
              <a:extLst>
                <a:ext uri="{FF2B5EF4-FFF2-40B4-BE49-F238E27FC236}">
                  <a16:creationId xmlns:a16="http://schemas.microsoft.com/office/drawing/2014/main" id="{2EA1DADC-A7E5-4B77-97BB-510EDE872E59}"/>
                </a:ext>
              </a:extLst>
            </p:cNvPr>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581;p64">
              <a:extLst>
                <a:ext uri="{FF2B5EF4-FFF2-40B4-BE49-F238E27FC236}">
                  <a16:creationId xmlns:a16="http://schemas.microsoft.com/office/drawing/2014/main" id="{EBBF86E5-C0BE-4F62-A0F3-E8E45581C709}"/>
                </a:ext>
              </a:extLst>
            </p:cNvPr>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582;p64">
              <a:extLst>
                <a:ext uri="{FF2B5EF4-FFF2-40B4-BE49-F238E27FC236}">
                  <a16:creationId xmlns:a16="http://schemas.microsoft.com/office/drawing/2014/main" id="{863B07A7-154A-4FE0-AC8A-743D4541007A}"/>
                </a:ext>
              </a:extLst>
            </p:cNvPr>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583;p64">
              <a:extLst>
                <a:ext uri="{FF2B5EF4-FFF2-40B4-BE49-F238E27FC236}">
                  <a16:creationId xmlns:a16="http://schemas.microsoft.com/office/drawing/2014/main" id="{8829BAF6-312F-47C6-BB67-A0AEFDD50333}"/>
                </a:ext>
              </a:extLst>
            </p:cNvPr>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584;p64">
              <a:extLst>
                <a:ext uri="{FF2B5EF4-FFF2-40B4-BE49-F238E27FC236}">
                  <a16:creationId xmlns:a16="http://schemas.microsoft.com/office/drawing/2014/main" id="{530326AD-FCD6-4655-8277-0A90F4889089}"/>
                </a:ext>
              </a:extLst>
            </p:cNvPr>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585;p64">
              <a:extLst>
                <a:ext uri="{FF2B5EF4-FFF2-40B4-BE49-F238E27FC236}">
                  <a16:creationId xmlns:a16="http://schemas.microsoft.com/office/drawing/2014/main" id="{BF4E774B-8ED8-45C4-92D1-A0C797B6B710}"/>
                </a:ext>
              </a:extLst>
            </p:cNvPr>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586;p64">
              <a:extLst>
                <a:ext uri="{FF2B5EF4-FFF2-40B4-BE49-F238E27FC236}">
                  <a16:creationId xmlns:a16="http://schemas.microsoft.com/office/drawing/2014/main" id="{4B3E70A7-6E4B-4833-8665-1F75286CFD91}"/>
                </a:ext>
              </a:extLst>
            </p:cNvPr>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587;p64">
              <a:extLst>
                <a:ext uri="{FF2B5EF4-FFF2-40B4-BE49-F238E27FC236}">
                  <a16:creationId xmlns:a16="http://schemas.microsoft.com/office/drawing/2014/main" id="{CE214464-A60F-4786-AEC4-50E0AF6A34C5}"/>
                </a:ext>
              </a:extLst>
            </p:cNvPr>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588;p64">
              <a:extLst>
                <a:ext uri="{FF2B5EF4-FFF2-40B4-BE49-F238E27FC236}">
                  <a16:creationId xmlns:a16="http://schemas.microsoft.com/office/drawing/2014/main" id="{E0FB8537-0218-4DD3-9853-ECAF03C6C131}"/>
                </a:ext>
              </a:extLst>
            </p:cNvPr>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589;p64">
              <a:extLst>
                <a:ext uri="{FF2B5EF4-FFF2-40B4-BE49-F238E27FC236}">
                  <a16:creationId xmlns:a16="http://schemas.microsoft.com/office/drawing/2014/main" id="{F9C84FA0-FBFD-4CF7-8BED-2C43E41C7A45}"/>
                </a:ext>
              </a:extLst>
            </p:cNvPr>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590;p64">
              <a:extLst>
                <a:ext uri="{FF2B5EF4-FFF2-40B4-BE49-F238E27FC236}">
                  <a16:creationId xmlns:a16="http://schemas.microsoft.com/office/drawing/2014/main" id="{5E8B75A1-664F-4C56-A50E-24787893C03A}"/>
                </a:ext>
              </a:extLst>
            </p:cNvPr>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591;p64">
              <a:extLst>
                <a:ext uri="{FF2B5EF4-FFF2-40B4-BE49-F238E27FC236}">
                  <a16:creationId xmlns:a16="http://schemas.microsoft.com/office/drawing/2014/main" id="{DF3DE5BF-77BA-444F-8349-2B7D5A201AA0}"/>
                </a:ext>
              </a:extLst>
            </p:cNvPr>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592;p64">
              <a:extLst>
                <a:ext uri="{FF2B5EF4-FFF2-40B4-BE49-F238E27FC236}">
                  <a16:creationId xmlns:a16="http://schemas.microsoft.com/office/drawing/2014/main" id="{B6337FB1-EA5E-4F74-8564-B7A1F0899ED5}"/>
                </a:ext>
              </a:extLst>
            </p:cNvPr>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593;p64">
              <a:extLst>
                <a:ext uri="{FF2B5EF4-FFF2-40B4-BE49-F238E27FC236}">
                  <a16:creationId xmlns:a16="http://schemas.microsoft.com/office/drawing/2014/main" id="{492D4283-8BCB-4870-B4D4-43ED5C3A4EDC}"/>
                </a:ext>
              </a:extLst>
            </p:cNvPr>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 name="Google Shape;10619;p64">
            <a:extLst>
              <a:ext uri="{FF2B5EF4-FFF2-40B4-BE49-F238E27FC236}">
                <a16:creationId xmlns:a16="http://schemas.microsoft.com/office/drawing/2014/main" id="{498B135A-770A-41D8-8CEF-9F33BBF56CF4}"/>
              </a:ext>
            </a:extLst>
          </p:cNvPr>
          <p:cNvGrpSpPr/>
          <p:nvPr/>
        </p:nvGrpSpPr>
        <p:grpSpPr>
          <a:xfrm>
            <a:off x="4311419" y="1497831"/>
            <a:ext cx="923245" cy="911661"/>
            <a:chOff x="3513796" y="2882084"/>
            <a:chExt cx="371487" cy="366826"/>
          </a:xfrm>
        </p:grpSpPr>
        <p:sp>
          <p:nvSpPr>
            <p:cNvPr id="69" name="Google Shape;10620;p64">
              <a:extLst>
                <a:ext uri="{FF2B5EF4-FFF2-40B4-BE49-F238E27FC236}">
                  <a16:creationId xmlns:a16="http://schemas.microsoft.com/office/drawing/2014/main" id="{03B70720-0D84-4EDA-A81C-549C89F76A46}"/>
                </a:ext>
              </a:extLst>
            </p:cNvPr>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621;p64">
              <a:extLst>
                <a:ext uri="{FF2B5EF4-FFF2-40B4-BE49-F238E27FC236}">
                  <a16:creationId xmlns:a16="http://schemas.microsoft.com/office/drawing/2014/main" id="{F77FE8E0-2B9C-4F29-92E4-BD1A455A3727}"/>
                </a:ext>
              </a:extLst>
            </p:cNvPr>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622;p64">
              <a:extLst>
                <a:ext uri="{FF2B5EF4-FFF2-40B4-BE49-F238E27FC236}">
                  <a16:creationId xmlns:a16="http://schemas.microsoft.com/office/drawing/2014/main" id="{EEB64A9D-9630-4819-A692-B1CB71887D96}"/>
                </a:ext>
              </a:extLst>
            </p:cNvPr>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623;p64">
              <a:extLst>
                <a:ext uri="{FF2B5EF4-FFF2-40B4-BE49-F238E27FC236}">
                  <a16:creationId xmlns:a16="http://schemas.microsoft.com/office/drawing/2014/main" id="{2864E1CE-25B3-4C78-8CA2-C7140F98D59A}"/>
                </a:ext>
              </a:extLst>
            </p:cNvPr>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624;p64">
              <a:extLst>
                <a:ext uri="{FF2B5EF4-FFF2-40B4-BE49-F238E27FC236}">
                  <a16:creationId xmlns:a16="http://schemas.microsoft.com/office/drawing/2014/main" id="{76A79E1D-93D0-48B8-9030-912F531C2CB3}"/>
                </a:ext>
              </a:extLst>
            </p:cNvPr>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625;p64">
              <a:extLst>
                <a:ext uri="{FF2B5EF4-FFF2-40B4-BE49-F238E27FC236}">
                  <a16:creationId xmlns:a16="http://schemas.microsoft.com/office/drawing/2014/main" id="{3AAEAAB1-C74E-4938-8B74-4D13CCA4B378}"/>
                </a:ext>
              </a:extLst>
            </p:cNvPr>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626;p64">
              <a:extLst>
                <a:ext uri="{FF2B5EF4-FFF2-40B4-BE49-F238E27FC236}">
                  <a16:creationId xmlns:a16="http://schemas.microsoft.com/office/drawing/2014/main" id="{5A550F4B-3564-4FF3-8B67-5F8451FCF4B7}"/>
                </a:ext>
              </a:extLst>
            </p:cNvPr>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627;p64">
              <a:extLst>
                <a:ext uri="{FF2B5EF4-FFF2-40B4-BE49-F238E27FC236}">
                  <a16:creationId xmlns:a16="http://schemas.microsoft.com/office/drawing/2014/main" id="{675F0378-9EF7-47A0-BF19-FD75F26B52F9}"/>
                </a:ext>
              </a:extLst>
            </p:cNvPr>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628;p64">
              <a:extLst>
                <a:ext uri="{FF2B5EF4-FFF2-40B4-BE49-F238E27FC236}">
                  <a16:creationId xmlns:a16="http://schemas.microsoft.com/office/drawing/2014/main" id="{7B375668-AC7B-4B43-BDA5-33AE7BB7C07B}"/>
                </a:ext>
              </a:extLst>
            </p:cNvPr>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629;p64">
              <a:extLst>
                <a:ext uri="{FF2B5EF4-FFF2-40B4-BE49-F238E27FC236}">
                  <a16:creationId xmlns:a16="http://schemas.microsoft.com/office/drawing/2014/main" id="{B0FC0F73-1C88-4800-851F-6CAFF0623B6F}"/>
                </a:ext>
              </a:extLst>
            </p:cNvPr>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630;p64">
              <a:extLst>
                <a:ext uri="{FF2B5EF4-FFF2-40B4-BE49-F238E27FC236}">
                  <a16:creationId xmlns:a16="http://schemas.microsoft.com/office/drawing/2014/main" id="{F8A9BE0D-EF57-465C-809A-073FA62AA800}"/>
                </a:ext>
              </a:extLst>
            </p:cNvPr>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631;p64">
              <a:extLst>
                <a:ext uri="{FF2B5EF4-FFF2-40B4-BE49-F238E27FC236}">
                  <a16:creationId xmlns:a16="http://schemas.microsoft.com/office/drawing/2014/main" id="{0B2F8D6A-99E6-421A-AA52-27F1D01A0B59}"/>
                </a:ext>
              </a:extLst>
            </p:cNvPr>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632;p64">
              <a:extLst>
                <a:ext uri="{FF2B5EF4-FFF2-40B4-BE49-F238E27FC236}">
                  <a16:creationId xmlns:a16="http://schemas.microsoft.com/office/drawing/2014/main" id="{2AC6B940-3794-4809-90FB-C9B6BB571080}"/>
                </a:ext>
              </a:extLst>
            </p:cNvPr>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633;p64">
              <a:extLst>
                <a:ext uri="{FF2B5EF4-FFF2-40B4-BE49-F238E27FC236}">
                  <a16:creationId xmlns:a16="http://schemas.microsoft.com/office/drawing/2014/main" id="{9168581C-2963-4B48-B93B-30296326100A}"/>
                </a:ext>
              </a:extLst>
            </p:cNvPr>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634;p64">
              <a:extLst>
                <a:ext uri="{FF2B5EF4-FFF2-40B4-BE49-F238E27FC236}">
                  <a16:creationId xmlns:a16="http://schemas.microsoft.com/office/drawing/2014/main" id="{28F31EEA-EAC3-448C-9975-6A22F2C3FC24}"/>
                </a:ext>
              </a:extLst>
            </p:cNvPr>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635;p64">
              <a:extLst>
                <a:ext uri="{FF2B5EF4-FFF2-40B4-BE49-F238E27FC236}">
                  <a16:creationId xmlns:a16="http://schemas.microsoft.com/office/drawing/2014/main" id="{8F07F8AB-3094-41E3-B53F-77C076F62A7A}"/>
                </a:ext>
              </a:extLst>
            </p:cNvPr>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636;p64">
              <a:extLst>
                <a:ext uri="{FF2B5EF4-FFF2-40B4-BE49-F238E27FC236}">
                  <a16:creationId xmlns:a16="http://schemas.microsoft.com/office/drawing/2014/main" id="{DCCC4731-39B3-4806-9F23-6A0B3D42DC53}"/>
                </a:ext>
              </a:extLst>
            </p:cNvPr>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637;p64">
              <a:extLst>
                <a:ext uri="{FF2B5EF4-FFF2-40B4-BE49-F238E27FC236}">
                  <a16:creationId xmlns:a16="http://schemas.microsoft.com/office/drawing/2014/main" id="{B602E99F-9960-423C-9BE4-D6E972D0C66F}"/>
                </a:ext>
              </a:extLst>
            </p:cNvPr>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638;p64">
              <a:extLst>
                <a:ext uri="{FF2B5EF4-FFF2-40B4-BE49-F238E27FC236}">
                  <a16:creationId xmlns:a16="http://schemas.microsoft.com/office/drawing/2014/main" id="{3D98110D-D0B0-44BC-954C-F83DBF724294}"/>
                </a:ext>
              </a:extLst>
            </p:cNvPr>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639;p64">
              <a:extLst>
                <a:ext uri="{FF2B5EF4-FFF2-40B4-BE49-F238E27FC236}">
                  <a16:creationId xmlns:a16="http://schemas.microsoft.com/office/drawing/2014/main" id="{5106498F-8480-4D94-AAAE-F79B5087D9F9}"/>
                </a:ext>
              </a:extLst>
            </p:cNvPr>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640;p64">
              <a:extLst>
                <a:ext uri="{FF2B5EF4-FFF2-40B4-BE49-F238E27FC236}">
                  <a16:creationId xmlns:a16="http://schemas.microsoft.com/office/drawing/2014/main" id="{BEB3039D-8101-4226-A2CE-489782C55954}"/>
                </a:ext>
              </a:extLst>
            </p:cNvPr>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641;p64">
              <a:extLst>
                <a:ext uri="{FF2B5EF4-FFF2-40B4-BE49-F238E27FC236}">
                  <a16:creationId xmlns:a16="http://schemas.microsoft.com/office/drawing/2014/main" id="{1290E56F-4686-4436-9E46-11B32E088F1C}"/>
                </a:ext>
              </a:extLst>
            </p:cNvPr>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642;p64">
              <a:extLst>
                <a:ext uri="{FF2B5EF4-FFF2-40B4-BE49-F238E27FC236}">
                  <a16:creationId xmlns:a16="http://schemas.microsoft.com/office/drawing/2014/main" id="{28D19899-32F5-4807-8443-CD88A149BF6A}"/>
                </a:ext>
              </a:extLst>
            </p:cNvPr>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643;p64">
              <a:extLst>
                <a:ext uri="{FF2B5EF4-FFF2-40B4-BE49-F238E27FC236}">
                  <a16:creationId xmlns:a16="http://schemas.microsoft.com/office/drawing/2014/main" id="{7908B22A-F98C-4F78-821F-96BB9C5F6501}"/>
                </a:ext>
              </a:extLst>
            </p:cNvPr>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644;p64">
              <a:extLst>
                <a:ext uri="{FF2B5EF4-FFF2-40B4-BE49-F238E27FC236}">
                  <a16:creationId xmlns:a16="http://schemas.microsoft.com/office/drawing/2014/main" id="{E2947BB2-3F07-4D3A-99B2-6ED916DAB0F1}"/>
                </a:ext>
              </a:extLst>
            </p:cNvPr>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645;p64">
              <a:extLst>
                <a:ext uri="{FF2B5EF4-FFF2-40B4-BE49-F238E27FC236}">
                  <a16:creationId xmlns:a16="http://schemas.microsoft.com/office/drawing/2014/main" id="{AA4A6BD9-3D7D-4E3B-A144-9219CF45421B}"/>
                </a:ext>
              </a:extLst>
            </p:cNvPr>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646;p64">
              <a:extLst>
                <a:ext uri="{FF2B5EF4-FFF2-40B4-BE49-F238E27FC236}">
                  <a16:creationId xmlns:a16="http://schemas.microsoft.com/office/drawing/2014/main" id="{522E0EB4-0C45-4E5C-84A8-916C4A8CEAD6}"/>
                </a:ext>
              </a:extLst>
            </p:cNvPr>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647;p64">
              <a:extLst>
                <a:ext uri="{FF2B5EF4-FFF2-40B4-BE49-F238E27FC236}">
                  <a16:creationId xmlns:a16="http://schemas.microsoft.com/office/drawing/2014/main" id="{52A6B104-4F8F-4C08-BCF9-6A1A89C66BEE}"/>
                </a:ext>
              </a:extLst>
            </p:cNvPr>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648;p64">
              <a:extLst>
                <a:ext uri="{FF2B5EF4-FFF2-40B4-BE49-F238E27FC236}">
                  <a16:creationId xmlns:a16="http://schemas.microsoft.com/office/drawing/2014/main" id="{8D86CFB6-42C4-4159-806E-453A8F9275C8}"/>
                </a:ext>
              </a:extLst>
            </p:cNvPr>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649;p64">
              <a:extLst>
                <a:ext uri="{FF2B5EF4-FFF2-40B4-BE49-F238E27FC236}">
                  <a16:creationId xmlns:a16="http://schemas.microsoft.com/office/drawing/2014/main" id="{C3943A4C-447F-46A0-A388-FC731D8E1187}"/>
                </a:ext>
              </a:extLst>
            </p:cNvPr>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650;p64">
              <a:extLst>
                <a:ext uri="{FF2B5EF4-FFF2-40B4-BE49-F238E27FC236}">
                  <a16:creationId xmlns:a16="http://schemas.microsoft.com/office/drawing/2014/main" id="{8DAAFA6E-0D51-4090-8B26-D0AF99EBDD5C}"/>
                </a:ext>
              </a:extLst>
            </p:cNvPr>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651;p64">
              <a:extLst>
                <a:ext uri="{FF2B5EF4-FFF2-40B4-BE49-F238E27FC236}">
                  <a16:creationId xmlns:a16="http://schemas.microsoft.com/office/drawing/2014/main" id="{9705DCD6-7A1B-44CF-B740-D05671E5F1D1}"/>
                </a:ext>
              </a:extLst>
            </p:cNvPr>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652;p64">
              <a:extLst>
                <a:ext uri="{FF2B5EF4-FFF2-40B4-BE49-F238E27FC236}">
                  <a16:creationId xmlns:a16="http://schemas.microsoft.com/office/drawing/2014/main" id="{34D762C4-8258-4A91-8064-BAEC962534F2}"/>
                </a:ext>
              </a:extLst>
            </p:cNvPr>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653;p64">
              <a:extLst>
                <a:ext uri="{FF2B5EF4-FFF2-40B4-BE49-F238E27FC236}">
                  <a16:creationId xmlns:a16="http://schemas.microsoft.com/office/drawing/2014/main" id="{DC8154B3-2B94-4A22-9214-83AC8C4E5A7C}"/>
                </a:ext>
              </a:extLst>
            </p:cNvPr>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654;p64">
              <a:extLst>
                <a:ext uri="{FF2B5EF4-FFF2-40B4-BE49-F238E27FC236}">
                  <a16:creationId xmlns:a16="http://schemas.microsoft.com/office/drawing/2014/main" id="{69ABF9E1-DBAF-4657-8A66-B7987FADEF94}"/>
                </a:ext>
              </a:extLst>
            </p:cNvPr>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655;p64">
              <a:extLst>
                <a:ext uri="{FF2B5EF4-FFF2-40B4-BE49-F238E27FC236}">
                  <a16:creationId xmlns:a16="http://schemas.microsoft.com/office/drawing/2014/main" id="{09F5E65F-6F90-4084-B225-4C14E875DE61}"/>
                </a:ext>
              </a:extLst>
            </p:cNvPr>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656;p64">
              <a:extLst>
                <a:ext uri="{FF2B5EF4-FFF2-40B4-BE49-F238E27FC236}">
                  <a16:creationId xmlns:a16="http://schemas.microsoft.com/office/drawing/2014/main" id="{B4D891DB-4799-4542-AF58-B45B0A32FA01}"/>
                </a:ext>
              </a:extLst>
            </p:cNvPr>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57;p64">
              <a:extLst>
                <a:ext uri="{FF2B5EF4-FFF2-40B4-BE49-F238E27FC236}">
                  <a16:creationId xmlns:a16="http://schemas.microsoft.com/office/drawing/2014/main" id="{47D1C6A1-9762-4E03-A35C-4F65E62A1EC9}"/>
                </a:ext>
              </a:extLst>
            </p:cNvPr>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658;p64">
              <a:extLst>
                <a:ext uri="{FF2B5EF4-FFF2-40B4-BE49-F238E27FC236}">
                  <a16:creationId xmlns:a16="http://schemas.microsoft.com/office/drawing/2014/main" id="{3AC30622-7F14-4EB3-BB11-C7DC24CF665E}"/>
                </a:ext>
              </a:extLst>
            </p:cNvPr>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659;p64">
              <a:extLst>
                <a:ext uri="{FF2B5EF4-FFF2-40B4-BE49-F238E27FC236}">
                  <a16:creationId xmlns:a16="http://schemas.microsoft.com/office/drawing/2014/main" id="{3A464BF5-64C2-445D-B946-F1C284175D7C}"/>
                </a:ext>
              </a:extLst>
            </p:cNvPr>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660;p64">
              <a:extLst>
                <a:ext uri="{FF2B5EF4-FFF2-40B4-BE49-F238E27FC236}">
                  <a16:creationId xmlns:a16="http://schemas.microsoft.com/office/drawing/2014/main" id="{E612B059-41B8-4705-9F0A-FDFF020A3D26}"/>
                </a:ext>
              </a:extLst>
            </p:cNvPr>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661;p64">
              <a:extLst>
                <a:ext uri="{FF2B5EF4-FFF2-40B4-BE49-F238E27FC236}">
                  <a16:creationId xmlns:a16="http://schemas.microsoft.com/office/drawing/2014/main" id="{9DD4B182-31F5-4F28-95AC-68FC3C6838AC}"/>
                </a:ext>
              </a:extLst>
            </p:cNvPr>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662;p64">
              <a:extLst>
                <a:ext uri="{FF2B5EF4-FFF2-40B4-BE49-F238E27FC236}">
                  <a16:creationId xmlns:a16="http://schemas.microsoft.com/office/drawing/2014/main" id="{2C91753D-7D11-479D-A7E6-F8079F579DA2}"/>
                </a:ext>
              </a:extLst>
            </p:cNvPr>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663;p64">
              <a:extLst>
                <a:ext uri="{FF2B5EF4-FFF2-40B4-BE49-F238E27FC236}">
                  <a16:creationId xmlns:a16="http://schemas.microsoft.com/office/drawing/2014/main" id="{CD18E139-7B2D-4981-A61D-229710D78F02}"/>
                </a:ext>
              </a:extLst>
            </p:cNvPr>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664;p64">
              <a:extLst>
                <a:ext uri="{FF2B5EF4-FFF2-40B4-BE49-F238E27FC236}">
                  <a16:creationId xmlns:a16="http://schemas.microsoft.com/office/drawing/2014/main" id="{825EEC84-EAB2-41F9-BC67-DA7B5E6D48EA}"/>
                </a:ext>
              </a:extLst>
            </p:cNvPr>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665;p64">
              <a:extLst>
                <a:ext uri="{FF2B5EF4-FFF2-40B4-BE49-F238E27FC236}">
                  <a16:creationId xmlns:a16="http://schemas.microsoft.com/office/drawing/2014/main" id="{0350C139-B597-4B65-A114-F350AB2CA359}"/>
                </a:ext>
              </a:extLst>
            </p:cNvPr>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666;p64">
              <a:extLst>
                <a:ext uri="{FF2B5EF4-FFF2-40B4-BE49-F238E27FC236}">
                  <a16:creationId xmlns:a16="http://schemas.microsoft.com/office/drawing/2014/main" id="{94ECB16D-C8E6-446A-9790-17D93A032716}"/>
                </a:ext>
              </a:extLst>
            </p:cNvPr>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667;p64">
              <a:extLst>
                <a:ext uri="{FF2B5EF4-FFF2-40B4-BE49-F238E27FC236}">
                  <a16:creationId xmlns:a16="http://schemas.microsoft.com/office/drawing/2014/main" id="{53D8CDD9-6AD4-4C59-BE13-20EFF10C75D0}"/>
                </a:ext>
              </a:extLst>
            </p:cNvPr>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668;p64">
              <a:extLst>
                <a:ext uri="{FF2B5EF4-FFF2-40B4-BE49-F238E27FC236}">
                  <a16:creationId xmlns:a16="http://schemas.microsoft.com/office/drawing/2014/main" id="{C999BE3C-B144-4798-96B7-5A49F904D4AE}"/>
                </a:ext>
              </a:extLst>
            </p:cNvPr>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 name="Google Shape;12530;p65">
            <a:extLst>
              <a:ext uri="{FF2B5EF4-FFF2-40B4-BE49-F238E27FC236}">
                <a16:creationId xmlns:a16="http://schemas.microsoft.com/office/drawing/2014/main" id="{6820B7CA-DF6A-4A2A-B73E-22FE309D28C5}"/>
              </a:ext>
            </a:extLst>
          </p:cNvPr>
          <p:cNvGrpSpPr/>
          <p:nvPr/>
        </p:nvGrpSpPr>
        <p:grpSpPr>
          <a:xfrm>
            <a:off x="6547989" y="2280955"/>
            <a:ext cx="794787" cy="917806"/>
            <a:chOff x="866528" y="3348348"/>
            <a:chExt cx="317405" cy="366534"/>
          </a:xfrm>
        </p:grpSpPr>
        <p:sp>
          <p:nvSpPr>
            <p:cNvPr id="119" name="Google Shape;12531;p65">
              <a:extLst>
                <a:ext uri="{FF2B5EF4-FFF2-40B4-BE49-F238E27FC236}">
                  <a16:creationId xmlns:a16="http://schemas.microsoft.com/office/drawing/2014/main" id="{B7A77F02-2982-4C70-97B6-19398AD56E18}"/>
                </a:ext>
              </a:extLst>
            </p:cNvPr>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532;p65">
              <a:extLst>
                <a:ext uri="{FF2B5EF4-FFF2-40B4-BE49-F238E27FC236}">
                  <a16:creationId xmlns:a16="http://schemas.microsoft.com/office/drawing/2014/main" id="{E858AC1C-D34E-4950-B86A-36E42B833A48}"/>
                </a:ext>
              </a:extLst>
            </p:cNvPr>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533;p65">
              <a:extLst>
                <a:ext uri="{FF2B5EF4-FFF2-40B4-BE49-F238E27FC236}">
                  <a16:creationId xmlns:a16="http://schemas.microsoft.com/office/drawing/2014/main" id="{438D7501-0C63-4425-8499-0475558A0F1B}"/>
                </a:ext>
              </a:extLst>
            </p:cNvPr>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534;p65">
              <a:extLst>
                <a:ext uri="{FF2B5EF4-FFF2-40B4-BE49-F238E27FC236}">
                  <a16:creationId xmlns:a16="http://schemas.microsoft.com/office/drawing/2014/main" id="{25BD0C3B-7BF3-49F7-9B30-5546EEDF87CA}"/>
                </a:ext>
              </a:extLst>
            </p:cNvPr>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535;p65">
              <a:extLst>
                <a:ext uri="{FF2B5EF4-FFF2-40B4-BE49-F238E27FC236}">
                  <a16:creationId xmlns:a16="http://schemas.microsoft.com/office/drawing/2014/main" id="{B1F10E09-02CB-40C4-9C18-DF6E2CAA2A43}"/>
                </a:ext>
              </a:extLst>
            </p:cNvPr>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536;p65">
              <a:extLst>
                <a:ext uri="{FF2B5EF4-FFF2-40B4-BE49-F238E27FC236}">
                  <a16:creationId xmlns:a16="http://schemas.microsoft.com/office/drawing/2014/main" id="{49EAA815-1841-42AE-AF2F-1ED66291B41E}"/>
                </a:ext>
              </a:extLst>
            </p:cNvPr>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37;p65">
              <a:extLst>
                <a:ext uri="{FF2B5EF4-FFF2-40B4-BE49-F238E27FC236}">
                  <a16:creationId xmlns:a16="http://schemas.microsoft.com/office/drawing/2014/main" id="{AB893234-72C1-4403-8EE0-8F58408EC2BD}"/>
                </a:ext>
              </a:extLst>
            </p:cNvPr>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538;p65">
              <a:extLst>
                <a:ext uri="{FF2B5EF4-FFF2-40B4-BE49-F238E27FC236}">
                  <a16:creationId xmlns:a16="http://schemas.microsoft.com/office/drawing/2014/main" id="{E3541C8F-3D9C-4525-93DD-09C3BF9510A1}"/>
                </a:ext>
              </a:extLst>
            </p:cNvPr>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 name="Google Shape;1103;p33">
            <a:extLst>
              <a:ext uri="{FF2B5EF4-FFF2-40B4-BE49-F238E27FC236}">
                <a16:creationId xmlns:a16="http://schemas.microsoft.com/office/drawing/2014/main" id="{9D903E6A-439D-40C6-903B-59B90FB7D453}"/>
              </a:ext>
            </a:extLst>
          </p:cNvPr>
          <p:cNvSpPr txBox="1">
            <a:spLocks/>
          </p:cNvSpPr>
          <p:nvPr/>
        </p:nvSpPr>
        <p:spPr>
          <a:xfrm>
            <a:off x="1823659" y="2252343"/>
            <a:ext cx="1343355" cy="54367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Epilogue"/>
              <a:buNone/>
              <a:defRPr sz="4000" b="1" i="0" u="none" strike="noStrike" cap="none">
                <a:solidFill>
                  <a:schemeClr val="dk1"/>
                </a:solidFill>
                <a:latin typeface="Epilogue"/>
                <a:ea typeface="Epilogue"/>
                <a:cs typeface="Epilogue"/>
                <a:sym typeface="Epilogue"/>
              </a:defRPr>
            </a:lvl1pPr>
            <a:lvl2pPr marR="0" lvl="1"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2pPr>
            <a:lvl3pPr marR="0" lvl="2"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3pPr>
            <a:lvl4pPr marR="0" lvl="3"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4pPr>
            <a:lvl5pPr marR="0" lvl="4"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5pPr>
            <a:lvl6pPr marR="0" lvl="5"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6pPr>
            <a:lvl7pPr marR="0" lvl="6"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7pPr>
            <a:lvl8pPr marR="0" lvl="7"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8pPr>
            <a:lvl9pPr marR="0" lvl="8"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9pPr>
          </a:lstStyle>
          <a:p>
            <a:pPr algn="ctr"/>
            <a:r>
              <a:rPr lang="ru-RU" sz="2000" b="0" dirty="0">
                <a:latin typeface="Bahnschrift Light SemiCondensed" panose="020B0502040204020203" pitchFamily="34" charset="0"/>
              </a:rPr>
              <a:t>Клиент</a:t>
            </a:r>
            <a:endParaRPr lang="en-US" sz="2000" b="0" dirty="0">
              <a:latin typeface="Bahnschrift Light SemiCondensed" panose="020B0502040204020203" pitchFamily="34" charset="0"/>
            </a:endParaRPr>
          </a:p>
        </p:txBody>
      </p:sp>
      <p:sp>
        <p:nvSpPr>
          <p:cNvPr id="131" name="Google Shape;1103;p33">
            <a:extLst>
              <a:ext uri="{FF2B5EF4-FFF2-40B4-BE49-F238E27FC236}">
                <a16:creationId xmlns:a16="http://schemas.microsoft.com/office/drawing/2014/main" id="{14A9A2E0-7310-461F-9224-1AA08538346D}"/>
              </a:ext>
            </a:extLst>
          </p:cNvPr>
          <p:cNvSpPr txBox="1">
            <a:spLocks/>
          </p:cNvSpPr>
          <p:nvPr/>
        </p:nvSpPr>
        <p:spPr>
          <a:xfrm>
            <a:off x="1873064" y="4343005"/>
            <a:ext cx="1343355" cy="54367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Epilogue"/>
              <a:buNone/>
              <a:defRPr sz="4000" b="1" i="0" u="none" strike="noStrike" cap="none">
                <a:solidFill>
                  <a:schemeClr val="dk1"/>
                </a:solidFill>
                <a:latin typeface="Epilogue"/>
                <a:ea typeface="Epilogue"/>
                <a:cs typeface="Epilogue"/>
                <a:sym typeface="Epilogue"/>
              </a:defRPr>
            </a:lvl1pPr>
            <a:lvl2pPr marR="0" lvl="1"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2pPr>
            <a:lvl3pPr marR="0" lvl="2"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3pPr>
            <a:lvl4pPr marR="0" lvl="3"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4pPr>
            <a:lvl5pPr marR="0" lvl="4"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5pPr>
            <a:lvl6pPr marR="0" lvl="5"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6pPr>
            <a:lvl7pPr marR="0" lvl="6"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7pPr>
            <a:lvl8pPr marR="0" lvl="7"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8pPr>
            <a:lvl9pPr marR="0" lvl="8"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9pPr>
          </a:lstStyle>
          <a:p>
            <a:pPr algn="ctr"/>
            <a:r>
              <a:rPr lang="ru-RU" sz="2000" b="0" dirty="0">
                <a:latin typeface="Bahnschrift Light SemiCondensed" panose="020B0502040204020203" pitchFamily="34" charset="0"/>
              </a:rPr>
              <a:t>Сторонний сервис</a:t>
            </a:r>
            <a:endParaRPr lang="en-US" sz="2000" b="0" dirty="0">
              <a:latin typeface="Bahnschrift Light SemiCondensed" panose="020B0502040204020203" pitchFamily="34" charset="0"/>
            </a:endParaRPr>
          </a:p>
        </p:txBody>
      </p:sp>
      <p:sp>
        <p:nvSpPr>
          <p:cNvPr id="132" name="Google Shape;1103;p33">
            <a:extLst>
              <a:ext uri="{FF2B5EF4-FFF2-40B4-BE49-F238E27FC236}">
                <a16:creationId xmlns:a16="http://schemas.microsoft.com/office/drawing/2014/main" id="{311D23E3-0367-4181-988A-374C30F506D3}"/>
              </a:ext>
            </a:extLst>
          </p:cNvPr>
          <p:cNvSpPr txBox="1">
            <a:spLocks/>
          </p:cNvSpPr>
          <p:nvPr/>
        </p:nvSpPr>
        <p:spPr>
          <a:xfrm>
            <a:off x="4107546" y="2248990"/>
            <a:ext cx="1343355" cy="54367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Epilogue"/>
              <a:buNone/>
              <a:defRPr sz="4000" b="1" i="0" u="none" strike="noStrike" cap="none">
                <a:solidFill>
                  <a:schemeClr val="dk1"/>
                </a:solidFill>
                <a:latin typeface="Epilogue"/>
                <a:ea typeface="Epilogue"/>
                <a:cs typeface="Epilogue"/>
                <a:sym typeface="Epilogue"/>
              </a:defRPr>
            </a:lvl1pPr>
            <a:lvl2pPr marR="0" lvl="1"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2pPr>
            <a:lvl3pPr marR="0" lvl="2"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3pPr>
            <a:lvl4pPr marR="0" lvl="3"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4pPr>
            <a:lvl5pPr marR="0" lvl="4"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5pPr>
            <a:lvl6pPr marR="0" lvl="5"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6pPr>
            <a:lvl7pPr marR="0" lvl="6"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7pPr>
            <a:lvl8pPr marR="0" lvl="7"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8pPr>
            <a:lvl9pPr marR="0" lvl="8"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9pPr>
          </a:lstStyle>
          <a:p>
            <a:pPr algn="ctr"/>
            <a:r>
              <a:rPr lang="ru-RU" sz="2000" b="0" dirty="0">
                <a:latin typeface="Bahnschrift Light SemiCondensed" panose="020B0502040204020203" pitchFamily="34" charset="0"/>
              </a:rPr>
              <a:t>Сервер</a:t>
            </a:r>
            <a:endParaRPr lang="en-US" sz="2000" b="0" dirty="0">
              <a:latin typeface="Bahnschrift Light SemiCondensed" panose="020B0502040204020203" pitchFamily="34" charset="0"/>
            </a:endParaRPr>
          </a:p>
        </p:txBody>
      </p:sp>
      <p:sp>
        <p:nvSpPr>
          <p:cNvPr id="133" name="Google Shape;1103;p33">
            <a:extLst>
              <a:ext uri="{FF2B5EF4-FFF2-40B4-BE49-F238E27FC236}">
                <a16:creationId xmlns:a16="http://schemas.microsoft.com/office/drawing/2014/main" id="{6A60A920-51CA-4402-AA3B-A565F4BAA3C3}"/>
              </a:ext>
            </a:extLst>
          </p:cNvPr>
          <p:cNvSpPr txBox="1">
            <a:spLocks/>
          </p:cNvSpPr>
          <p:nvPr/>
        </p:nvSpPr>
        <p:spPr>
          <a:xfrm>
            <a:off x="3725908" y="4343005"/>
            <a:ext cx="2157961" cy="54367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Epilogue"/>
              <a:buNone/>
              <a:defRPr sz="4000" b="1" i="0" u="none" strike="noStrike" cap="none">
                <a:solidFill>
                  <a:schemeClr val="dk1"/>
                </a:solidFill>
                <a:latin typeface="Epilogue"/>
                <a:ea typeface="Epilogue"/>
                <a:cs typeface="Epilogue"/>
                <a:sym typeface="Epilogue"/>
              </a:defRPr>
            </a:lvl1pPr>
            <a:lvl2pPr marR="0" lvl="1"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2pPr>
            <a:lvl3pPr marR="0" lvl="2"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3pPr>
            <a:lvl4pPr marR="0" lvl="3"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4pPr>
            <a:lvl5pPr marR="0" lvl="4"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5pPr>
            <a:lvl6pPr marR="0" lvl="5"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6pPr>
            <a:lvl7pPr marR="0" lvl="6"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7pPr>
            <a:lvl8pPr marR="0" lvl="7"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8pPr>
            <a:lvl9pPr marR="0" lvl="8"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9pPr>
          </a:lstStyle>
          <a:p>
            <a:pPr algn="ctr"/>
            <a:r>
              <a:rPr lang="ru-RU" sz="2000" b="0" dirty="0">
                <a:latin typeface="Bahnschrift Light SemiCondensed" panose="020B0502040204020203" pitchFamily="34" charset="0"/>
              </a:rPr>
              <a:t>Интеллектуальный модуль</a:t>
            </a:r>
            <a:endParaRPr lang="en-US" sz="2000" b="0" dirty="0">
              <a:latin typeface="Bahnschrift Light SemiCondensed" panose="020B0502040204020203" pitchFamily="34" charset="0"/>
            </a:endParaRPr>
          </a:p>
        </p:txBody>
      </p:sp>
      <p:sp>
        <p:nvSpPr>
          <p:cNvPr id="155" name="Google Shape;1103;p33">
            <a:extLst>
              <a:ext uri="{FF2B5EF4-FFF2-40B4-BE49-F238E27FC236}">
                <a16:creationId xmlns:a16="http://schemas.microsoft.com/office/drawing/2014/main" id="{D1CDC92C-6040-43F7-8A43-B2718E18F6F9}"/>
              </a:ext>
            </a:extLst>
          </p:cNvPr>
          <p:cNvSpPr txBox="1">
            <a:spLocks/>
          </p:cNvSpPr>
          <p:nvPr/>
        </p:nvSpPr>
        <p:spPr>
          <a:xfrm>
            <a:off x="5889567" y="3032371"/>
            <a:ext cx="2157961" cy="54367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Epilogue"/>
              <a:buNone/>
              <a:defRPr sz="4000" b="1" i="0" u="none" strike="noStrike" cap="none">
                <a:solidFill>
                  <a:schemeClr val="dk1"/>
                </a:solidFill>
                <a:latin typeface="Epilogue"/>
                <a:ea typeface="Epilogue"/>
                <a:cs typeface="Epilogue"/>
                <a:sym typeface="Epilogue"/>
              </a:defRPr>
            </a:lvl1pPr>
            <a:lvl2pPr marR="0" lvl="1"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2pPr>
            <a:lvl3pPr marR="0" lvl="2"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3pPr>
            <a:lvl4pPr marR="0" lvl="3"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4pPr>
            <a:lvl5pPr marR="0" lvl="4"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5pPr>
            <a:lvl6pPr marR="0" lvl="5"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6pPr>
            <a:lvl7pPr marR="0" lvl="6"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7pPr>
            <a:lvl8pPr marR="0" lvl="7"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8pPr>
            <a:lvl9pPr marR="0" lvl="8" algn="l" rtl="0">
              <a:lnSpc>
                <a:spcPct val="100000"/>
              </a:lnSpc>
              <a:spcBef>
                <a:spcPts val="0"/>
              </a:spcBef>
              <a:spcAft>
                <a:spcPts val="0"/>
              </a:spcAft>
              <a:buClr>
                <a:schemeClr val="dk1"/>
              </a:buClr>
              <a:buSzPts val="3000"/>
              <a:buFont typeface="Epilogue"/>
              <a:buNone/>
              <a:defRPr sz="3000" b="1" i="0" u="none" strike="noStrike" cap="none">
                <a:solidFill>
                  <a:schemeClr val="dk1"/>
                </a:solidFill>
                <a:latin typeface="Epilogue"/>
                <a:ea typeface="Epilogue"/>
                <a:cs typeface="Epilogue"/>
                <a:sym typeface="Epilogue"/>
              </a:defRPr>
            </a:lvl9pPr>
          </a:lstStyle>
          <a:p>
            <a:pPr algn="ctr"/>
            <a:r>
              <a:rPr lang="ru-RU" sz="2000" b="0" dirty="0">
                <a:latin typeface="Bahnschrift Light SemiCondensed" panose="020B0502040204020203" pitchFamily="34" charset="0"/>
              </a:rPr>
              <a:t>База данных</a:t>
            </a:r>
            <a:endParaRPr lang="en-US" sz="2000" b="0" dirty="0">
              <a:latin typeface="Bahnschrift Light SemiCondensed" panose="020B0502040204020203" pitchFamily="34" charset="0"/>
            </a:endParaRPr>
          </a:p>
        </p:txBody>
      </p:sp>
      <p:grpSp>
        <p:nvGrpSpPr>
          <p:cNvPr id="6" name="Группа 5">
            <a:extLst>
              <a:ext uri="{FF2B5EF4-FFF2-40B4-BE49-F238E27FC236}">
                <a16:creationId xmlns:a16="http://schemas.microsoft.com/office/drawing/2014/main" id="{A4E02B7F-B7AF-4813-AC24-BA19881454B7}"/>
              </a:ext>
            </a:extLst>
          </p:cNvPr>
          <p:cNvGrpSpPr/>
          <p:nvPr/>
        </p:nvGrpSpPr>
        <p:grpSpPr>
          <a:xfrm>
            <a:off x="2221732" y="2796642"/>
            <a:ext cx="575697" cy="597295"/>
            <a:chOff x="1824794" y="2796642"/>
            <a:chExt cx="575697" cy="597295"/>
          </a:xfrm>
        </p:grpSpPr>
        <p:grpSp>
          <p:nvGrpSpPr>
            <p:cNvPr id="156" name="Google Shape;2037;p55">
              <a:extLst>
                <a:ext uri="{FF2B5EF4-FFF2-40B4-BE49-F238E27FC236}">
                  <a16:creationId xmlns:a16="http://schemas.microsoft.com/office/drawing/2014/main" id="{EBFDEA5A-1325-44B2-B5E4-1F1FAA9EF90F}"/>
                </a:ext>
              </a:extLst>
            </p:cNvPr>
            <p:cNvGrpSpPr/>
            <p:nvPr/>
          </p:nvGrpSpPr>
          <p:grpSpPr>
            <a:xfrm rot="16200000">
              <a:off x="1652324" y="2969112"/>
              <a:ext cx="574808" cy="229867"/>
              <a:chOff x="4791775" y="1877500"/>
              <a:chExt cx="66725" cy="36975"/>
            </a:xfrm>
          </p:grpSpPr>
          <p:sp>
            <p:nvSpPr>
              <p:cNvPr id="157" name="Google Shape;2038;p55">
                <a:extLst>
                  <a:ext uri="{FF2B5EF4-FFF2-40B4-BE49-F238E27FC236}">
                    <a16:creationId xmlns:a16="http://schemas.microsoft.com/office/drawing/2014/main" id="{5C4273D5-C9FF-4EAA-86CF-417C905349C1}"/>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8" name="Google Shape;2039;p55">
                <a:extLst>
                  <a:ext uri="{FF2B5EF4-FFF2-40B4-BE49-F238E27FC236}">
                    <a16:creationId xmlns:a16="http://schemas.microsoft.com/office/drawing/2014/main" id="{8ABA88B5-DCD1-424D-9950-28F4C8F150D5}"/>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59" name="Google Shape;2037;p55">
              <a:extLst>
                <a:ext uri="{FF2B5EF4-FFF2-40B4-BE49-F238E27FC236}">
                  <a16:creationId xmlns:a16="http://schemas.microsoft.com/office/drawing/2014/main" id="{B659D3CC-2FA9-4426-99D4-49DF4E825933}"/>
                </a:ext>
              </a:extLst>
            </p:cNvPr>
            <p:cNvGrpSpPr/>
            <p:nvPr/>
          </p:nvGrpSpPr>
          <p:grpSpPr>
            <a:xfrm rot="5400000">
              <a:off x="1998154" y="2991599"/>
              <a:ext cx="574808" cy="229867"/>
              <a:chOff x="4791775" y="1877500"/>
              <a:chExt cx="66725" cy="36975"/>
            </a:xfrm>
          </p:grpSpPr>
          <p:sp>
            <p:nvSpPr>
              <p:cNvPr id="160" name="Google Shape;2038;p55">
                <a:extLst>
                  <a:ext uri="{FF2B5EF4-FFF2-40B4-BE49-F238E27FC236}">
                    <a16:creationId xmlns:a16="http://schemas.microsoft.com/office/drawing/2014/main" id="{1B289615-7718-4448-B059-E9E1ADBEA439}"/>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2039;p55">
                <a:extLst>
                  <a:ext uri="{FF2B5EF4-FFF2-40B4-BE49-F238E27FC236}">
                    <a16:creationId xmlns:a16="http://schemas.microsoft.com/office/drawing/2014/main" id="{BEE89AE2-496F-404E-97C3-FF4371A9D192}"/>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76" name="Группа 175">
            <a:extLst>
              <a:ext uri="{FF2B5EF4-FFF2-40B4-BE49-F238E27FC236}">
                <a16:creationId xmlns:a16="http://schemas.microsoft.com/office/drawing/2014/main" id="{8732865E-FE83-45CC-A432-1FE51BE502AE}"/>
              </a:ext>
            </a:extLst>
          </p:cNvPr>
          <p:cNvGrpSpPr/>
          <p:nvPr/>
        </p:nvGrpSpPr>
        <p:grpSpPr>
          <a:xfrm rot="16200000">
            <a:off x="3338593" y="1714135"/>
            <a:ext cx="575697" cy="597295"/>
            <a:chOff x="1824794" y="2796642"/>
            <a:chExt cx="575697" cy="597295"/>
          </a:xfrm>
        </p:grpSpPr>
        <p:grpSp>
          <p:nvGrpSpPr>
            <p:cNvPr id="177" name="Google Shape;2037;p55">
              <a:extLst>
                <a:ext uri="{FF2B5EF4-FFF2-40B4-BE49-F238E27FC236}">
                  <a16:creationId xmlns:a16="http://schemas.microsoft.com/office/drawing/2014/main" id="{D3BE0975-FB3A-4529-B1E6-01B33279F778}"/>
                </a:ext>
              </a:extLst>
            </p:cNvPr>
            <p:cNvGrpSpPr/>
            <p:nvPr/>
          </p:nvGrpSpPr>
          <p:grpSpPr>
            <a:xfrm rot="16200000">
              <a:off x="1652324" y="2969112"/>
              <a:ext cx="574808" cy="229867"/>
              <a:chOff x="4791775" y="1877500"/>
              <a:chExt cx="66725" cy="36975"/>
            </a:xfrm>
          </p:grpSpPr>
          <p:sp>
            <p:nvSpPr>
              <p:cNvPr id="181" name="Google Shape;2038;p55">
                <a:extLst>
                  <a:ext uri="{FF2B5EF4-FFF2-40B4-BE49-F238E27FC236}">
                    <a16:creationId xmlns:a16="http://schemas.microsoft.com/office/drawing/2014/main" id="{CCD13160-4E37-4A84-88AB-F823933D3487}"/>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2039;p55">
                <a:extLst>
                  <a:ext uri="{FF2B5EF4-FFF2-40B4-BE49-F238E27FC236}">
                    <a16:creationId xmlns:a16="http://schemas.microsoft.com/office/drawing/2014/main" id="{EED77C3A-2EE3-4209-A0D7-17A4EBA59BD9}"/>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78" name="Google Shape;2037;p55">
              <a:extLst>
                <a:ext uri="{FF2B5EF4-FFF2-40B4-BE49-F238E27FC236}">
                  <a16:creationId xmlns:a16="http://schemas.microsoft.com/office/drawing/2014/main" id="{51AF176F-0D3F-4B26-BF7E-E629D4338106}"/>
                </a:ext>
              </a:extLst>
            </p:cNvPr>
            <p:cNvGrpSpPr/>
            <p:nvPr/>
          </p:nvGrpSpPr>
          <p:grpSpPr>
            <a:xfrm rot="5400000">
              <a:off x="1998154" y="2991599"/>
              <a:ext cx="574808" cy="229867"/>
              <a:chOff x="4791775" y="1877500"/>
              <a:chExt cx="66725" cy="36975"/>
            </a:xfrm>
          </p:grpSpPr>
          <p:sp>
            <p:nvSpPr>
              <p:cNvPr id="179" name="Google Shape;2038;p55">
                <a:extLst>
                  <a:ext uri="{FF2B5EF4-FFF2-40B4-BE49-F238E27FC236}">
                    <a16:creationId xmlns:a16="http://schemas.microsoft.com/office/drawing/2014/main" id="{7DA944E4-D8F9-41F6-91B1-A4ACC9210BDA}"/>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2039;p55">
                <a:extLst>
                  <a:ext uri="{FF2B5EF4-FFF2-40B4-BE49-F238E27FC236}">
                    <a16:creationId xmlns:a16="http://schemas.microsoft.com/office/drawing/2014/main" id="{D6F847FE-EC62-4DE9-B96B-BC2CB096EB31}"/>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83" name="Группа 182">
            <a:extLst>
              <a:ext uri="{FF2B5EF4-FFF2-40B4-BE49-F238E27FC236}">
                <a16:creationId xmlns:a16="http://schemas.microsoft.com/office/drawing/2014/main" id="{179EA108-FAD9-4CC0-AD97-FE453DF709B2}"/>
              </a:ext>
            </a:extLst>
          </p:cNvPr>
          <p:cNvGrpSpPr/>
          <p:nvPr/>
        </p:nvGrpSpPr>
        <p:grpSpPr>
          <a:xfrm>
            <a:off x="4508825" y="2682702"/>
            <a:ext cx="575697" cy="597295"/>
            <a:chOff x="1824794" y="2796642"/>
            <a:chExt cx="575697" cy="597295"/>
          </a:xfrm>
        </p:grpSpPr>
        <p:grpSp>
          <p:nvGrpSpPr>
            <p:cNvPr id="184" name="Google Shape;2037;p55">
              <a:extLst>
                <a:ext uri="{FF2B5EF4-FFF2-40B4-BE49-F238E27FC236}">
                  <a16:creationId xmlns:a16="http://schemas.microsoft.com/office/drawing/2014/main" id="{C84B73C9-1732-44DE-BD6F-D1CB85804567}"/>
                </a:ext>
              </a:extLst>
            </p:cNvPr>
            <p:cNvGrpSpPr/>
            <p:nvPr/>
          </p:nvGrpSpPr>
          <p:grpSpPr>
            <a:xfrm rot="16200000">
              <a:off x="1652324" y="2969112"/>
              <a:ext cx="574808" cy="229867"/>
              <a:chOff x="4791775" y="1877500"/>
              <a:chExt cx="66725" cy="36975"/>
            </a:xfrm>
          </p:grpSpPr>
          <p:sp>
            <p:nvSpPr>
              <p:cNvPr id="188" name="Google Shape;2038;p55">
                <a:extLst>
                  <a:ext uri="{FF2B5EF4-FFF2-40B4-BE49-F238E27FC236}">
                    <a16:creationId xmlns:a16="http://schemas.microsoft.com/office/drawing/2014/main" id="{D599DDF7-5FA3-4C10-AF95-B77446570A34}"/>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2039;p55">
                <a:extLst>
                  <a:ext uri="{FF2B5EF4-FFF2-40B4-BE49-F238E27FC236}">
                    <a16:creationId xmlns:a16="http://schemas.microsoft.com/office/drawing/2014/main" id="{41934DE9-6684-455D-8C01-86BE4F98FE2B}"/>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85" name="Google Shape;2037;p55">
              <a:extLst>
                <a:ext uri="{FF2B5EF4-FFF2-40B4-BE49-F238E27FC236}">
                  <a16:creationId xmlns:a16="http://schemas.microsoft.com/office/drawing/2014/main" id="{C3EA8C2B-0057-416B-9D69-159DC1DE8ADE}"/>
                </a:ext>
              </a:extLst>
            </p:cNvPr>
            <p:cNvGrpSpPr/>
            <p:nvPr/>
          </p:nvGrpSpPr>
          <p:grpSpPr>
            <a:xfrm rot="5400000">
              <a:off x="1998154" y="2991599"/>
              <a:ext cx="574808" cy="229867"/>
              <a:chOff x="4791775" y="1877500"/>
              <a:chExt cx="66725" cy="36975"/>
            </a:xfrm>
          </p:grpSpPr>
          <p:sp>
            <p:nvSpPr>
              <p:cNvPr id="186" name="Google Shape;2038;p55">
                <a:extLst>
                  <a:ext uri="{FF2B5EF4-FFF2-40B4-BE49-F238E27FC236}">
                    <a16:creationId xmlns:a16="http://schemas.microsoft.com/office/drawing/2014/main" id="{F5858A9E-DB7C-4014-8953-684AAFA0C71A}"/>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2039;p55">
                <a:extLst>
                  <a:ext uri="{FF2B5EF4-FFF2-40B4-BE49-F238E27FC236}">
                    <a16:creationId xmlns:a16="http://schemas.microsoft.com/office/drawing/2014/main" id="{4F57D5CD-2651-4878-A53C-7036AF037F53}"/>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0" name="Группа 189">
            <a:extLst>
              <a:ext uri="{FF2B5EF4-FFF2-40B4-BE49-F238E27FC236}">
                <a16:creationId xmlns:a16="http://schemas.microsoft.com/office/drawing/2014/main" id="{ADD4265E-45AA-48C4-93A7-B8B9AAAFFE96}"/>
              </a:ext>
            </a:extLst>
          </p:cNvPr>
          <p:cNvGrpSpPr/>
          <p:nvPr/>
        </p:nvGrpSpPr>
        <p:grpSpPr>
          <a:xfrm rot="3427059">
            <a:off x="5529717" y="3414656"/>
            <a:ext cx="575697" cy="597295"/>
            <a:chOff x="1824794" y="2796642"/>
            <a:chExt cx="575697" cy="597295"/>
          </a:xfrm>
        </p:grpSpPr>
        <p:grpSp>
          <p:nvGrpSpPr>
            <p:cNvPr id="191" name="Google Shape;2037;p55">
              <a:extLst>
                <a:ext uri="{FF2B5EF4-FFF2-40B4-BE49-F238E27FC236}">
                  <a16:creationId xmlns:a16="http://schemas.microsoft.com/office/drawing/2014/main" id="{0FF88E8D-7FBF-44A1-A993-F6FFA17739D2}"/>
                </a:ext>
              </a:extLst>
            </p:cNvPr>
            <p:cNvGrpSpPr/>
            <p:nvPr/>
          </p:nvGrpSpPr>
          <p:grpSpPr>
            <a:xfrm rot="16200000">
              <a:off x="1652324" y="2969112"/>
              <a:ext cx="574808" cy="229867"/>
              <a:chOff x="4791775" y="1877500"/>
              <a:chExt cx="66725" cy="36975"/>
            </a:xfrm>
          </p:grpSpPr>
          <p:sp>
            <p:nvSpPr>
              <p:cNvPr id="195" name="Google Shape;2038;p55">
                <a:extLst>
                  <a:ext uri="{FF2B5EF4-FFF2-40B4-BE49-F238E27FC236}">
                    <a16:creationId xmlns:a16="http://schemas.microsoft.com/office/drawing/2014/main" id="{8CFE93E8-C247-4C0D-8070-3B1A9E769689}"/>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2039;p55">
                <a:extLst>
                  <a:ext uri="{FF2B5EF4-FFF2-40B4-BE49-F238E27FC236}">
                    <a16:creationId xmlns:a16="http://schemas.microsoft.com/office/drawing/2014/main" id="{E66283D0-3127-4B41-9548-B534C33DCEC4}"/>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92" name="Google Shape;2037;p55">
              <a:extLst>
                <a:ext uri="{FF2B5EF4-FFF2-40B4-BE49-F238E27FC236}">
                  <a16:creationId xmlns:a16="http://schemas.microsoft.com/office/drawing/2014/main" id="{4D547797-24E7-4EBE-B43E-7B335377AA61}"/>
                </a:ext>
              </a:extLst>
            </p:cNvPr>
            <p:cNvGrpSpPr/>
            <p:nvPr/>
          </p:nvGrpSpPr>
          <p:grpSpPr>
            <a:xfrm rot="5400000">
              <a:off x="1998154" y="2991599"/>
              <a:ext cx="574808" cy="229867"/>
              <a:chOff x="4791775" y="1877500"/>
              <a:chExt cx="66725" cy="36975"/>
            </a:xfrm>
          </p:grpSpPr>
          <p:sp>
            <p:nvSpPr>
              <p:cNvPr id="193" name="Google Shape;2038;p55">
                <a:extLst>
                  <a:ext uri="{FF2B5EF4-FFF2-40B4-BE49-F238E27FC236}">
                    <a16:creationId xmlns:a16="http://schemas.microsoft.com/office/drawing/2014/main" id="{BBEC902A-97F3-47D1-8F3F-876BDEC9DCFB}"/>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4" name="Google Shape;2039;p55">
                <a:extLst>
                  <a:ext uri="{FF2B5EF4-FFF2-40B4-BE49-F238E27FC236}">
                    <a16:creationId xmlns:a16="http://schemas.microsoft.com/office/drawing/2014/main" id="{B031F4E6-0264-4D5A-92F8-DF708DDED00E}"/>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7" name="Группа 196">
            <a:extLst>
              <a:ext uri="{FF2B5EF4-FFF2-40B4-BE49-F238E27FC236}">
                <a16:creationId xmlns:a16="http://schemas.microsoft.com/office/drawing/2014/main" id="{82ACF947-44C9-4D68-BC05-82D0248F7406}"/>
              </a:ext>
            </a:extLst>
          </p:cNvPr>
          <p:cNvGrpSpPr/>
          <p:nvPr/>
        </p:nvGrpSpPr>
        <p:grpSpPr>
          <a:xfrm rot="7864710">
            <a:off x="5462778" y="1891416"/>
            <a:ext cx="575697" cy="597295"/>
            <a:chOff x="1824794" y="2796642"/>
            <a:chExt cx="575697" cy="597295"/>
          </a:xfrm>
        </p:grpSpPr>
        <p:grpSp>
          <p:nvGrpSpPr>
            <p:cNvPr id="198" name="Google Shape;2037;p55">
              <a:extLst>
                <a:ext uri="{FF2B5EF4-FFF2-40B4-BE49-F238E27FC236}">
                  <a16:creationId xmlns:a16="http://schemas.microsoft.com/office/drawing/2014/main" id="{62498D48-5E52-4F4B-BBFB-EB40EEFE9900}"/>
                </a:ext>
              </a:extLst>
            </p:cNvPr>
            <p:cNvGrpSpPr/>
            <p:nvPr/>
          </p:nvGrpSpPr>
          <p:grpSpPr>
            <a:xfrm rot="16200000">
              <a:off x="1652324" y="2969112"/>
              <a:ext cx="574808" cy="229867"/>
              <a:chOff x="4791775" y="1877500"/>
              <a:chExt cx="66725" cy="36975"/>
            </a:xfrm>
          </p:grpSpPr>
          <p:sp>
            <p:nvSpPr>
              <p:cNvPr id="202" name="Google Shape;2038;p55">
                <a:extLst>
                  <a:ext uri="{FF2B5EF4-FFF2-40B4-BE49-F238E27FC236}">
                    <a16:creationId xmlns:a16="http://schemas.microsoft.com/office/drawing/2014/main" id="{CA255F05-958B-4FCD-B4D8-205117DC6DB1}"/>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3" name="Google Shape;2039;p55">
                <a:extLst>
                  <a:ext uri="{FF2B5EF4-FFF2-40B4-BE49-F238E27FC236}">
                    <a16:creationId xmlns:a16="http://schemas.microsoft.com/office/drawing/2014/main" id="{4C38DCB0-B206-40B6-A995-7EFB7CFFAD1D}"/>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99" name="Google Shape;2037;p55">
              <a:extLst>
                <a:ext uri="{FF2B5EF4-FFF2-40B4-BE49-F238E27FC236}">
                  <a16:creationId xmlns:a16="http://schemas.microsoft.com/office/drawing/2014/main" id="{0F81FE73-AF5B-43C0-8DE8-19016BDE3727}"/>
                </a:ext>
              </a:extLst>
            </p:cNvPr>
            <p:cNvGrpSpPr/>
            <p:nvPr/>
          </p:nvGrpSpPr>
          <p:grpSpPr>
            <a:xfrm rot="5400000">
              <a:off x="1998154" y="2991599"/>
              <a:ext cx="574808" cy="229867"/>
              <a:chOff x="4791775" y="1877500"/>
              <a:chExt cx="66725" cy="36975"/>
            </a:xfrm>
          </p:grpSpPr>
          <p:sp>
            <p:nvSpPr>
              <p:cNvPr id="200" name="Google Shape;2038;p55">
                <a:extLst>
                  <a:ext uri="{FF2B5EF4-FFF2-40B4-BE49-F238E27FC236}">
                    <a16:creationId xmlns:a16="http://schemas.microsoft.com/office/drawing/2014/main" id="{198BE1FA-8031-4126-A493-4AC99DD5ED5A}"/>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2039;p55">
                <a:extLst>
                  <a:ext uri="{FF2B5EF4-FFF2-40B4-BE49-F238E27FC236}">
                    <a16:creationId xmlns:a16="http://schemas.microsoft.com/office/drawing/2014/main" id="{658907F4-2DFF-4A88-BFD4-74C64FECF857}"/>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spTree>
    <p:extLst>
      <p:ext uri="{BB962C8B-B14F-4D97-AF65-F5344CB8AC3E}">
        <p14:creationId xmlns:p14="http://schemas.microsoft.com/office/powerpoint/2010/main" val="197030431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48"/>
        <p:cNvGrpSpPr/>
        <p:nvPr/>
      </p:nvGrpSpPr>
      <p:grpSpPr>
        <a:xfrm>
          <a:off x="0" y="0"/>
          <a:ext cx="0" cy="0"/>
          <a:chOff x="0" y="0"/>
          <a:chExt cx="0" cy="0"/>
        </a:xfrm>
      </p:grpSpPr>
      <p:sp>
        <p:nvSpPr>
          <p:cNvPr id="949" name="Google Shape;94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a:latin typeface="Bahnschrift SemiBold" panose="020B0502040204020203" pitchFamily="34" charset="0"/>
              </a:rPr>
              <a:t>Подготовка данных</a:t>
            </a:r>
            <a:endParaRPr lang="en-US" dirty="0">
              <a:latin typeface="Bahnschrift SemiBold" panose="020B0502040204020203" pitchFamily="34" charset="0"/>
            </a:endParaRPr>
          </a:p>
        </p:txBody>
      </p:sp>
      <p:sp>
        <p:nvSpPr>
          <p:cNvPr id="950" name="Google Shape;950;p30"/>
          <p:cNvSpPr txBox="1">
            <a:spLocks noGrp="1"/>
          </p:cNvSpPr>
          <p:nvPr>
            <p:ph type="title" idx="2"/>
          </p:nvPr>
        </p:nvSpPr>
        <p:spPr>
          <a:xfrm>
            <a:off x="1100975"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01</a:t>
            </a:r>
            <a:endParaRPr dirty="0"/>
          </a:p>
        </p:txBody>
      </p:sp>
      <p:sp>
        <p:nvSpPr>
          <p:cNvPr id="951" name="Google Shape;951;p30"/>
          <p:cNvSpPr txBox="1">
            <a:spLocks noGrp="1"/>
          </p:cNvSpPr>
          <p:nvPr>
            <p:ph type="title" idx="3"/>
          </p:nvPr>
        </p:nvSpPr>
        <p:spPr>
          <a:xfrm>
            <a:off x="1100975"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04</a:t>
            </a:r>
            <a:endParaRPr/>
          </a:p>
        </p:txBody>
      </p:sp>
      <p:sp>
        <p:nvSpPr>
          <p:cNvPr id="952" name="Google Shape;952;p30"/>
          <p:cNvSpPr txBox="1">
            <a:spLocks noGrp="1"/>
          </p:cNvSpPr>
          <p:nvPr>
            <p:ph type="title" idx="4"/>
          </p:nvPr>
        </p:nvSpPr>
        <p:spPr>
          <a:xfrm>
            <a:off x="3419250"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02</a:t>
            </a:r>
            <a:endParaRPr dirty="0"/>
          </a:p>
        </p:txBody>
      </p:sp>
      <p:sp>
        <p:nvSpPr>
          <p:cNvPr id="953" name="Google Shape;953;p30"/>
          <p:cNvSpPr txBox="1">
            <a:spLocks noGrp="1"/>
          </p:cNvSpPr>
          <p:nvPr>
            <p:ph type="title" idx="5"/>
          </p:nvPr>
        </p:nvSpPr>
        <p:spPr>
          <a:xfrm>
            <a:off x="3419250"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05</a:t>
            </a:r>
            <a:endParaRPr/>
          </a:p>
        </p:txBody>
      </p:sp>
      <p:sp>
        <p:nvSpPr>
          <p:cNvPr id="954" name="Google Shape;954;p30"/>
          <p:cNvSpPr txBox="1">
            <a:spLocks noGrp="1"/>
          </p:cNvSpPr>
          <p:nvPr>
            <p:ph type="title" idx="6"/>
          </p:nvPr>
        </p:nvSpPr>
        <p:spPr>
          <a:xfrm>
            <a:off x="5737525"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955" name="Google Shape;955;p30"/>
          <p:cNvSpPr txBox="1">
            <a:spLocks noGrp="1"/>
          </p:cNvSpPr>
          <p:nvPr>
            <p:ph type="title" idx="7"/>
          </p:nvPr>
        </p:nvSpPr>
        <p:spPr>
          <a:xfrm>
            <a:off x="5737525"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06</a:t>
            </a:r>
            <a:endParaRPr/>
          </a:p>
        </p:txBody>
      </p:sp>
      <p:sp>
        <p:nvSpPr>
          <p:cNvPr id="956" name="Google Shape;956;p30"/>
          <p:cNvSpPr txBox="1">
            <a:spLocks noGrp="1"/>
          </p:cNvSpPr>
          <p:nvPr>
            <p:ph type="subTitle" idx="1"/>
          </p:nvPr>
        </p:nvSpPr>
        <p:spPr>
          <a:xfrm>
            <a:off x="1100975"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b="0" dirty="0">
                <a:latin typeface="Bahnschrift SemiBold" panose="020B0502040204020203" pitchFamily="34" charset="0"/>
              </a:rPr>
              <a:t>Etsy Products Dataset</a:t>
            </a:r>
          </a:p>
        </p:txBody>
      </p:sp>
      <p:sp>
        <p:nvSpPr>
          <p:cNvPr id="957" name="Google Shape;957;p30"/>
          <p:cNvSpPr txBox="1">
            <a:spLocks noGrp="1"/>
          </p:cNvSpPr>
          <p:nvPr>
            <p:ph type="subTitle" idx="8"/>
          </p:nvPr>
        </p:nvSpPr>
        <p:spPr>
          <a:xfrm>
            <a:off x="3419250"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b="0" dirty="0">
                <a:latin typeface="Bahnschrift SemiBold" panose="020B0502040204020203" pitchFamily="34" charset="0"/>
              </a:rPr>
              <a:t>Загрузка и фильтрация</a:t>
            </a:r>
            <a:endParaRPr b="0" dirty="0">
              <a:latin typeface="Bahnschrift SemiBold" panose="020B0502040204020203" pitchFamily="34" charset="0"/>
            </a:endParaRPr>
          </a:p>
        </p:txBody>
      </p:sp>
      <p:sp>
        <p:nvSpPr>
          <p:cNvPr id="958" name="Google Shape;958;p30"/>
          <p:cNvSpPr txBox="1">
            <a:spLocks noGrp="1"/>
          </p:cNvSpPr>
          <p:nvPr>
            <p:ph type="subTitle" idx="9"/>
          </p:nvPr>
        </p:nvSpPr>
        <p:spPr>
          <a:xfrm>
            <a:off x="5737525"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b="0" dirty="0">
                <a:latin typeface="Bahnschrift SemiBold" panose="020B0502040204020203" pitchFamily="34" charset="0"/>
              </a:rPr>
              <a:t>Очистка текста</a:t>
            </a:r>
            <a:endParaRPr b="0" dirty="0">
              <a:latin typeface="Bahnschrift SemiBold" panose="020B0502040204020203" pitchFamily="34" charset="0"/>
            </a:endParaRPr>
          </a:p>
        </p:txBody>
      </p:sp>
      <p:sp>
        <p:nvSpPr>
          <p:cNvPr id="959" name="Google Shape;959;p30"/>
          <p:cNvSpPr txBox="1">
            <a:spLocks noGrp="1"/>
          </p:cNvSpPr>
          <p:nvPr>
            <p:ph type="subTitle" idx="13"/>
          </p:nvPr>
        </p:nvSpPr>
        <p:spPr>
          <a:xfrm>
            <a:off x="1100975"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b="0" dirty="0">
                <a:latin typeface="Bahnschrift SemiBold" panose="020B0502040204020203" pitchFamily="34" charset="0"/>
              </a:rPr>
              <a:t>Нормализация</a:t>
            </a:r>
            <a:endParaRPr b="0" dirty="0">
              <a:latin typeface="Bahnschrift SemiBold" panose="020B0502040204020203" pitchFamily="34" charset="0"/>
            </a:endParaRPr>
          </a:p>
        </p:txBody>
      </p:sp>
      <p:sp>
        <p:nvSpPr>
          <p:cNvPr id="960" name="Google Shape;960;p30"/>
          <p:cNvSpPr txBox="1">
            <a:spLocks noGrp="1"/>
          </p:cNvSpPr>
          <p:nvPr>
            <p:ph type="subTitle" idx="14"/>
          </p:nvPr>
        </p:nvSpPr>
        <p:spPr>
          <a:xfrm>
            <a:off x="3419250"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b="0" dirty="0">
                <a:latin typeface="Bahnschrift SemiBold" panose="020B0502040204020203" pitchFamily="34" charset="0"/>
              </a:rPr>
              <a:t>Векторизация</a:t>
            </a:r>
            <a:endParaRPr b="0" dirty="0">
              <a:latin typeface="Bahnschrift SemiBold" panose="020B0502040204020203" pitchFamily="34" charset="0"/>
            </a:endParaRPr>
          </a:p>
        </p:txBody>
      </p:sp>
      <p:sp>
        <p:nvSpPr>
          <p:cNvPr id="961" name="Google Shape;961;p30"/>
          <p:cNvSpPr txBox="1">
            <a:spLocks noGrp="1"/>
          </p:cNvSpPr>
          <p:nvPr>
            <p:ph type="subTitle" idx="15"/>
          </p:nvPr>
        </p:nvSpPr>
        <p:spPr>
          <a:xfrm>
            <a:off x="5737525"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b="0" dirty="0">
                <a:latin typeface="Bahnschrift SemiBold" panose="020B0502040204020203" pitchFamily="34" charset="0"/>
              </a:rPr>
              <a:t>Сохранение</a:t>
            </a:r>
            <a:endParaRPr b="0" dirty="0">
              <a:latin typeface="Bahnschrift SemiBold" panose="020B0502040204020203" pitchFamily="34" charset="0"/>
            </a:endParaRPr>
          </a:p>
        </p:txBody>
      </p:sp>
      <p:grpSp>
        <p:nvGrpSpPr>
          <p:cNvPr id="15" name="Google Shape;8926;p63">
            <a:extLst>
              <a:ext uri="{FF2B5EF4-FFF2-40B4-BE49-F238E27FC236}">
                <a16:creationId xmlns:a16="http://schemas.microsoft.com/office/drawing/2014/main" id="{1586BA1D-23C1-4948-9ED4-31540C944073}"/>
              </a:ext>
            </a:extLst>
          </p:cNvPr>
          <p:cNvGrpSpPr/>
          <p:nvPr/>
        </p:nvGrpSpPr>
        <p:grpSpPr>
          <a:xfrm>
            <a:off x="1835675" y="1158139"/>
            <a:ext cx="663685" cy="663167"/>
            <a:chOff x="882590" y="2438360"/>
            <a:chExt cx="337310" cy="337047"/>
          </a:xfrm>
        </p:grpSpPr>
        <p:sp>
          <p:nvSpPr>
            <p:cNvPr id="16" name="Google Shape;8927;p63">
              <a:extLst>
                <a:ext uri="{FF2B5EF4-FFF2-40B4-BE49-F238E27FC236}">
                  <a16:creationId xmlns:a16="http://schemas.microsoft.com/office/drawing/2014/main" id="{EAC9AC94-EFA4-4BD4-943F-1BD204937560}"/>
                </a:ext>
              </a:extLst>
            </p:cNvPr>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8928;p63">
              <a:extLst>
                <a:ext uri="{FF2B5EF4-FFF2-40B4-BE49-F238E27FC236}">
                  <a16:creationId xmlns:a16="http://schemas.microsoft.com/office/drawing/2014/main" id="{FF870139-1F31-43C4-8F80-BF0B5B31BA10}"/>
                </a:ext>
              </a:extLst>
            </p:cNvPr>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8929;p63">
              <a:extLst>
                <a:ext uri="{FF2B5EF4-FFF2-40B4-BE49-F238E27FC236}">
                  <a16:creationId xmlns:a16="http://schemas.microsoft.com/office/drawing/2014/main" id="{0E062227-10DD-4EE0-9928-E30761FD9F3E}"/>
                </a:ext>
              </a:extLst>
            </p:cNvPr>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8930;p63">
              <a:extLst>
                <a:ext uri="{FF2B5EF4-FFF2-40B4-BE49-F238E27FC236}">
                  <a16:creationId xmlns:a16="http://schemas.microsoft.com/office/drawing/2014/main" id="{E653695D-ECB3-4A9E-82C8-513375DD3780}"/>
                </a:ext>
              </a:extLst>
            </p:cNvPr>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8931;p63">
              <a:extLst>
                <a:ext uri="{FF2B5EF4-FFF2-40B4-BE49-F238E27FC236}">
                  <a16:creationId xmlns:a16="http://schemas.microsoft.com/office/drawing/2014/main" id="{004DA10C-4575-4216-8AAE-64EEE383B5C9}"/>
                </a:ext>
              </a:extLst>
            </p:cNvPr>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8932;p63">
              <a:extLst>
                <a:ext uri="{FF2B5EF4-FFF2-40B4-BE49-F238E27FC236}">
                  <a16:creationId xmlns:a16="http://schemas.microsoft.com/office/drawing/2014/main" id="{D5C047C1-21EB-48B5-8031-281126ABD721}"/>
                </a:ext>
              </a:extLst>
            </p:cNvPr>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8933;p63">
              <a:extLst>
                <a:ext uri="{FF2B5EF4-FFF2-40B4-BE49-F238E27FC236}">
                  <a16:creationId xmlns:a16="http://schemas.microsoft.com/office/drawing/2014/main" id="{813B7BCF-9916-461F-A0EF-554D52ED2904}"/>
                </a:ext>
              </a:extLst>
            </p:cNvPr>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8934;p63">
              <a:extLst>
                <a:ext uri="{FF2B5EF4-FFF2-40B4-BE49-F238E27FC236}">
                  <a16:creationId xmlns:a16="http://schemas.microsoft.com/office/drawing/2014/main" id="{B2F388DE-DA6F-4F26-A42A-2CECA6FCF471}"/>
                </a:ext>
              </a:extLst>
            </p:cNvPr>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935;p63">
              <a:extLst>
                <a:ext uri="{FF2B5EF4-FFF2-40B4-BE49-F238E27FC236}">
                  <a16:creationId xmlns:a16="http://schemas.microsoft.com/office/drawing/2014/main" id="{CAFEB5CB-C4D9-4883-8EDC-11A62DEAC7A5}"/>
                </a:ext>
              </a:extLst>
            </p:cNvPr>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936;p63">
              <a:extLst>
                <a:ext uri="{FF2B5EF4-FFF2-40B4-BE49-F238E27FC236}">
                  <a16:creationId xmlns:a16="http://schemas.microsoft.com/office/drawing/2014/main" id="{B11AF51E-B76A-41AA-AA3D-26BEE4403133}"/>
                </a:ext>
              </a:extLst>
            </p:cNvPr>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937;p63">
              <a:extLst>
                <a:ext uri="{FF2B5EF4-FFF2-40B4-BE49-F238E27FC236}">
                  <a16:creationId xmlns:a16="http://schemas.microsoft.com/office/drawing/2014/main" id="{90B64EC4-8A28-4CE6-BA50-0413FE857ABD}"/>
                </a:ext>
              </a:extLst>
            </p:cNvPr>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938;p63">
              <a:extLst>
                <a:ext uri="{FF2B5EF4-FFF2-40B4-BE49-F238E27FC236}">
                  <a16:creationId xmlns:a16="http://schemas.microsoft.com/office/drawing/2014/main" id="{457D4FC1-AFEB-4543-B1D0-798F650BE30B}"/>
                </a:ext>
              </a:extLst>
            </p:cNvPr>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939;p63">
              <a:extLst>
                <a:ext uri="{FF2B5EF4-FFF2-40B4-BE49-F238E27FC236}">
                  <a16:creationId xmlns:a16="http://schemas.microsoft.com/office/drawing/2014/main" id="{492E25BD-70F5-4F7D-A3FA-4E39F0290808}"/>
                </a:ext>
              </a:extLst>
            </p:cNvPr>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940;p63">
              <a:extLst>
                <a:ext uri="{FF2B5EF4-FFF2-40B4-BE49-F238E27FC236}">
                  <a16:creationId xmlns:a16="http://schemas.microsoft.com/office/drawing/2014/main" id="{57AABE2B-E36D-4C90-94CA-3221F9C8945A}"/>
                </a:ext>
              </a:extLst>
            </p:cNvPr>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941;p63">
              <a:extLst>
                <a:ext uri="{FF2B5EF4-FFF2-40B4-BE49-F238E27FC236}">
                  <a16:creationId xmlns:a16="http://schemas.microsoft.com/office/drawing/2014/main" id="{18B266F6-E932-4D4A-935E-8CE6291D901F}"/>
                </a:ext>
              </a:extLst>
            </p:cNvPr>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942;p63">
              <a:extLst>
                <a:ext uri="{FF2B5EF4-FFF2-40B4-BE49-F238E27FC236}">
                  <a16:creationId xmlns:a16="http://schemas.microsoft.com/office/drawing/2014/main" id="{BEC5F8AF-3446-429F-B104-2473A1817037}"/>
                </a:ext>
              </a:extLst>
            </p:cNvPr>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943;p63">
              <a:extLst>
                <a:ext uri="{FF2B5EF4-FFF2-40B4-BE49-F238E27FC236}">
                  <a16:creationId xmlns:a16="http://schemas.microsoft.com/office/drawing/2014/main" id="{C755980B-6453-46C3-9035-BEC441458483}"/>
                </a:ext>
              </a:extLst>
            </p:cNvPr>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44;p63">
              <a:extLst>
                <a:ext uri="{FF2B5EF4-FFF2-40B4-BE49-F238E27FC236}">
                  <a16:creationId xmlns:a16="http://schemas.microsoft.com/office/drawing/2014/main" id="{61694F01-69FE-4E6C-B057-CB22486F6A27}"/>
                </a:ext>
              </a:extLst>
            </p:cNvPr>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8945;p63">
              <a:extLst>
                <a:ext uri="{FF2B5EF4-FFF2-40B4-BE49-F238E27FC236}">
                  <a16:creationId xmlns:a16="http://schemas.microsoft.com/office/drawing/2014/main" id="{C56D6D55-266B-4B3B-BFCD-33979E70DD0B}"/>
                </a:ext>
              </a:extLst>
            </p:cNvPr>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8946;p63">
              <a:extLst>
                <a:ext uri="{FF2B5EF4-FFF2-40B4-BE49-F238E27FC236}">
                  <a16:creationId xmlns:a16="http://schemas.microsoft.com/office/drawing/2014/main" id="{6E2B5110-A1F1-473F-97F7-FEEA453009CB}"/>
                </a:ext>
              </a:extLst>
            </p:cNvPr>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8947;p63">
              <a:extLst>
                <a:ext uri="{FF2B5EF4-FFF2-40B4-BE49-F238E27FC236}">
                  <a16:creationId xmlns:a16="http://schemas.microsoft.com/office/drawing/2014/main" id="{D3BB4BA9-44BD-463A-899A-A578270464DC}"/>
                </a:ext>
              </a:extLst>
            </p:cNvPr>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8948;p63">
              <a:extLst>
                <a:ext uri="{FF2B5EF4-FFF2-40B4-BE49-F238E27FC236}">
                  <a16:creationId xmlns:a16="http://schemas.microsoft.com/office/drawing/2014/main" id="{2A15C792-0632-4419-8666-7C8B9B600508}"/>
                </a:ext>
              </a:extLst>
            </p:cNvPr>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8949;p63">
              <a:extLst>
                <a:ext uri="{FF2B5EF4-FFF2-40B4-BE49-F238E27FC236}">
                  <a16:creationId xmlns:a16="http://schemas.microsoft.com/office/drawing/2014/main" id="{3D4385B8-B4B7-4F79-8BA9-0925AB307E86}"/>
                </a:ext>
              </a:extLst>
            </p:cNvPr>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8950;p63">
              <a:extLst>
                <a:ext uri="{FF2B5EF4-FFF2-40B4-BE49-F238E27FC236}">
                  <a16:creationId xmlns:a16="http://schemas.microsoft.com/office/drawing/2014/main" id="{95F6BD3D-8F0D-4F54-AF33-0110F9E22395}"/>
                </a:ext>
              </a:extLst>
            </p:cNvPr>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1983;p55">
            <a:extLst>
              <a:ext uri="{FF2B5EF4-FFF2-40B4-BE49-F238E27FC236}">
                <a16:creationId xmlns:a16="http://schemas.microsoft.com/office/drawing/2014/main" id="{618A379E-D7E8-4F8C-8A0D-B46CD66D60F6}"/>
              </a:ext>
            </a:extLst>
          </p:cNvPr>
          <p:cNvGrpSpPr/>
          <p:nvPr/>
        </p:nvGrpSpPr>
        <p:grpSpPr>
          <a:xfrm>
            <a:off x="4086563" y="1101800"/>
            <a:ext cx="798821" cy="750900"/>
            <a:chOff x="4815575" y="1416800"/>
            <a:chExt cx="73750" cy="71400"/>
          </a:xfrm>
        </p:grpSpPr>
        <p:sp>
          <p:nvSpPr>
            <p:cNvPr id="53" name="Google Shape;1984;p55">
              <a:extLst>
                <a:ext uri="{FF2B5EF4-FFF2-40B4-BE49-F238E27FC236}">
                  <a16:creationId xmlns:a16="http://schemas.microsoft.com/office/drawing/2014/main" id="{E0610919-80D1-4278-9AF6-4C8A3E1F56F0}"/>
                </a:ext>
              </a:extLst>
            </p:cNvPr>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985;p55">
              <a:extLst>
                <a:ext uri="{FF2B5EF4-FFF2-40B4-BE49-F238E27FC236}">
                  <a16:creationId xmlns:a16="http://schemas.microsoft.com/office/drawing/2014/main" id="{7802EEAF-AB60-43C3-A06A-A236B53124D2}"/>
                </a:ext>
              </a:extLst>
            </p:cNvPr>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986;p55">
              <a:extLst>
                <a:ext uri="{FF2B5EF4-FFF2-40B4-BE49-F238E27FC236}">
                  <a16:creationId xmlns:a16="http://schemas.microsoft.com/office/drawing/2014/main" id="{0006A7A4-EACA-428F-9383-EC0F30F2D2A3}"/>
                </a:ext>
              </a:extLst>
            </p:cNvPr>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 name="Google Shape;15398;p67">
            <a:extLst>
              <a:ext uri="{FF2B5EF4-FFF2-40B4-BE49-F238E27FC236}">
                <a16:creationId xmlns:a16="http://schemas.microsoft.com/office/drawing/2014/main" id="{9C869867-EA10-453B-9C9A-40D2F8F64531}"/>
              </a:ext>
            </a:extLst>
          </p:cNvPr>
          <p:cNvGrpSpPr/>
          <p:nvPr/>
        </p:nvGrpSpPr>
        <p:grpSpPr>
          <a:xfrm>
            <a:off x="6592901" y="1131296"/>
            <a:ext cx="551653" cy="665246"/>
            <a:chOff x="8050359" y="1520687"/>
            <a:chExt cx="279321" cy="336837"/>
          </a:xfrm>
        </p:grpSpPr>
        <p:sp>
          <p:nvSpPr>
            <p:cNvPr id="57" name="Google Shape;15399;p67">
              <a:extLst>
                <a:ext uri="{FF2B5EF4-FFF2-40B4-BE49-F238E27FC236}">
                  <a16:creationId xmlns:a16="http://schemas.microsoft.com/office/drawing/2014/main" id="{D1098905-06D4-4BD8-A3F8-DE136CC923E5}"/>
                </a:ext>
              </a:extLst>
            </p:cNvPr>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5400;p67">
              <a:extLst>
                <a:ext uri="{FF2B5EF4-FFF2-40B4-BE49-F238E27FC236}">
                  <a16:creationId xmlns:a16="http://schemas.microsoft.com/office/drawing/2014/main" id="{2F0C426B-3A24-4EB6-A02C-F3ECA2CBE2A4}"/>
                </a:ext>
              </a:extLst>
            </p:cNvPr>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5401;p67">
              <a:extLst>
                <a:ext uri="{FF2B5EF4-FFF2-40B4-BE49-F238E27FC236}">
                  <a16:creationId xmlns:a16="http://schemas.microsoft.com/office/drawing/2014/main" id="{5DD0BBE3-7224-473F-83C2-6BD38133DA7D}"/>
                </a:ext>
              </a:extLst>
            </p:cNvPr>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5402;p67">
              <a:extLst>
                <a:ext uri="{FF2B5EF4-FFF2-40B4-BE49-F238E27FC236}">
                  <a16:creationId xmlns:a16="http://schemas.microsoft.com/office/drawing/2014/main" id="{3B886B8A-BEAA-460B-AF36-6BBF34D2D5F5}"/>
                </a:ext>
              </a:extLst>
            </p:cNvPr>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5403;p67">
              <a:extLst>
                <a:ext uri="{FF2B5EF4-FFF2-40B4-BE49-F238E27FC236}">
                  <a16:creationId xmlns:a16="http://schemas.microsoft.com/office/drawing/2014/main" id="{4C99F3F4-26A5-4900-BF1B-0E861AAD1376}"/>
                </a:ext>
              </a:extLst>
            </p:cNvPr>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5404;p67">
              <a:extLst>
                <a:ext uri="{FF2B5EF4-FFF2-40B4-BE49-F238E27FC236}">
                  <a16:creationId xmlns:a16="http://schemas.microsoft.com/office/drawing/2014/main" id="{9F01B966-72CC-424A-9208-B5CE80DABCD6}"/>
                </a:ext>
              </a:extLst>
            </p:cNvPr>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5405;p67">
              <a:extLst>
                <a:ext uri="{FF2B5EF4-FFF2-40B4-BE49-F238E27FC236}">
                  <a16:creationId xmlns:a16="http://schemas.microsoft.com/office/drawing/2014/main" id="{55CBB3A3-8A06-4190-AA99-7B27D14FADCF}"/>
                </a:ext>
              </a:extLst>
            </p:cNvPr>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5406;p67">
              <a:extLst>
                <a:ext uri="{FF2B5EF4-FFF2-40B4-BE49-F238E27FC236}">
                  <a16:creationId xmlns:a16="http://schemas.microsoft.com/office/drawing/2014/main" id="{00B3D105-AA0B-4FC0-B2D9-B5363BB5FE89}"/>
                </a:ext>
              </a:extLst>
            </p:cNvPr>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5407;p67">
              <a:extLst>
                <a:ext uri="{FF2B5EF4-FFF2-40B4-BE49-F238E27FC236}">
                  <a16:creationId xmlns:a16="http://schemas.microsoft.com/office/drawing/2014/main" id="{35398C76-B9FD-4DA7-89DA-22130226B4F2}"/>
                </a:ext>
              </a:extLst>
            </p:cNvPr>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5408;p67">
              <a:extLst>
                <a:ext uri="{FF2B5EF4-FFF2-40B4-BE49-F238E27FC236}">
                  <a16:creationId xmlns:a16="http://schemas.microsoft.com/office/drawing/2014/main" id="{FC4D4B13-68A7-4167-91C7-16101E9CF919}"/>
                </a:ext>
              </a:extLst>
            </p:cNvPr>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5409;p67">
              <a:extLst>
                <a:ext uri="{FF2B5EF4-FFF2-40B4-BE49-F238E27FC236}">
                  <a16:creationId xmlns:a16="http://schemas.microsoft.com/office/drawing/2014/main" id="{39B2CB1B-7398-4EDD-B2AD-06F42A97D8A2}"/>
                </a:ext>
              </a:extLst>
            </p:cNvPr>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5410;p67">
              <a:extLst>
                <a:ext uri="{FF2B5EF4-FFF2-40B4-BE49-F238E27FC236}">
                  <a16:creationId xmlns:a16="http://schemas.microsoft.com/office/drawing/2014/main" id="{824882CA-8B94-459B-96EA-1D0136A5D4A5}"/>
                </a:ext>
              </a:extLst>
            </p:cNvPr>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5411;p67">
              <a:extLst>
                <a:ext uri="{FF2B5EF4-FFF2-40B4-BE49-F238E27FC236}">
                  <a16:creationId xmlns:a16="http://schemas.microsoft.com/office/drawing/2014/main" id="{9210AA10-1892-4D0B-BDB8-6A648DE6AD3C}"/>
                </a:ext>
              </a:extLst>
            </p:cNvPr>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469;p62">
            <a:extLst>
              <a:ext uri="{FF2B5EF4-FFF2-40B4-BE49-F238E27FC236}">
                <a16:creationId xmlns:a16="http://schemas.microsoft.com/office/drawing/2014/main" id="{83CE5004-470C-4E92-9FD0-07E96A61E0F1}"/>
              </a:ext>
            </a:extLst>
          </p:cNvPr>
          <p:cNvGrpSpPr/>
          <p:nvPr/>
        </p:nvGrpSpPr>
        <p:grpSpPr>
          <a:xfrm>
            <a:off x="1859972" y="2696491"/>
            <a:ext cx="734699" cy="758123"/>
            <a:chOff x="842683" y="2394751"/>
            <a:chExt cx="345640" cy="356660"/>
          </a:xfrm>
        </p:grpSpPr>
        <p:sp>
          <p:nvSpPr>
            <p:cNvPr id="71" name="Google Shape;7470;p62">
              <a:extLst>
                <a:ext uri="{FF2B5EF4-FFF2-40B4-BE49-F238E27FC236}">
                  <a16:creationId xmlns:a16="http://schemas.microsoft.com/office/drawing/2014/main" id="{6CA167A7-5994-4416-806F-2557D1FBFD03}"/>
                </a:ext>
              </a:extLst>
            </p:cNvPr>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471;p62">
              <a:extLst>
                <a:ext uri="{FF2B5EF4-FFF2-40B4-BE49-F238E27FC236}">
                  <a16:creationId xmlns:a16="http://schemas.microsoft.com/office/drawing/2014/main" id="{C1D1E37A-8DF3-4450-8F4B-F7C39BCA9E87}"/>
                </a:ext>
              </a:extLst>
            </p:cNvPr>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472;p62">
              <a:extLst>
                <a:ext uri="{FF2B5EF4-FFF2-40B4-BE49-F238E27FC236}">
                  <a16:creationId xmlns:a16="http://schemas.microsoft.com/office/drawing/2014/main" id="{1C3BBE3E-CC5F-4904-BBAE-32674B7CD6BE}"/>
                </a:ext>
              </a:extLst>
            </p:cNvPr>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73;p62">
              <a:extLst>
                <a:ext uri="{FF2B5EF4-FFF2-40B4-BE49-F238E27FC236}">
                  <a16:creationId xmlns:a16="http://schemas.microsoft.com/office/drawing/2014/main" id="{85700369-F4E0-4285-AC18-F5B813354151}"/>
                </a:ext>
              </a:extLst>
            </p:cNvPr>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474;p62">
              <a:extLst>
                <a:ext uri="{FF2B5EF4-FFF2-40B4-BE49-F238E27FC236}">
                  <a16:creationId xmlns:a16="http://schemas.microsoft.com/office/drawing/2014/main" id="{9F898117-CE2C-4980-AEE7-7ADCEC45F67C}"/>
                </a:ext>
              </a:extLst>
            </p:cNvPr>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475;p62">
              <a:extLst>
                <a:ext uri="{FF2B5EF4-FFF2-40B4-BE49-F238E27FC236}">
                  <a16:creationId xmlns:a16="http://schemas.microsoft.com/office/drawing/2014/main" id="{30C1698D-DB55-4782-8E12-93393B75A435}"/>
                </a:ext>
              </a:extLst>
            </p:cNvPr>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476;p62">
              <a:extLst>
                <a:ext uri="{FF2B5EF4-FFF2-40B4-BE49-F238E27FC236}">
                  <a16:creationId xmlns:a16="http://schemas.microsoft.com/office/drawing/2014/main" id="{D6FFC663-C5BE-4320-BAC2-C03F12D22B27}"/>
                </a:ext>
              </a:extLst>
            </p:cNvPr>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477;p62">
              <a:extLst>
                <a:ext uri="{FF2B5EF4-FFF2-40B4-BE49-F238E27FC236}">
                  <a16:creationId xmlns:a16="http://schemas.microsoft.com/office/drawing/2014/main" id="{0FBD15BD-39A5-459A-9EB8-B9042E57BF84}"/>
                </a:ext>
              </a:extLst>
            </p:cNvPr>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478;p62">
              <a:extLst>
                <a:ext uri="{FF2B5EF4-FFF2-40B4-BE49-F238E27FC236}">
                  <a16:creationId xmlns:a16="http://schemas.microsoft.com/office/drawing/2014/main" id="{AFD8AE72-1B52-4EDB-B9FB-679DE907C2EB}"/>
                </a:ext>
              </a:extLst>
            </p:cNvPr>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7479;p62">
              <a:extLst>
                <a:ext uri="{FF2B5EF4-FFF2-40B4-BE49-F238E27FC236}">
                  <a16:creationId xmlns:a16="http://schemas.microsoft.com/office/drawing/2014/main" id="{290BFD17-625C-4332-B36A-B982DD42AA73}"/>
                </a:ext>
              </a:extLst>
            </p:cNvPr>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7480;p62">
              <a:extLst>
                <a:ext uri="{FF2B5EF4-FFF2-40B4-BE49-F238E27FC236}">
                  <a16:creationId xmlns:a16="http://schemas.microsoft.com/office/drawing/2014/main" id="{6EA69F27-A555-49B8-87E3-D39660A2DDEE}"/>
                </a:ext>
              </a:extLst>
            </p:cNvPr>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7481;p62">
              <a:extLst>
                <a:ext uri="{FF2B5EF4-FFF2-40B4-BE49-F238E27FC236}">
                  <a16:creationId xmlns:a16="http://schemas.microsoft.com/office/drawing/2014/main" id="{DE6181CF-6855-4129-92C1-10A9AA9CBACB}"/>
                </a:ext>
              </a:extLst>
            </p:cNvPr>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7482;p62">
              <a:extLst>
                <a:ext uri="{FF2B5EF4-FFF2-40B4-BE49-F238E27FC236}">
                  <a16:creationId xmlns:a16="http://schemas.microsoft.com/office/drawing/2014/main" id="{75D70B8A-520D-4349-A660-344121B6B292}"/>
                </a:ext>
              </a:extLst>
            </p:cNvPr>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7483;p62">
              <a:extLst>
                <a:ext uri="{FF2B5EF4-FFF2-40B4-BE49-F238E27FC236}">
                  <a16:creationId xmlns:a16="http://schemas.microsoft.com/office/drawing/2014/main" id="{C7DBC3F2-4BAE-416C-981F-AD43303160C3}"/>
                </a:ext>
              </a:extLst>
            </p:cNvPr>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7484;p62">
              <a:extLst>
                <a:ext uri="{FF2B5EF4-FFF2-40B4-BE49-F238E27FC236}">
                  <a16:creationId xmlns:a16="http://schemas.microsoft.com/office/drawing/2014/main" id="{72E6A177-1C67-47C0-8D6E-5CF8D54EA687}"/>
                </a:ext>
              </a:extLst>
            </p:cNvPr>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7485;p62">
              <a:extLst>
                <a:ext uri="{FF2B5EF4-FFF2-40B4-BE49-F238E27FC236}">
                  <a16:creationId xmlns:a16="http://schemas.microsoft.com/office/drawing/2014/main" id="{C60F22D2-2077-487E-B13F-FF6C613CB24D}"/>
                </a:ext>
              </a:extLst>
            </p:cNvPr>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 name="Google Shape;7744;p62">
            <a:extLst>
              <a:ext uri="{FF2B5EF4-FFF2-40B4-BE49-F238E27FC236}">
                <a16:creationId xmlns:a16="http://schemas.microsoft.com/office/drawing/2014/main" id="{FE4FAA50-2985-4300-8A97-2E90F31C1C9D}"/>
              </a:ext>
            </a:extLst>
          </p:cNvPr>
          <p:cNvGrpSpPr/>
          <p:nvPr/>
        </p:nvGrpSpPr>
        <p:grpSpPr>
          <a:xfrm>
            <a:off x="4158225" y="2742670"/>
            <a:ext cx="735757" cy="731029"/>
            <a:chOff x="3514900" y="1489020"/>
            <a:chExt cx="354145" cy="351869"/>
          </a:xfrm>
        </p:grpSpPr>
        <p:sp>
          <p:nvSpPr>
            <p:cNvPr id="88" name="Google Shape;7745;p62">
              <a:extLst>
                <a:ext uri="{FF2B5EF4-FFF2-40B4-BE49-F238E27FC236}">
                  <a16:creationId xmlns:a16="http://schemas.microsoft.com/office/drawing/2014/main" id="{AD2F015E-2693-47EF-9DBA-D99C6284E8FD}"/>
                </a:ext>
              </a:extLst>
            </p:cNvPr>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7746;p62">
              <a:extLst>
                <a:ext uri="{FF2B5EF4-FFF2-40B4-BE49-F238E27FC236}">
                  <a16:creationId xmlns:a16="http://schemas.microsoft.com/office/drawing/2014/main" id="{594CBA77-87BD-4B1C-9E82-BEB0DC4A1C67}"/>
                </a:ext>
              </a:extLst>
            </p:cNvPr>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7747;p62">
              <a:extLst>
                <a:ext uri="{FF2B5EF4-FFF2-40B4-BE49-F238E27FC236}">
                  <a16:creationId xmlns:a16="http://schemas.microsoft.com/office/drawing/2014/main" id="{714A908E-5B5A-4B9E-84D1-2972EA356D80}"/>
                </a:ext>
              </a:extLst>
            </p:cNvPr>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7748;p62">
              <a:extLst>
                <a:ext uri="{FF2B5EF4-FFF2-40B4-BE49-F238E27FC236}">
                  <a16:creationId xmlns:a16="http://schemas.microsoft.com/office/drawing/2014/main" id="{9DA39A57-7AAA-4925-A383-9D36E2FBC24B}"/>
                </a:ext>
              </a:extLst>
            </p:cNvPr>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7749;p62">
              <a:extLst>
                <a:ext uri="{FF2B5EF4-FFF2-40B4-BE49-F238E27FC236}">
                  <a16:creationId xmlns:a16="http://schemas.microsoft.com/office/drawing/2014/main" id="{5FC467A3-A4A9-4A76-9231-B670F6F61D6E}"/>
                </a:ext>
              </a:extLst>
            </p:cNvPr>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7750;p62">
              <a:extLst>
                <a:ext uri="{FF2B5EF4-FFF2-40B4-BE49-F238E27FC236}">
                  <a16:creationId xmlns:a16="http://schemas.microsoft.com/office/drawing/2014/main" id="{4BC5E9FA-F7F3-4A69-9E75-82597A569AB7}"/>
                </a:ext>
              </a:extLst>
            </p:cNvPr>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7751;p62">
              <a:extLst>
                <a:ext uri="{FF2B5EF4-FFF2-40B4-BE49-F238E27FC236}">
                  <a16:creationId xmlns:a16="http://schemas.microsoft.com/office/drawing/2014/main" id="{2FFEC61B-5CB4-407A-B4F8-3054B21060B3}"/>
                </a:ext>
              </a:extLst>
            </p:cNvPr>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7752;p62">
              <a:extLst>
                <a:ext uri="{FF2B5EF4-FFF2-40B4-BE49-F238E27FC236}">
                  <a16:creationId xmlns:a16="http://schemas.microsoft.com/office/drawing/2014/main" id="{202D48B5-1F4F-41DA-9A04-F705D1BBF875}"/>
                </a:ext>
              </a:extLst>
            </p:cNvPr>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7753;p62">
              <a:extLst>
                <a:ext uri="{FF2B5EF4-FFF2-40B4-BE49-F238E27FC236}">
                  <a16:creationId xmlns:a16="http://schemas.microsoft.com/office/drawing/2014/main" id="{04DDDF5A-564A-48EF-892F-FC0C7FADAD03}"/>
                </a:ext>
              </a:extLst>
            </p:cNvPr>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7754;p62">
              <a:extLst>
                <a:ext uri="{FF2B5EF4-FFF2-40B4-BE49-F238E27FC236}">
                  <a16:creationId xmlns:a16="http://schemas.microsoft.com/office/drawing/2014/main" id="{FCD695C0-693C-4713-B263-4BD567B1EF75}"/>
                </a:ext>
              </a:extLst>
            </p:cNvPr>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7755;p62">
              <a:extLst>
                <a:ext uri="{FF2B5EF4-FFF2-40B4-BE49-F238E27FC236}">
                  <a16:creationId xmlns:a16="http://schemas.microsoft.com/office/drawing/2014/main" id="{0FA45450-C9EB-463C-9581-D41EC3DF387E}"/>
                </a:ext>
              </a:extLst>
            </p:cNvPr>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7756;p62">
              <a:extLst>
                <a:ext uri="{FF2B5EF4-FFF2-40B4-BE49-F238E27FC236}">
                  <a16:creationId xmlns:a16="http://schemas.microsoft.com/office/drawing/2014/main" id="{42184B95-1A58-4E04-83BF-B0D802CE45E3}"/>
                </a:ext>
              </a:extLst>
            </p:cNvPr>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7757;p62">
              <a:extLst>
                <a:ext uri="{FF2B5EF4-FFF2-40B4-BE49-F238E27FC236}">
                  <a16:creationId xmlns:a16="http://schemas.microsoft.com/office/drawing/2014/main" id="{37ED29FD-3060-4641-B52A-BB8947D81C5E}"/>
                </a:ext>
              </a:extLst>
            </p:cNvPr>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7758;p62">
              <a:extLst>
                <a:ext uri="{FF2B5EF4-FFF2-40B4-BE49-F238E27FC236}">
                  <a16:creationId xmlns:a16="http://schemas.microsoft.com/office/drawing/2014/main" id="{2A513AC5-11FB-4BC0-8F9A-5207E6DC6BB7}"/>
                </a:ext>
              </a:extLst>
            </p:cNvPr>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7759;p62">
              <a:extLst>
                <a:ext uri="{FF2B5EF4-FFF2-40B4-BE49-F238E27FC236}">
                  <a16:creationId xmlns:a16="http://schemas.microsoft.com/office/drawing/2014/main" id="{2D9A1683-B3A1-4412-906B-ADBD76A2A1E4}"/>
                </a:ext>
              </a:extLst>
            </p:cNvPr>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7760;p62">
              <a:extLst>
                <a:ext uri="{FF2B5EF4-FFF2-40B4-BE49-F238E27FC236}">
                  <a16:creationId xmlns:a16="http://schemas.microsoft.com/office/drawing/2014/main" id="{C4A63384-39D1-410F-8D2F-555ED7C0EE20}"/>
                </a:ext>
              </a:extLst>
            </p:cNvPr>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7761;p62">
              <a:extLst>
                <a:ext uri="{FF2B5EF4-FFF2-40B4-BE49-F238E27FC236}">
                  <a16:creationId xmlns:a16="http://schemas.microsoft.com/office/drawing/2014/main" id="{0D1705EE-738C-4701-8FF1-BE61ADAE85B4}"/>
                </a:ext>
              </a:extLst>
            </p:cNvPr>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7762;p62">
              <a:extLst>
                <a:ext uri="{FF2B5EF4-FFF2-40B4-BE49-F238E27FC236}">
                  <a16:creationId xmlns:a16="http://schemas.microsoft.com/office/drawing/2014/main" id="{73ADC635-7FC8-4284-A76C-4EF5589A1AEB}"/>
                </a:ext>
              </a:extLst>
            </p:cNvPr>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7763;p62">
              <a:extLst>
                <a:ext uri="{FF2B5EF4-FFF2-40B4-BE49-F238E27FC236}">
                  <a16:creationId xmlns:a16="http://schemas.microsoft.com/office/drawing/2014/main" id="{19B11A8D-D750-4610-9072-5D28ED502ABB}"/>
                </a:ext>
              </a:extLst>
            </p:cNvPr>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7764;p62">
              <a:extLst>
                <a:ext uri="{FF2B5EF4-FFF2-40B4-BE49-F238E27FC236}">
                  <a16:creationId xmlns:a16="http://schemas.microsoft.com/office/drawing/2014/main" id="{67A44FC0-915A-4E4B-8B4B-3C065A61CF1A}"/>
                </a:ext>
              </a:extLst>
            </p:cNvPr>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7765;p62">
              <a:extLst>
                <a:ext uri="{FF2B5EF4-FFF2-40B4-BE49-F238E27FC236}">
                  <a16:creationId xmlns:a16="http://schemas.microsoft.com/office/drawing/2014/main" id="{20F61A14-E59E-4E1C-BC45-B064196EA8A2}"/>
                </a:ext>
              </a:extLst>
            </p:cNvPr>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7766;p62">
              <a:extLst>
                <a:ext uri="{FF2B5EF4-FFF2-40B4-BE49-F238E27FC236}">
                  <a16:creationId xmlns:a16="http://schemas.microsoft.com/office/drawing/2014/main" id="{C4A044C1-A523-41D0-879B-3E295FDA7B20}"/>
                </a:ext>
              </a:extLst>
            </p:cNvPr>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 name="Google Shape;15412;p67">
            <a:extLst>
              <a:ext uri="{FF2B5EF4-FFF2-40B4-BE49-F238E27FC236}">
                <a16:creationId xmlns:a16="http://schemas.microsoft.com/office/drawing/2014/main" id="{EC2BC8BB-512A-43EE-BD26-5CDE6A1EB2D6}"/>
              </a:ext>
            </a:extLst>
          </p:cNvPr>
          <p:cNvGrpSpPr/>
          <p:nvPr/>
        </p:nvGrpSpPr>
        <p:grpSpPr>
          <a:xfrm>
            <a:off x="6406661" y="2777318"/>
            <a:ext cx="737893" cy="686566"/>
            <a:chOff x="6093907" y="2461832"/>
            <a:chExt cx="364441" cy="339091"/>
          </a:xfrm>
        </p:grpSpPr>
        <p:sp>
          <p:nvSpPr>
            <p:cNvPr id="111" name="Google Shape;15413;p67">
              <a:extLst>
                <a:ext uri="{FF2B5EF4-FFF2-40B4-BE49-F238E27FC236}">
                  <a16:creationId xmlns:a16="http://schemas.microsoft.com/office/drawing/2014/main" id="{A401F40E-751D-431C-8E91-08318DF7934E}"/>
                </a:ext>
              </a:extLst>
            </p:cNvPr>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5414;p67">
              <a:extLst>
                <a:ext uri="{FF2B5EF4-FFF2-40B4-BE49-F238E27FC236}">
                  <a16:creationId xmlns:a16="http://schemas.microsoft.com/office/drawing/2014/main" id="{E5F020FE-12FE-4E6E-8D8F-321F3E40354C}"/>
                </a:ext>
              </a:extLst>
            </p:cNvPr>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5415;p67">
              <a:extLst>
                <a:ext uri="{FF2B5EF4-FFF2-40B4-BE49-F238E27FC236}">
                  <a16:creationId xmlns:a16="http://schemas.microsoft.com/office/drawing/2014/main" id="{064CD557-0129-4BFF-B94A-AE35732E76CD}"/>
                </a:ext>
              </a:extLst>
            </p:cNvPr>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416;p67">
              <a:extLst>
                <a:ext uri="{FF2B5EF4-FFF2-40B4-BE49-F238E27FC236}">
                  <a16:creationId xmlns:a16="http://schemas.microsoft.com/office/drawing/2014/main" id="{4C37FB10-8035-4836-8C35-197F562450AE}"/>
                </a:ext>
              </a:extLst>
            </p:cNvPr>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5417;p67">
              <a:extLst>
                <a:ext uri="{FF2B5EF4-FFF2-40B4-BE49-F238E27FC236}">
                  <a16:creationId xmlns:a16="http://schemas.microsoft.com/office/drawing/2014/main" id="{8BE1EA4D-2730-4A34-8758-9C61C697B06A}"/>
                </a:ext>
              </a:extLst>
            </p:cNvPr>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5418;p67">
              <a:extLst>
                <a:ext uri="{FF2B5EF4-FFF2-40B4-BE49-F238E27FC236}">
                  <a16:creationId xmlns:a16="http://schemas.microsoft.com/office/drawing/2014/main" id="{1993BAA1-9D97-4E81-B558-393EAAC532A3}"/>
                </a:ext>
              </a:extLst>
            </p:cNvPr>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5419;p67">
              <a:extLst>
                <a:ext uri="{FF2B5EF4-FFF2-40B4-BE49-F238E27FC236}">
                  <a16:creationId xmlns:a16="http://schemas.microsoft.com/office/drawing/2014/main" id="{6A0D9F34-CAFF-4A24-B171-AC576718A158}"/>
                </a:ext>
              </a:extLst>
            </p:cNvPr>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5420;p67">
              <a:extLst>
                <a:ext uri="{FF2B5EF4-FFF2-40B4-BE49-F238E27FC236}">
                  <a16:creationId xmlns:a16="http://schemas.microsoft.com/office/drawing/2014/main" id="{59602ED7-C11E-4F53-95F5-5DAD31BAE7A2}"/>
                </a:ext>
              </a:extLst>
            </p:cNvPr>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5421;p67">
              <a:extLst>
                <a:ext uri="{FF2B5EF4-FFF2-40B4-BE49-F238E27FC236}">
                  <a16:creationId xmlns:a16="http://schemas.microsoft.com/office/drawing/2014/main" id="{937DD2F2-8F6E-44B4-ADEE-ABD5EEFAE42D}"/>
                </a:ext>
              </a:extLst>
            </p:cNvPr>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5422;p67">
              <a:extLst>
                <a:ext uri="{FF2B5EF4-FFF2-40B4-BE49-F238E27FC236}">
                  <a16:creationId xmlns:a16="http://schemas.microsoft.com/office/drawing/2014/main" id="{7C25E24C-D71F-4AC5-A24C-4AB2307DF6B8}"/>
                </a:ext>
              </a:extLst>
            </p:cNvPr>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solidFill>
                <a:schemeClr val="bg1">
                  <a:lumMod val="2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58037190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Заголовок 14">
            <a:extLst>
              <a:ext uri="{FF2B5EF4-FFF2-40B4-BE49-F238E27FC236}">
                <a16:creationId xmlns:a16="http://schemas.microsoft.com/office/drawing/2014/main" id="{B79670A9-CA53-4896-B293-58DE2CEDEA79}"/>
              </a:ext>
            </a:extLst>
          </p:cNvPr>
          <p:cNvSpPr>
            <a:spLocks noGrp="1"/>
          </p:cNvSpPr>
          <p:nvPr>
            <p:ph type="title"/>
          </p:nvPr>
        </p:nvSpPr>
        <p:spPr/>
        <p:txBody>
          <a:bodyPr/>
          <a:lstStyle/>
          <a:p>
            <a:r>
              <a:rPr lang="ru-RU" dirty="0">
                <a:latin typeface="Bahnschrift SemiBold" panose="020B0502040204020203" pitchFamily="34" charset="0"/>
              </a:rPr>
              <a:t>Алгоритм обучения</a:t>
            </a:r>
          </a:p>
        </p:txBody>
      </p:sp>
      <p:sp>
        <p:nvSpPr>
          <p:cNvPr id="16" name="Подзаголовок 15">
            <a:extLst>
              <a:ext uri="{FF2B5EF4-FFF2-40B4-BE49-F238E27FC236}">
                <a16:creationId xmlns:a16="http://schemas.microsoft.com/office/drawing/2014/main" id="{494FB8BD-8BAB-425B-82FA-A0B130BF184D}"/>
              </a:ext>
            </a:extLst>
          </p:cNvPr>
          <p:cNvSpPr>
            <a:spLocks noGrp="1"/>
          </p:cNvSpPr>
          <p:nvPr>
            <p:ph type="subTitle" idx="1"/>
          </p:nvPr>
        </p:nvSpPr>
        <p:spPr/>
        <p:txBody>
          <a:bodyPr/>
          <a:lstStyle/>
          <a:p>
            <a:r>
              <a:rPr lang="ru-RU" sz="1800" dirty="0">
                <a:latin typeface="Bahnschrift SemiBold" panose="020B0502040204020203" pitchFamily="34" charset="0"/>
              </a:rPr>
              <a:t>Синтетические взаимодействия</a:t>
            </a:r>
          </a:p>
        </p:txBody>
      </p:sp>
      <p:sp>
        <p:nvSpPr>
          <p:cNvPr id="17" name="Подзаголовок 16">
            <a:extLst>
              <a:ext uri="{FF2B5EF4-FFF2-40B4-BE49-F238E27FC236}">
                <a16:creationId xmlns:a16="http://schemas.microsoft.com/office/drawing/2014/main" id="{80AF280D-943A-485A-B1D6-8D96BD10E922}"/>
              </a:ext>
            </a:extLst>
          </p:cNvPr>
          <p:cNvSpPr>
            <a:spLocks noGrp="1"/>
          </p:cNvSpPr>
          <p:nvPr>
            <p:ph type="subTitle" idx="2"/>
          </p:nvPr>
        </p:nvSpPr>
        <p:spPr/>
        <p:txBody>
          <a:bodyPr/>
          <a:lstStyle/>
          <a:p>
            <a:r>
              <a:rPr lang="ru-RU" sz="1800" dirty="0">
                <a:latin typeface="Bahnschrift SemiBold" panose="020B0502040204020203" pitchFamily="34" charset="0"/>
              </a:rPr>
              <a:t>Кодирование признаков товаров</a:t>
            </a:r>
          </a:p>
        </p:txBody>
      </p:sp>
      <p:sp>
        <p:nvSpPr>
          <p:cNvPr id="18" name="Подзаголовок 17">
            <a:extLst>
              <a:ext uri="{FF2B5EF4-FFF2-40B4-BE49-F238E27FC236}">
                <a16:creationId xmlns:a16="http://schemas.microsoft.com/office/drawing/2014/main" id="{317B6DDE-1A00-469B-8939-88A865BF047E}"/>
              </a:ext>
            </a:extLst>
          </p:cNvPr>
          <p:cNvSpPr>
            <a:spLocks noGrp="1"/>
          </p:cNvSpPr>
          <p:nvPr>
            <p:ph type="subTitle" idx="3"/>
          </p:nvPr>
        </p:nvSpPr>
        <p:spPr>
          <a:xfrm>
            <a:off x="1253225" y="3769217"/>
            <a:ext cx="2811000" cy="1038600"/>
          </a:xfrm>
        </p:spPr>
        <p:txBody>
          <a:bodyPr/>
          <a:lstStyle/>
          <a:p>
            <a:r>
              <a:rPr lang="ru-RU" sz="1800" dirty="0">
                <a:latin typeface="Bahnschrift SemiBold" panose="020B0502040204020203" pitchFamily="34" charset="0"/>
              </a:rPr>
              <a:t>Обучение модели</a:t>
            </a:r>
          </a:p>
        </p:txBody>
      </p:sp>
      <p:sp>
        <p:nvSpPr>
          <p:cNvPr id="19" name="Подзаголовок 18">
            <a:extLst>
              <a:ext uri="{FF2B5EF4-FFF2-40B4-BE49-F238E27FC236}">
                <a16:creationId xmlns:a16="http://schemas.microsoft.com/office/drawing/2014/main" id="{43833E9F-B2F9-49F3-B893-73001620F412}"/>
              </a:ext>
            </a:extLst>
          </p:cNvPr>
          <p:cNvSpPr>
            <a:spLocks noGrp="1"/>
          </p:cNvSpPr>
          <p:nvPr>
            <p:ph type="subTitle" idx="4"/>
          </p:nvPr>
        </p:nvSpPr>
        <p:spPr>
          <a:xfrm>
            <a:off x="5079776" y="3769217"/>
            <a:ext cx="2811000" cy="1038600"/>
          </a:xfrm>
        </p:spPr>
        <p:txBody>
          <a:bodyPr/>
          <a:lstStyle/>
          <a:p>
            <a:r>
              <a:rPr lang="ru-RU" sz="1800" dirty="0">
                <a:latin typeface="Bahnschrift SemiBold" panose="020B0502040204020203" pitchFamily="34" charset="0"/>
              </a:rPr>
              <a:t>Сохранение базовой модели</a:t>
            </a:r>
          </a:p>
        </p:txBody>
      </p:sp>
      <p:sp>
        <p:nvSpPr>
          <p:cNvPr id="20" name="Подзаголовок 19">
            <a:extLst>
              <a:ext uri="{FF2B5EF4-FFF2-40B4-BE49-F238E27FC236}">
                <a16:creationId xmlns:a16="http://schemas.microsoft.com/office/drawing/2014/main" id="{08D603B9-23A0-4B49-B2F1-45FFB2A5EDF8}"/>
              </a:ext>
            </a:extLst>
          </p:cNvPr>
          <p:cNvSpPr>
            <a:spLocks noGrp="1"/>
          </p:cNvSpPr>
          <p:nvPr>
            <p:ph type="subTitle" idx="5"/>
          </p:nvPr>
        </p:nvSpPr>
        <p:spPr/>
        <p:txBody>
          <a:bodyPr/>
          <a:lstStyle/>
          <a:p>
            <a:r>
              <a:rPr lang="ru-RU" sz="3000" dirty="0"/>
              <a:t>07</a:t>
            </a:r>
          </a:p>
        </p:txBody>
      </p:sp>
      <p:sp>
        <p:nvSpPr>
          <p:cNvPr id="21" name="Подзаголовок 20">
            <a:extLst>
              <a:ext uri="{FF2B5EF4-FFF2-40B4-BE49-F238E27FC236}">
                <a16:creationId xmlns:a16="http://schemas.microsoft.com/office/drawing/2014/main" id="{8F330951-AC62-4854-939D-55302DABF29C}"/>
              </a:ext>
            </a:extLst>
          </p:cNvPr>
          <p:cNvSpPr>
            <a:spLocks noGrp="1"/>
          </p:cNvSpPr>
          <p:nvPr>
            <p:ph type="subTitle" idx="6"/>
          </p:nvPr>
        </p:nvSpPr>
        <p:spPr>
          <a:xfrm>
            <a:off x="1253225" y="3079042"/>
            <a:ext cx="2811000" cy="697800"/>
          </a:xfrm>
        </p:spPr>
        <p:txBody>
          <a:bodyPr/>
          <a:lstStyle/>
          <a:p>
            <a:r>
              <a:rPr lang="ru-RU" sz="3000" dirty="0"/>
              <a:t>09</a:t>
            </a:r>
          </a:p>
        </p:txBody>
      </p:sp>
      <p:sp>
        <p:nvSpPr>
          <p:cNvPr id="22" name="Подзаголовок 21">
            <a:extLst>
              <a:ext uri="{FF2B5EF4-FFF2-40B4-BE49-F238E27FC236}">
                <a16:creationId xmlns:a16="http://schemas.microsoft.com/office/drawing/2014/main" id="{313E3836-2A74-474B-8A30-5F31BDF29944}"/>
              </a:ext>
            </a:extLst>
          </p:cNvPr>
          <p:cNvSpPr>
            <a:spLocks noGrp="1"/>
          </p:cNvSpPr>
          <p:nvPr>
            <p:ph type="subTitle" idx="7"/>
          </p:nvPr>
        </p:nvSpPr>
        <p:spPr/>
        <p:txBody>
          <a:bodyPr/>
          <a:lstStyle/>
          <a:p>
            <a:r>
              <a:rPr lang="ru-RU" sz="3000" dirty="0"/>
              <a:t>08</a:t>
            </a:r>
          </a:p>
        </p:txBody>
      </p:sp>
      <p:sp>
        <p:nvSpPr>
          <p:cNvPr id="23" name="Подзаголовок 22">
            <a:extLst>
              <a:ext uri="{FF2B5EF4-FFF2-40B4-BE49-F238E27FC236}">
                <a16:creationId xmlns:a16="http://schemas.microsoft.com/office/drawing/2014/main" id="{F1C605B7-C335-4BF6-AC6E-FF07F01069FE}"/>
              </a:ext>
            </a:extLst>
          </p:cNvPr>
          <p:cNvSpPr>
            <a:spLocks noGrp="1"/>
          </p:cNvSpPr>
          <p:nvPr>
            <p:ph type="subTitle" idx="8"/>
          </p:nvPr>
        </p:nvSpPr>
        <p:spPr>
          <a:xfrm>
            <a:off x="5079750" y="3079042"/>
            <a:ext cx="2811000" cy="697800"/>
          </a:xfrm>
        </p:spPr>
        <p:txBody>
          <a:bodyPr/>
          <a:lstStyle/>
          <a:p>
            <a:r>
              <a:rPr lang="ru-RU" sz="3000" dirty="0"/>
              <a:t>10</a:t>
            </a:r>
          </a:p>
        </p:txBody>
      </p:sp>
      <p:grpSp>
        <p:nvGrpSpPr>
          <p:cNvPr id="26" name="Google Shape;10000;p63">
            <a:extLst>
              <a:ext uri="{FF2B5EF4-FFF2-40B4-BE49-F238E27FC236}">
                <a16:creationId xmlns:a16="http://schemas.microsoft.com/office/drawing/2014/main" id="{41A60894-0E93-4F49-9E0B-65CD5B4F4DB2}"/>
              </a:ext>
            </a:extLst>
          </p:cNvPr>
          <p:cNvGrpSpPr/>
          <p:nvPr/>
        </p:nvGrpSpPr>
        <p:grpSpPr>
          <a:xfrm>
            <a:off x="2213701" y="1330441"/>
            <a:ext cx="703119" cy="712628"/>
            <a:chOff x="7980773" y="2428802"/>
            <a:chExt cx="353381" cy="358160"/>
          </a:xfrm>
        </p:grpSpPr>
        <p:sp>
          <p:nvSpPr>
            <p:cNvPr id="27" name="Google Shape;10001;p63">
              <a:extLst>
                <a:ext uri="{FF2B5EF4-FFF2-40B4-BE49-F238E27FC236}">
                  <a16:creationId xmlns:a16="http://schemas.microsoft.com/office/drawing/2014/main" id="{5475B54E-481C-4EA3-83B1-066B343D6353}"/>
                </a:ext>
              </a:extLst>
            </p:cNvPr>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0002;p63">
              <a:extLst>
                <a:ext uri="{FF2B5EF4-FFF2-40B4-BE49-F238E27FC236}">
                  <a16:creationId xmlns:a16="http://schemas.microsoft.com/office/drawing/2014/main" id="{944AA56E-D931-4942-8320-7F15C2A55861}"/>
                </a:ext>
              </a:extLst>
            </p:cNvPr>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0003;p63">
              <a:extLst>
                <a:ext uri="{FF2B5EF4-FFF2-40B4-BE49-F238E27FC236}">
                  <a16:creationId xmlns:a16="http://schemas.microsoft.com/office/drawing/2014/main" id="{02AF8833-CBFB-4A9A-9C85-292BA8EF2A7B}"/>
                </a:ext>
              </a:extLst>
            </p:cNvPr>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0004;p63">
              <a:extLst>
                <a:ext uri="{FF2B5EF4-FFF2-40B4-BE49-F238E27FC236}">
                  <a16:creationId xmlns:a16="http://schemas.microsoft.com/office/drawing/2014/main" id="{AF83FBC0-9C7A-4BED-9549-92A5ACA95888}"/>
                </a:ext>
              </a:extLst>
            </p:cNvPr>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0005;p63">
              <a:extLst>
                <a:ext uri="{FF2B5EF4-FFF2-40B4-BE49-F238E27FC236}">
                  <a16:creationId xmlns:a16="http://schemas.microsoft.com/office/drawing/2014/main" id="{F8F978B4-26E6-4453-8BDE-B57144857F4B}"/>
                </a:ext>
              </a:extLst>
            </p:cNvPr>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006;p63">
              <a:extLst>
                <a:ext uri="{FF2B5EF4-FFF2-40B4-BE49-F238E27FC236}">
                  <a16:creationId xmlns:a16="http://schemas.microsoft.com/office/drawing/2014/main" id="{FCE25962-8077-46D6-B211-8484B232CD30}"/>
                </a:ext>
              </a:extLst>
            </p:cNvPr>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0007;p63">
              <a:extLst>
                <a:ext uri="{FF2B5EF4-FFF2-40B4-BE49-F238E27FC236}">
                  <a16:creationId xmlns:a16="http://schemas.microsoft.com/office/drawing/2014/main" id="{307E6554-2608-4F1D-BC01-E2E2961F264D}"/>
                </a:ext>
              </a:extLst>
            </p:cNvPr>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0008;p63">
              <a:extLst>
                <a:ext uri="{FF2B5EF4-FFF2-40B4-BE49-F238E27FC236}">
                  <a16:creationId xmlns:a16="http://schemas.microsoft.com/office/drawing/2014/main" id="{DE322E54-6F03-422A-BEFD-D19572CA9CCE}"/>
                </a:ext>
              </a:extLst>
            </p:cNvPr>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009;p63">
              <a:extLst>
                <a:ext uri="{FF2B5EF4-FFF2-40B4-BE49-F238E27FC236}">
                  <a16:creationId xmlns:a16="http://schemas.microsoft.com/office/drawing/2014/main" id="{68752B46-5350-4C92-ACDF-88749E431AA0}"/>
                </a:ext>
              </a:extLst>
            </p:cNvPr>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010;p63">
              <a:extLst>
                <a:ext uri="{FF2B5EF4-FFF2-40B4-BE49-F238E27FC236}">
                  <a16:creationId xmlns:a16="http://schemas.microsoft.com/office/drawing/2014/main" id="{ABF40775-CEBD-4270-8E21-650A74777BC8}"/>
                </a:ext>
              </a:extLst>
            </p:cNvPr>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011;p63">
              <a:extLst>
                <a:ext uri="{FF2B5EF4-FFF2-40B4-BE49-F238E27FC236}">
                  <a16:creationId xmlns:a16="http://schemas.microsoft.com/office/drawing/2014/main" id="{528D97EA-5D93-495A-A23A-E40186AA8A2E}"/>
                </a:ext>
              </a:extLst>
            </p:cNvPr>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012;p63">
              <a:extLst>
                <a:ext uri="{FF2B5EF4-FFF2-40B4-BE49-F238E27FC236}">
                  <a16:creationId xmlns:a16="http://schemas.microsoft.com/office/drawing/2014/main" id="{77F5FA9B-526F-4395-A4CF-D8AAA7ACF3E9}"/>
                </a:ext>
              </a:extLst>
            </p:cNvPr>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013;p63">
              <a:extLst>
                <a:ext uri="{FF2B5EF4-FFF2-40B4-BE49-F238E27FC236}">
                  <a16:creationId xmlns:a16="http://schemas.microsoft.com/office/drawing/2014/main" id="{EA2EF66C-6248-4F63-91EE-90C2551C64B2}"/>
                </a:ext>
              </a:extLst>
            </p:cNvPr>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014;p63">
              <a:extLst>
                <a:ext uri="{FF2B5EF4-FFF2-40B4-BE49-F238E27FC236}">
                  <a16:creationId xmlns:a16="http://schemas.microsoft.com/office/drawing/2014/main" id="{2889202E-96A7-4072-9CB2-AF1001736258}"/>
                </a:ext>
              </a:extLst>
            </p:cNvPr>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015;p63">
              <a:extLst>
                <a:ext uri="{FF2B5EF4-FFF2-40B4-BE49-F238E27FC236}">
                  <a16:creationId xmlns:a16="http://schemas.microsoft.com/office/drawing/2014/main" id="{E4C9FC18-D0CB-47B4-BF8B-B159A64D300D}"/>
                </a:ext>
              </a:extLst>
            </p:cNvPr>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016;p63">
              <a:extLst>
                <a:ext uri="{FF2B5EF4-FFF2-40B4-BE49-F238E27FC236}">
                  <a16:creationId xmlns:a16="http://schemas.microsoft.com/office/drawing/2014/main" id="{24D13B4D-6217-4E64-BE70-B42F504AAC16}"/>
                </a:ext>
              </a:extLst>
            </p:cNvPr>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017;p63">
              <a:extLst>
                <a:ext uri="{FF2B5EF4-FFF2-40B4-BE49-F238E27FC236}">
                  <a16:creationId xmlns:a16="http://schemas.microsoft.com/office/drawing/2014/main" id="{A9B90E64-18A4-41A8-ADF7-A346EC8128F8}"/>
                </a:ext>
              </a:extLst>
            </p:cNvPr>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18;p63">
              <a:extLst>
                <a:ext uri="{FF2B5EF4-FFF2-40B4-BE49-F238E27FC236}">
                  <a16:creationId xmlns:a16="http://schemas.microsoft.com/office/drawing/2014/main" id="{93AEEC62-009F-448B-A944-89C31E7C8577}"/>
                </a:ext>
              </a:extLst>
            </p:cNvPr>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019;p63">
              <a:extLst>
                <a:ext uri="{FF2B5EF4-FFF2-40B4-BE49-F238E27FC236}">
                  <a16:creationId xmlns:a16="http://schemas.microsoft.com/office/drawing/2014/main" id="{836782E9-83FB-48AA-9AB9-F3412568CE89}"/>
                </a:ext>
              </a:extLst>
            </p:cNvPr>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020;p63">
              <a:extLst>
                <a:ext uri="{FF2B5EF4-FFF2-40B4-BE49-F238E27FC236}">
                  <a16:creationId xmlns:a16="http://schemas.microsoft.com/office/drawing/2014/main" id="{1E214462-08EE-4B64-9992-C4EC06872633}"/>
                </a:ext>
              </a:extLst>
            </p:cNvPr>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021;p63">
              <a:extLst>
                <a:ext uri="{FF2B5EF4-FFF2-40B4-BE49-F238E27FC236}">
                  <a16:creationId xmlns:a16="http://schemas.microsoft.com/office/drawing/2014/main" id="{C5E752CD-7B8B-446B-9159-E8BA538912AE}"/>
                </a:ext>
              </a:extLst>
            </p:cNvPr>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022;p63">
              <a:extLst>
                <a:ext uri="{FF2B5EF4-FFF2-40B4-BE49-F238E27FC236}">
                  <a16:creationId xmlns:a16="http://schemas.microsoft.com/office/drawing/2014/main" id="{AE071CC2-8CD9-42EE-A97F-7E3FA1EA24D2}"/>
                </a:ext>
              </a:extLst>
            </p:cNvPr>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023;p63">
              <a:extLst>
                <a:ext uri="{FF2B5EF4-FFF2-40B4-BE49-F238E27FC236}">
                  <a16:creationId xmlns:a16="http://schemas.microsoft.com/office/drawing/2014/main" id="{5F7E8830-EF4A-4CDF-AA22-5B5706EA1393}"/>
                </a:ext>
              </a:extLst>
            </p:cNvPr>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024;p63">
              <a:extLst>
                <a:ext uri="{FF2B5EF4-FFF2-40B4-BE49-F238E27FC236}">
                  <a16:creationId xmlns:a16="http://schemas.microsoft.com/office/drawing/2014/main" id="{18578984-3DDC-468C-844D-66CA32C8E79C}"/>
                </a:ext>
              </a:extLst>
            </p:cNvPr>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025;p63">
              <a:extLst>
                <a:ext uri="{FF2B5EF4-FFF2-40B4-BE49-F238E27FC236}">
                  <a16:creationId xmlns:a16="http://schemas.microsoft.com/office/drawing/2014/main" id="{35D0CFC9-D00F-49B1-B260-52210458F265}"/>
                </a:ext>
              </a:extLst>
            </p:cNvPr>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026;p63">
              <a:extLst>
                <a:ext uri="{FF2B5EF4-FFF2-40B4-BE49-F238E27FC236}">
                  <a16:creationId xmlns:a16="http://schemas.microsoft.com/office/drawing/2014/main" id="{651EC6C2-9431-4130-8216-5922D2175D56}"/>
                </a:ext>
              </a:extLst>
            </p:cNvPr>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027;p63">
              <a:extLst>
                <a:ext uri="{FF2B5EF4-FFF2-40B4-BE49-F238E27FC236}">
                  <a16:creationId xmlns:a16="http://schemas.microsoft.com/office/drawing/2014/main" id="{9460BAC6-0090-462C-AC8C-36DBEAAE6E97}"/>
                </a:ext>
              </a:extLst>
            </p:cNvPr>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028;p63">
              <a:extLst>
                <a:ext uri="{FF2B5EF4-FFF2-40B4-BE49-F238E27FC236}">
                  <a16:creationId xmlns:a16="http://schemas.microsoft.com/office/drawing/2014/main" id="{2647D3B9-C255-4E9F-ACC1-70C18E90BB55}"/>
                </a:ext>
              </a:extLst>
            </p:cNvPr>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029;p63">
              <a:extLst>
                <a:ext uri="{FF2B5EF4-FFF2-40B4-BE49-F238E27FC236}">
                  <a16:creationId xmlns:a16="http://schemas.microsoft.com/office/drawing/2014/main" id="{F87FA191-4157-4361-B14C-B5B2DAB7EA2E}"/>
                </a:ext>
              </a:extLst>
            </p:cNvPr>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030;p63">
              <a:extLst>
                <a:ext uri="{FF2B5EF4-FFF2-40B4-BE49-F238E27FC236}">
                  <a16:creationId xmlns:a16="http://schemas.microsoft.com/office/drawing/2014/main" id="{5863170E-1FD9-4DD0-A0B4-91C8B2E40041}"/>
                </a:ext>
              </a:extLst>
            </p:cNvPr>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solidFill>
                <a:schemeClr val="tx1">
                  <a:lumMod val="60000"/>
                  <a:lumOff val="40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 name="Google Shape;10505;p64">
            <a:extLst>
              <a:ext uri="{FF2B5EF4-FFF2-40B4-BE49-F238E27FC236}">
                <a16:creationId xmlns:a16="http://schemas.microsoft.com/office/drawing/2014/main" id="{34540221-266D-4C1D-932C-E83BD3DC8646}"/>
              </a:ext>
            </a:extLst>
          </p:cNvPr>
          <p:cNvGrpSpPr/>
          <p:nvPr/>
        </p:nvGrpSpPr>
        <p:grpSpPr>
          <a:xfrm>
            <a:off x="6119786" y="1334401"/>
            <a:ext cx="776030" cy="697799"/>
            <a:chOff x="2635237" y="2431780"/>
            <a:chExt cx="359232" cy="323018"/>
          </a:xfrm>
        </p:grpSpPr>
        <p:sp>
          <p:nvSpPr>
            <p:cNvPr id="58" name="Google Shape;10506;p64">
              <a:extLst>
                <a:ext uri="{FF2B5EF4-FFF2-40B4-BE49-F238E27FC236}">
                  <a16:creationId xmlns:a16="http://schemas.microsoft.com/office/drawing/2014/main" id="{745DC102-7520-4EA7-BD40-56E8410D6461}"/>
                </a:ext>
              </a:extLst>
            </p:cNvPr>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507;p64">
              <a:extLst>
                <a:ext uri="{FF2B5EF4-FFF2-40B4-BE49-F238E27FC236}">
                  <a16:creationId xmlns:a16="http://schemas.microsoft.com/office/drawing/2014/main" id="{1244C58E-5C06-4D95-AE85-5F69DE381D0A}"/>
                </a:ext>
              </a:extLst>
            </p:cNvPr>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508;p64">
              <a:extLst>
                <a:ext uri="{FF2B5EF4-FFF2-40B4-BE49-F238E27FC236}">
                  <a16:creationId xmlns:a16="http://schemas.microsoft.com/office/drawing/2014/main" id="{F1393D54-1D7A-48AE-9BFF-43D1C62DCB90}"/>
                </a:ext>
              </a:extLst>
            </p:cNvPr>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509;p64">
              <a:extLst>
                <a:ext uri="{FF2B5EF4-FFF2-40B4-BE49-F238E27FC236}">
                  <a16:creationId xmlns:a16="http://schemas.microsoft.com/office/drawing/2014/main" id="{58E4B1B2-B96C-49B4-8395-A3DB4005C99D}"/>
                </a:ext>
              </a:extLst>
            </p:cNvPr>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510;p64">
              <a:extLst>
                <a:ext uri="{FF2B5EF4-FFF2-40B4-BE49-F238E27FC236}">
                  <a16:creationId xmlns:a16="http://schemas.microsoft.com/office/drawing/2014/main" id="{A499F185-7EA7-4F9E-9833-41ABA38B461A}"/>
                </a:ext>
              </a:extLst>
            </p:cNvPr>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511;p64">
              <a:extLst>
                <a:ext uri="{FF2B5EF4-FFF2-40B4-BE49-F238E27FC236}">
                  <a16:creationId xmlns:a16="http://schemas.microsoft.com/office/drawing/2014/main" id="{ADCB9662-81A7-41A4-8E50-8D5B7B624D6A}"/>
                </a:ext>
              </a:extLst>
            </p:cNvPr>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512;p64">
              <a:extLst>
                <a:ext uri="{FF2B5EF4-FFF2-40B4-BE49-F238E27FC236}">
                  <a16:creationId xmlns:a16="http://schemas.microsoft.com/office/drawing/2014/main" id="{84C3651D-FF55-4F4E-8631-E493F9CAD4AB}"/>
                </a:ext>
              </a:extLst>
            </p:cNvPr>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513;p64">
              <a:extLst>
                <a:ext uri="{FF2B5EF4-FFF2-40B4-BE49-F238E27FC236}">
                  <a16:creationId xmlns:a16="http://schemas.microsoft.com/office/drawing/2014/main" id="{82A2861D-3475-4686-A3D9-08675A40232A}"/>
                </a:ext>
              </a:extLst>
            </p:cNvPr>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514;p64">
              <a:extLst>
                <a:ext uri="{FF2B5EF4-FFF2-40B4-BE49-F238E27FC236}">
                  <a16:creationId xmlns:a16="http://schemas.microsoft.com/office/drawing/2014/main" id="{01223E21-B931-4CB0-BFFF-46DD56872D75}"/>
                </a:ext>
              </a:extLst>
            </p:cNvPr>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515;p64">
              <a:extLst>
                <a:ext uri="{FF2B5EF4-FFF2-40B4-BE49-F238E27FC236}">
                  <a16:creationId xmlns:a16="http://schemas.microsoft.com/office/drawing/2014/main" id="{D3068A08-78A6-4E06-A82F-F6BA90827219}"/>
                </a:ext>
              </a:extLst>
            </p:cNvPr>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516;p64">
              <a:extLst>
                <a:ext uri="{FF2B5EF4-FFF2-40B4-BE49-F238E27FC236}">
                  <a16:creationId xmlns:a16="http://schemas.microsoft.com/office/drawing/2014/main" id="{ECE1FE30-B5C2-40BA-A8EF-5FFD183BA866}"/>
                </a:ext>
              </a:extLst>
            </p:cNvPr>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517;p64">
              <a:extLst>
                <a:ext uri="{FF2B5EF4-FFF2-40B4-BE49-F238E27FC236}">
                  <a16:creationId xmlns:a16="http://schemas.microsoft.com/office/drawing/2014/main" id="{33BF196E-0505-4D45-B5DE-0F3AFA02F916}"/>
                </a:ext>
              </a:extLst>
            </p:cNvPr>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518;p64">
              <a:extLst>
                <a:ext uri="{FF2B5EF4-FFF2-40B4-BE49-F238E27FC236}">
                  <a16:creationId xmlns:a16="http://schemas.microsoft.com/office/drawing/2014/main" id="{506F7000-6A4E-423B-A5D0-5989C41FA1CA}"/>
                </a:ext>
              </a:extLst>
            </p:cNvPr>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519;p64">
              <a:extLst>
                <a:ext uri="{FF2B5EF4-FFF2-40B4-BE49-F238E27FC236}">
                  <a16:creationId xmlns:a16="http://schemas.microsoft.com/office/drawing/2014/main" id="{7BA17DC3-15CB-4496-ABD0-D7036C780E60}"/>
                </a:ext>
              </a:extLst>
            </p:cNvPr>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520;p64">
              <a:extLst>
                <a:ext uri="{FF2B5EF4-FFF2-40B4-BE49-F238E27FC236}">
                  <a16:creationId xmlns:a16="http://schemas.microsoft.com/office/drawing/2014/main" id="{C3768E19-E137-40C8-B87B-5A4D309D69E1}"/>
                </a:ext>
              </a:extLst>
            </p:cNvPr>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 name="Google Shape;12700;p65">
            <a:extLst>
              <a:ext uri="{FF2B5EF4-FFF2-40B4-BE49-F238E27FC236}">
                <a16:creationId xmlns:a16="http://schemas.microsoft.com/office/drawing/2014/main" id="{40D155AC-2C62-4130-B6A2-FA2F1394EF24}"/>
              </a:ext>
            </a:extLst>
          </p:cNvPr>
          <p:cNvGrpSpPr/>
          <p:nvPr/>
        </p:nvGrpSpPr>
        <p:grpSpPr>
          <a:xfrm>
            <a:off x="2126632" y="3146358"/>
            <a:ext cx="720142" cy="568800"/>
            <a:chOff x="3506590" y="3833812"/>
            <a:chExt cx="396796" cy="313407"/>
          </a:xfrm>
        </p:grpSpPr>
        <p:sp>
          <p:nvSpPr>
            <p:cNvPr id="74" name="Google Shape;12701;p65">
              <a:extLst>
                <a:ext uri="{FF2B5EF4-FFF2-40B4-BE49-F238E27FC236}">
                  <a16:creationId xmlns:a16="http://schemas.microsoft.com/office/drawing/2014/main" id="{736699E3-08E3-4DB4-8193-50EC34E0D260}"/>
                </a:ext>
              </a:extLst>
            </p:cNvPr>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2702;p65">
              <a:extLst>
                <a:ext uri="{FF2B5EF4-FFF2-40B4-BE49-F238E27FC236}">
                  <a16:creationId xmlns:a16="http://schemas.microsoft.com/office/drawing/2014/main" id="{313E63B9-DE6F-41B1-90AF-24D2CD6CF77D}"/>
                </a:ext>
              </a:extLst>
            </p:cNvPr>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2703;p65">
              <a:extLst>
                <a:ext uri="{FF2B5EF4-FFF2-40B4-BE49-F238E27FC236}">
                  <a16:creationId xmlns:a16="http://schemas.microsoft.com/office/drawing/2014/main" id="{3ED964B1-F758-44F3-9DD3-9540B3BFE3F6}"/>
                </a:ext>
              </a:extLst>
            </p:cNvPr>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 name="Google Shape;10957;p64">
            <a:extLst>
              <a:ext uri="{FF2B5EF4-FFF2-40B4-BE49-F238E27FC236}">
                <a16:creationId xmlns:a16="http://schemas.microsoft.com/office/drawing/2014/main" id="{2053685C-EE59-4A36-A947-7296D243BB32}"/>
              </a:ext>
            </a:extLst>
          </p:cNvPr>
          <p:cNvGrpSpPr/>
          <p:nvPr/>
        </p:nvGrpSpPr>
        <p:grpSpPr>
          <a:xfrm>
            <a:off x="6119786" y="2983007"/>
            <a:ext cx="760267" cy="693822"/>
            <a:chOff x="3531026" y="1977314"/>
            <a:chExt cx="359232" cy="327836"/>
          </a:xfrm>
        </p:grpSpPr>
        <p:sp>
          <p:nvSpPr>
            <p:cNvPr id="78" name="Google Shape;10958;p64">
              <a:extLst>
                <a:ext uri="{FF2B5EF4-FFF2-40B4-BE49-F238E27FC236}">
                  <a16:creationId xmlns:a16="http://schemas.microsoft.com/office/drawing/2014/main" id="{654CA503-E13D-4714-B1A9-E5100E0FD5EB}"/>
                </a:ext>
              </a:extLst>
            </p:cNvPr>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959;p64">
              <a:extLst>
                <a:ext uri="{FF2B5EF4-FFF2-40B4-BE49-F238E27FC236}">
                  <a16:creationId xmlns:a16="http://schemas.microsoft.com/office/drawing/2014/main" id="{BB46D1B2-2C39-4F29-A39B-4AE0A1443013}"/>
                </a:ext>
              </a:extLst>
            </p:cNvPr>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960;p64">
              <a:extLst>
                <a:ext uri="{FF2B5EF4-FFF2-40B4-BE49-F238E27FC236}">
                  <a16:creationId xmlns:a16="http://schemas.microsoft.com/office/drawing/2014/main" id="{D5D7A430-E39E-4237-9EA2-BBAF9698A1AE}"/>
                </a:ext>
              </a:extLst>
            </p:cNvPr>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961;p64">
              <a:extLst>
                <a:ext uri="{FF2B5EF4-FFF2-40B4-BE49-F238E27FC236}">
                  <a16:creationId xmlns:a16="http://schemas.microsoft.com/office/drawing/2014/main" id="{08EF6849-1EF3-415F-BA0B-F3BE02FCEAE2}"/>
                </a:ext>
              </a:extLst>
            </p:cNvPr>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962;p64">
              <a:extLst>
                <a:ext uri="{FF2B5EF4-FFF2-40B4-BE49-F238E27FC236}">
                  <a16:creationId xmlns:a16="http://schemas.microsoft.com/office/drawing/2014/main" id="{34370472-C0D9-4256-A469-DEC229C3CA36}"/>
                </a:ext>
              </a:extLst>
            </p:cNvPr>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963;p64">
              <a:extLst>
                <a:ext uri="{FF2B5EF4-FFF2-40B4-BE49-F238E27FC236}">
                  <a16:creationId xmlns:a16="http://schemas.microsoft.com/office/drawing/2014/main" id="{6E654D00-39E8-456E-ABE6-2FC897EDDDAE}"/>
                </a:ext>
              </a:extLst>
            </p:cNvPr>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964;p64">
              <a:extLst>
                <a:ext uri="{FF2B5EF4-FFF2-40B4-BE49-F238E27FC236}">
                  <a16:creationId xmlns:a16="http://schemas.microsoft.com/office/drawing/2014/main" id="{7903F032-CAFB-4CB3-8AE2-36D5217F54B5}"/>
                </a:ext>
              </a:extLst>
            </p:cNvPr>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965;p64">
              <a:extLst>
                <a:ext uri="{FF2B5EF4-FFF2-40B4-BE49-F238E27FC236}">
                  <a16:creationId xmlns:a16="http://schemas.microsoft.com/office/drawing/2014/main" id="{43AC0A4E-FAB3-46CE-AADD-170D6D8EAEF1}"/>
                </a:ext>
              </a:extLst>
            </p:cNvPr>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966;p64">
              <a:extLst>
                <a:ext uri="{FF2B5EF4-FFF2-40B4-BE49-F238E27FC236}">
                  <a16:creationId xmlns:a16="http://schemas.microsoft.com/office/drawing/2014/main" id="{10FB0403-D8AE-41DE-B4C4-FFA78E1F457F}"/>
                </a:ext>
              </a:extLst>
            </p:cNvPr>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967;p64">
              <a:extLst>
                <a:ext uri="{FF2B5EF4-FFF2-40B4-BE49-F238E27FC236}">
                  <a16:creationId xmlns:a16="http://schemas.microsoft.com/office/drawing/2014/main" id="{9253DEDA-3751-490F-AAF5-84AC94055CA8}"/>
                </a:ext>
              </a:extLst>
            </p:cNvPr>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67358985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39"/>
        <p:cNvGrpSpPr/>
        <p:nvPr/>
      </p:nvGrpSpPr>
      <p:grpSpPr>
        <a:xfrm>
          <a:off x="0" y="0"/>
          <a:ext cx="0" cy="0"/>
          <a:chOff x="0" y="0"/>
          <a:chExt cx="0" cy="0"/>
        </a:xfrm>
      </p:grpSpPr>
      <p:sp>
        <p:nvSpPr>
          <p:cNvPr id="940" name="Google Shape;940;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graphicFrame>
        <p:nvGraphicFramePr>
          <p:cNvPr id="941" name="Google Shape;941;p29"/>
          <p:cNvGraphicFramePr/>
          <p:nvPr/>
        </p:nvGraphicFramePr>
        <p:xfrm>
          <a:off x="720000" y="1614825"/>
          <a:ext cx="7704000" cy="2169150"/>
        </p:xfrm>
        <a:graphic>
          <a:graphicData uri="http://schemas.openxmlformats.org/drawingml/2006/table">
            <a:tbl>
              <a:tblPr>
                <a:noFill/>
                <a:tableStyleId>{49064342-CC3E-41E9-A069-EDB3E7D4C846}</a:tableStyleId>
              </a:tblPr>
              <a:tblGrid>
                <a:gridCol w="2619875">
                  <a:extLst>
                    <a:ext uri="{9D8B030D-6E8A-4147-A177-3AD203B41FA5}">
                      <a16:colId xmlns:a16="http://schemas.microsoft.com/office/drawing/2014/main" val="20000"/>
                    </a:ext>
                  </a:extLst>
                </a:gridCol>
                <a:gridCol w="508412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b="1" u="sng">
                          <a:solidFill>
                            <a:schemeClr val="hlink"/>
                          </a:solidFill>
                          <a:latin typeface="Lato"/>
                          <a:ea typeface="Lato"/>
                          <a:cs typeface="Lato"/>
                          <a:sym typeface="Lato"/>
                          <a:hlinkClick r:id="rId3" action="ppaction://hlinksldjump"/>
                        </a:rPr>
                        <a:t>Fonts</a:t>
                      </a:r>
                      <a:endParaRPr sz="1000" b="1" u="sng">
                        <a:solidFill>
                          <a:schemeClr val="dk1"/>
                        </a:solidFill>
                        <a:latin typeface="Lato"/>
                        <a:ea typeface="Lato"/>
                        <a:cs typeface="Lato"/>
                        <a:sym typeface="Lato"/>
                      </a:endParaRPr>
                    </a:p>
                  </a:txBody>
                  <a:tcPr marL="91425" marR="91425" marT="0" marB="0" anchor="ctr">
                    <a:lnL w="19050"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19050"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19050" cap="flat" cmpd="sng">
                      <a:solidFill>
                        <a:schemeClr val="accent4">
                          <a:alpha val="0"/>
                        </a:schemeClr>
                      </a:solidFill>
                      <a:prstDash val="dashDot"/>
                      <a:round/>
                      <a:headEnd type="none" w="sm" len="sm"/>
                      <a:tailEnd type="none" w="sm" len="sm"/>
                    </a:lnR>
                    <a:lnT w="19050"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b="1" u="sng">
                          <a:solidFill>
                            <a:schemeClr val="hlink"/>
                          </a:solidFill>
                          <a:latin typeface="Lato"/>
                          <a:ea typeface="Lato"/>
                          <a:cs typeface="Lato"/>
                          <a:sym typeface="Lato"/>
                          <a:hlinkClick r:id="rId4" action="ppaction://hlinksldjump"/>
                        </a:rPr>
                        <a:t>Used</a:t>
                      </a:r>
                      <a:r>
                        <a:rPr lang="en" sz="1000" b="1">
                          <a:solidFill>
                            <a:schemeClr val="dk1"/>
                          </a:solidFill>
                          <a:latin typeface="Lato"/>
                          <a:ea typeface="Lato"/>
                          <a:cs typeface="Lato"/>
                          <a:sym typeface="Lato"/>
                        </a:rPr>
                        <a:t> and </a:t>
                      </a:r>
                      <a:r>
                        <a:rPr lang="en" sz="1000" b="1" u="sng">
                          <a:solidFill>
                            <a:schemeClr val="hlink"/>
                          </a:solidFill>
                          <a:latin typeface="Lato"/>
                          <a:ea typeface="Lato"/>
                          <a:cs typeface="Lato"/>
                          <a:sym typeface="Lato"/>
                          <a:hlinkClick r:id="rId5" action="ppaction://hlinksldjump"/>
                        </a:rPr>
                        <a:t>alternative</a:t>
                      </a:r>
                      <a:r>
                        <a:rPr lang="en" sz="1000" b="1" u="sng">
                          <a:solidFill>
                            <a:schemeClr val="hlink"/>
                          </a:solidFill>
                          <a:latin typeface="Lato"/>
                          <a:ea typeface="Lato"/>
                          <a:cs typeface="Lato"/>
                          <a:sym typeface="Lato"/>
                          <a:hlinkClick r:id="rId5" action="ppaction://hlinksldjump"/>
                        </a:rPr>
                        <a:t> resources</a:t>
                      </a:r>
                      <a:endParaRPr sz="1000" b="1" u="sng">
                        <a:solidFill>
                          <a:schemeClr val="dk1"/>
                        </a:solidFill>
                        <a:latin typeface="Lato"/>
                        <a:ea typeface="Lato"/>
                        <a:cs typeface="Lato"/>
                        <a:sym typeface="Lato"/>
                      </a:endParaRPr>
                    </a:p>
                  </a:txBody>
                  <a:tcPr marL="91425" marR="91425" marT="0" marB="0" anchor="ctr">
                    <a:lnL w="19050"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marR="0" lvl="0" indent="0" algn="l" rtl="0">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19050"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b="1" u="sng">
                          <a:solidFill>
                            <a:schemeClr val="hlink"/>
                          </a:solidFill>
                          <a:latin typeface="Lato"/>
                          <a:ea typeface="Lato"/>
                          <a:cs typeface="Lato"/>
                          <a:sym typeface="Lato"/>
                          <a:hlinkClick r:id="rId6" action="ppaction://hlinksldjump"/>
                        </a:rPr>
                        <a:t>Thanks slide</a:t>
                      </a:r>
                      <a:endParaRPr sz="1000" b="1" u="sng">
                        <a:solidFill>
                          <a:schemeClr val="dk1"/>
                        </a:solidFill>
                        <a:latin typeface="Lato"/>
                        <a:ea typeface="Lato"/>
                        <a:cs typeface="Lato"/>
                        <a:sym typeface="Lato"/>
                      </a:endParaRPr>
                    </a:p>
                  </a:txBody>
                  <a:tcPr marL="91425" marR="91425" marT="0" marB="0" anchor="ctr">
                    <a:lnL w="19050"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19050"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b="1" u="sng">
                          <a:solidFill>
                            <a:schemeClr val="hlink"/>
                          </a:solidFill>
                          <a:latin typeface="Lato"/>
                          <a:ea typeface="Lato"/>
                          <a:cs typeface="Lato"/>
                          <a:sym typeface="Lato"/>
                          <a:hlinkClick r:id="rId3" action="ppaction://hlinksldjump"/>
                        </a:rPr>
                        <a:t>Colors</a:t>
                      </a:r>
                      <a:endParaRPr sz="1000" b="1" u="sng">
                        <a:solidFill>
                          <a:schemeClr val="dk1"/>
                        </a:solidFill>
                        <a:latin typeface="Lato"/>
                        <a:ea typeface="Lato"/>
                        <a:cs typeface="Lato"/>
                        <a:sym typeface="Lato"/>
                      </a:endParaRPr>
                    </a:p>
                  </a:txBody>
                  <a:tcPr marL="91425" marR="91425" marT="0" marB="0" anchor="ctr">
                    <a:lnL w="19050"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19050"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b="1" u="sng">
                          <a:solidFill>
                            <a:schemeClr val="hlink"/>
                          </a:solidFill>
                          <a:latin typeface="Lato"/>
                          <a:ea typeface="Lato"/>
                          <a:cs typeface="Lato"/>
                          <a:sym typeface="Lato"/>
                          <a:hlinkClick r:id="rId7" action="ppaction://hlinksldjump"/>
                        </a:rPr>
                        <a:t>Icons</a:t>
                      </a:r>
                      <a:r>
                        <a:rPr lang="en" sz="1000" b="1">
                          <a:solidFill>
                            <a:schemeClr val="dk1"/>
                          </a:solidFill>
                          <a:latin typeface="Lato"/>
                          <a:ea typeface="Lato"/>
                          <a:cs typeface="Lato"/>
                          <a:sym typeface="Lato"/>
                        </a:rPr>
                        <a:t> and </a:t>
                      </a:r>
                      <a:r>
                        <a:rPr lang="en" sz="1000" b="1" u="sng">
                          <a:solidFill>
                            <a:schemeClr val="hlink"/>
                          </a:solidFill>
                          <a:latin typeface="Lato"/>
                          <a:ea typeface="Lato"/>
                          <a:cs typeface="Lato"/>
                          <a:sym typeface="Lato"/>
                          <a:hlinkClick r:id="rId8" action="ppaction://hlinksldjump"/>
                        </a:rPr>
                        <a:t>infographic resources</a:t>
                      </a:r>
                      <a:endParaRPr sz="1000" b="1" u="sng">
                        <a:solidFill>
                          <a:schemeClr val="dk1"/>
                        </a:solidFill>
                        <a:latin typeface="Lato"/>
                        <a:ea typeface="Lato"/>
                        <a:cs typeface="Lato"/>
                        <a:sym typeface="Lato"/>
                      </a:endParaRPr>
                    </a:p>
                  </a:txBody>
                  <a:tcPr marL="91425" marR="91425" marT="0" marB="0" anchor="ctr">
                    <a:lnL w="19050"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19050"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b="1">
                          <a:solidFill>
                            <a:schemeClr val="dk1"/>
                          </a:solidFill>
                          <a:latin typeface="Lato"/>
                          <a:ea typeface="Lato"/>
                          <a:cs typeface="Lato"/>
                          <a:sym typeface="Lato"/>
                        </a:rPr>
                        <a:t>Editable presentation theme </a:t>
                      </a:r>
                      <a:endParaRPr sz="1000" b="1">
                        <a:solidFill>
                          <a:schemeClr val="dk1"/>
                        </a:solidFill>
                        <a:latin typeface="Lato"/>
                        <a:ea typeface="Lato"/>
                        <a:cs typeface="Lato"/>
                        <a:sym typeface="Lato"/>
                      </a:endParaRPr>
                    </a:p>
                  </a:txBody>
                  <a:tcPr marL="91425" marR="91425" marT="0" marB="0" anchor="ctr">
                    <a:lnL w="19050"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19050" cap="flat" cmpd="sng">
                      <a:solidFill>
                        <a:schemeClr val="accent4">
                          <a:alpha val="0"/>
                        </a:schemeClr>
                      </a:solidFill>
                      <a:prstDash val="dashDot"/>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lang="en" sz="1000" b="1" u="sng">
                          <a:solidFill>
                            <a:schemeClr val="dk1"/>
                          </a:solidFill>
                          <a:latin typeface="Lato"/>
                          <a:ea typeface="Lato"/>
                          <a:cs typeface="Lato"/>
                          <a:sym typeface="Lato"/>
                          <a:hlinkClick r:id="rId9">
                            <a:extLst>
                              <a:ext uri="{A12FA001-AC4F-418D-AE19-62706E023703}">
                                <ahyp:hlinkClr xmlns:ahyp="http://schemas.microsoft.com/office/drawing/2018/hyperlinkcolor" val="tx"/>
                              </a:ext>
                            </a:extLst>
                          </a:hlinkClick>
                        </a:rPr>
                        <a:t>here</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19050"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19050" cap="flat" cmpd="sng">
                      <a:solidFill>
                        <a:schemeClr val="accent4">
                          <a:alpha val="0"/>
                        </a:schemeClr>
                      </a:solidFill>
                      <a:prstDash val="dashDot"/>
                      <a:round/>
                      <a:headEnd type="none" w="sm" len="sm"/>
                      <a:tailEnd type="none" w="sm" len="sm"/>
                    </a:lnB>
                    <a:solidFill>
                      <a:schemeClr val="dk2"/>
                    </a:solidFill>
                  </a:tcPr>
                </a:tc>
                <a:extLst>
                  <a:ext uri="{0D108BD9-81ED-4DB2-BD59-A6C34878D82A}">
                    <a16:rowId xmlns:a16="http://schemas.microsoft.com/office/drawing/2014/main" val="10005"/>
                  </a:ext>
                </a:extLst>
              </a:tr>
            </a:tbl>
          </a:graphicData>
        </a:graphic>
      </p:graphicFrame>
      <p:sp>
        <p:nvSpPr>
          <p:cNvPr id="942" name="Google Shape;942;p29"/>
          <p:cNvSpPr txBox="1"/>
          <p:nvPr/>
        </p:nvSpPr>
        <p:spPr>
          <a:xfrm>
            <a:off x="720000" y="1063725"/>
            <a:ext cx="7704000" cy="369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You can delete this slide when you’re done editing the presentation</a:t>
            </a:r>
            <a:endParaRPr sz="1200">
              <a:solidFill>
                <a:schemeClr val="dk1"/>
              </a:solidFill>
              <a:latin typeface="Lato"/>
              <a:ea typeface="Lato"/>
              <a:cs typeface="Lato"/>
              <a:sym typeface="Lato"/>
            </a:endParaRPr>
          </a:p>
        </p:txBody>
      </p:sp>
      <p:sp>
        <p:nvSpPr>
          <p:cNvPr id="943" name="Google Shape;943;p29"/>
          <p:cNvSpPr txBox="1"/>
          <p:nvPr/>
        </p:nvSpPr>
        <p:spPr>
          <a:xfrm>
            <a:off x="1650113" y="4133675"/>
            <a:ext cx="17133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b="1">
                <a:solidFill>
                  <a:schemeClr val="dk1"/>
                </a:solidFill>
                <a:latin typeface="Lato"/>
                <a:ea typeface="Lato"/>
                <a:cs typeface="Lato"/>
                <a:sym typeface="Lato"/>
              </a:rPr>
              <a:t>For more info:</a:t>
            </a:r>
            <a:br>
              <a:rPr lang="en" sz="1000" b="1">
                <a:solidFill>
                  <a:schemeClr val="dk1"/>
                </a:solidFill>
                <a:latin typeface="Lato"/>
                <a:ea typeface="Lato"/>
                <a:cs typeface="Lato"/>
                <a:sym typeface="Lato"/>
              </a:rPr>
            </a:br>
            <a:r>
              <a:rPr lang="en" sz="1000" b="1" u="sng">
                <a:solidFill>
                  <a:schemeClr val="dk1"/>
                </a:solidFill>
                <a:latin typeface="Lato"/>
                <a:ea typeface="Lato"/>
                <a:cs typeface="Lato"/>
                <a:sym typeface="Lato"/>
                <a:hlinkClick r:id="rId10">
                  <a:extLst>
                    <a:ext uri="{A12FA001-AC4F-418D-AE19-62706E023703}">
                      <ahyp:hlinkClr xmlns:ahyp="http://schemas.microsoft.com/office/drawing/2018/hyperlinkcolor" val="tx"/>
                    </a:ext>
                  </a:extLst>
                </a:hlinkClick>
              </a:rPr>
              <a:t>SLIDESGO</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1">
                  <a:extLst>
                    <a:ext uri="{A12FA001-AC4F-418D-AE19-62706E023703}">
                      <ahyp:hlinkClr xmlns:ahyp="http://schemas.microsoft.com/office/drawing/2018/hyperlinkcolor" val="tx"/>
                    </a:ext>
                  </a:extLst>
                </a:hlinkClick>
              </a:rPr>
              <a:t>BLOG</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2">
                  <a:extLst>
                    <a:ext uri="{A12FA001-AC4F-418D-AE19-62706E023703}">
                      <ahyp:hlinkClr xmlns:ahyp="http://schemas.microsoft.com/office/drawing/2018/hyperlinkcolor" val="tx"/>
                    </a:ext>
                  </a:extLst>
                </a:hlinkClick>
              </a:rPr>
              <a:t>FAQs</a:t>
            </a:r>
            <a:endParaRPr sz="1000" b="1" u="sng">
              <a:solidFill>
                <a:schemeClr val="dk1"/>
              </a:solidFill>
              <a:latin typeface="Lato"/>
              <a:ea typeface="Lato"/>
              <a:cs typeface="Lato"/>
              <a:sym typeface="Lato"/>
            </a:endParaRPr>
          </a:p>
        </p:txBody>
      </p:sp>
      <p:sp>
        <p:nvSpPr>
          <p:cNvPr id="944" name="Google Shape;944;p29"/>
          <p:cNvSpPr txBox="1"/>
          <p:nvPr/>
        </p:nvSpPr>
        <p:spPr>
          <a:xfrm>
            <a:off x="4196575" y="4133675"/>
            <a:ext cx="35946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b="1">
                <a:solidFill>
                  <a:schemeClr val="dk1"/>
                </a:solidFill>
                <a:latin typeface="Lato"/>
                <a:ea typeface="Lato"/>
                <a:cs typeface="Lato"/>
                <a:sym typeface="Lato"/>
              </a:rPr>
              <a:t>You can visit our sister projects:</a:t>
            </a:r>
            <a:br>
              <a:rPr lang="en" sz="1000" b="1">
                <a:solidFill>
                  <a:schemeClr val="dk1"/>
                </a:solidFill>
                <a:latin typeface="Lato"/>
                <a:ea typeface="Lato"/>
                <a:cs typeface="Lato"/>
                <a:sym typeface="Lato"/>
              </a:rPr>
            </a:br>
            <a:r>
              <a:rPr lang="en" sz="1000" b="1" u="sng">
                <a:solidFill>
                  <a:schemeClr val="dk1"/>
                </a:solidFill>
                <a:latin typeface="Lato"/>
                <a:ea typeface="Lato"/>
                <a:cs typeface="Lato"/>
                <a:sym typeface="Lato"/>
                <a:hlinkClick r:id="rId13">
                  <a:extLst>
                    <a:ext uri="{A12FA001-AC4F-418D-AE19-62706E023703}">
                      <ahyp:hlinkClr xmlns:ahyp="http://schemas.microsoft.com/office/drawing/2018/hyperlinkcolor" val="tx"/>
                    </a:ext>
                  </a:extLst>
                </a:hlinkClick>
              </a:rPr>
              <a:t>FREEPIK</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4">
                  <a:extLst>
                    <a:ext uri="{A12FA001-AC4F-418D-AE19-62706E023703}">
                      <ahyp:hlinkClr xmlns:ahyp="http://schemas.microsoft.com/office/drawing/2018/hyperlinkcolor" val="tx"/>
                    </a:ext>
                  </a:extLst>
                </a:hlinkClick>
              </a:rPr>
              <a:t>FLATICON</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5">
                  <a:extLst>
                    <a:ext uri="{A12FA001-AC4F-418D-AE19-62706E023703}">
                      <ahyp:hlinkClr xmlns:ahyp="http://schemas.microsoft.com/office/drawing/2018/hyperlinkcolor" val="tx"/>
                    </a:ext>
                  </a:extLst>
                </a:hlinkClick>
              </a:rPr>
              <a:t>STORYSET</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6">
                  <a:extLst>
                    <a:ext uri="{A12FA001-AC4F-418D-AE19-62706E023703}">
                      <ahyp:hlinkClr xmlns:ahyp="http://schemas.microsoft.com/office/drawing/2018/hyperlinkcolor" val="tx"/>
                    </a:ext>
                  </a:extLst>
                </a:hlinkClick>
              </a:rPr>
              <a:t>WEPIK</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7">
                  <a:extLst>
                    <a:ext uri="{A12FA001-AC4F-418D-AE19-62706E023703}">
                      <ahyp:hlinkClr xmlns:ahyp="http://schemas.microsoft.com/office/drawing/2018/hyperlinkcolor" val="tx"/>
                    </a:ext>
                  </a:extLst>
                </a:hlinkClick>
              </a:rPr>
              <a:t>VIDEVO</a:t>
            </a:r>
            <a:endParaRPr sz="1000" b="1">
              <a:solidFill>
                <a:schemeClr val="dk1"/>
              </a:solidFill>
              <a:latin typeface="Lato"/>
              <a:ea typeface="Lato"/>
              <a:cs typeface="Lato"/>
              <a:sym typeface="Lato"/>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948"/>
        <p:cNvGrpSpPr/>
        <p:nvPr/>
      </p:nvGrpSpPr>
      <p:grpSpPr>
        <a:xfrm>
          <a:off x="0" y="0"/>
          <a:ext cx="0" cy="0"/>
          <a:chOff x="0" y="0"/>
          <a:chExt cx="0" cy="0"/>
        </a:xfrm>
      </p:grpSpPr>
      <p:sp>
        <p:nvSpPr>
          <p:cNvPr id="949" name="Google Shape;94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950" name="Google Shape;950;p30"/>
          <p:cNvSpPr txBox="1">
            <a:spLocks noGrp="1"/>
          </p:cNvSpPr>
          <p:nvPr>
            <p:ph type="title" idx="2"/>
          </p:nvPr>
        </p:nvSpPr>
        <p:spPr>
          <a:xfrm>
            <a:off x="1100975"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sp>
        <p:nvSpPr>
          <p:cNvPr id="951" name="Google Shape;951;p30"/>
          <p:cNvSpPr txBox="1">
            <a:spLocks noGrp="1"/>
          </p:cNvSpPr>
          <p:nvPr>
            <p:ph type="title" idx="3"/>
          </p:nvPr>
        </p:nvSpPr>
        <p:spPr>
          <a:xfrm>
            <a:off x="1100975"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04</a:t>
            </a:r>
            <a:endParaRPr/>
          </a:p>
        </p:txBody>
      </p:sp>
      <p:sp>
        <p:nvSpPr>
          <p:cNvPr id="952" name="Google Shape;952;p30"/>
          <p:cNvSpPr txBox="1">
            <a:spLocks noGrp="1"/>
          </p:cNvSpPr>
          <p:nvPr>
            <p:ph type="title" idx="4"/>
          </p:nvPr>
        </p:nvSpPr>
        <p:spPr>
          <a:xfrm>
            <a:off x="3419250"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02</a:t>
            </a:r>
            <a:endParaRPr/>
          </a:p>
        </p:txBody>
      </p:sp>
      <p:sp>
        <p:nvSpPr>
          <p:cNvPr id="953" name="Google Shape;953;p30"/>
          <p:cNvSpPr txBox="1">
            <a:spLocks noGrp="1"/>
          </p:cNvSpPr>
          <p:nvPr>
            <p:ph type="title" idx="5"/>
          </p:nvPr>
        </p:nvSpPr>
        <p:spPr>
          <a:xfrm>
            <a:off x="3419250"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05</a:t>
            </a:r>
            <a:endParaRPr/>
          </a:p>
        </p:txBody>
      </p:sp>
      <p:sp>
        <p:nvSpPr>
          <p:cNvPr id="954" name="Google Shape;954;p30"/>
          <p:cNvSpPr txBox="1">
            <a:spLocks noGrp="1"/>
          </p:cNvSpPr>
          <p:nvPr>
            <p:ph type="title" idx="6"/>
          </p:nvPr>
        </p:nvSpPr>
        <p:spPr>
          <a:xfrm>
            <a:off x="5737525" y="120337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955" name="Google Shape;955;p30"/>
          <p:cNvSpPr txBox="1">
            <a:spLocks noGrp="1"/>
          </p:cNvSpPr>
          <p:nvPr>
            <p:ph type="title" idx="7"/>
          </p:nvPr>
        </p:nvSpPr>
        <p:spPr>
          <a:xfrm>
            <a:off x="5737525" y="2789203"/>
            <a:ext cx="7347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06</a:t>
            </a:r>
            <a:endParaRPr/>
          </a:p>
        </p:txBody>
      </p:sp>
      <p:sp>
        <p:nvSpPr>
          <p:cNvPr id="956" name="Google Shape;956;p30"/>
          <p:cNvSpPr txBox="1">
            <a:spLocks noGrp="1"/>
          </p:cNvSpPr>
          <p:nvPr>
            <p:ph type="subTitle" idx="1"/>
          </p:nvPr>
        </p:nvSpPr>
        <p:spPr>
          <a:xfrm>
            <a:off x="1100975"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957" name="Google Shape;957;p30"/>
          <p:cNvSpPr txBox="1">
            <a:spLocks noGrp="1"/>
          </p:cNvSpPr>
          <p:nvPr>
            <p:ph type="subTitle" idx="8"/>
          </p:nvPr>
        </p:nvSpPr>
        <p:spPr>
          <a:xfrm>
            <a:off x="3419250"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Problem &amp; solution</a:t>
            </a:r>
            <a:endParaRPr/>
          </a:p>
        </p:txBody>
      </p:sp>
      <p:sp>
        <p:nvSpPr>
          <p:cNvPr id="958" name="Google Shape;958;p30"/>
          <p:cNvSpPr txBox="1">
            <a:spLocks noGrp="1"/>
          </p:cNvSpPr>
          <p:nvPr>
            <p:ph type="subTitle" idx="9"/>
          </p:nvPr>
        </p:nvSpPr>
        <p:spPr>
          <a:xfrm>
            <a:off x="5737525" y="1912475"/>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 opportunity</a:t>
            </a:r>
            <a:endParaRPr/>
          </a:p>
        </p:txBody>
      </p:sp>
      <p:sp>
        <p:nvSpPr>
          <p:cNvPr id="959" name="Google Shape;959;p30"/>
          <p:cNvSpPr txBox="1">
            <a:spLocks noGrp="1"/>
          </p:cNvSpPr>
          <p:nvPr>
            <p:ph type="subTitle" idx="13"/>
          </p:nvPr>
        </p:nvSpPr>
        <p:spPr>
          <a:xfrm>
            <a:off x="1100975"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Product demo</a:t>
            </a:r>
            <a:endParaRPr/>
          </a:p>
        </p:txBody>
      </p:sp>
      <p:sp>
        <p:nvSpPr>
          <p:cNvPr id="960" name="Google Shape;960;p30"/>
          <p:cNvSpPr txBox="1">
            <a:spLocks noGrp="1"/>
          </p:cNvSpPr>
          <p:nvPr>
            <p:ph type="subTitle" idx="14"/>
          </p:nvPr>
        </p:nvSpPr>
        <p:spPr>
          <a:xfrm>
            <a:off x="3419250"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 &amp; timeline</a:t>
            </a:r>
            <a:endParaRPr/>
          </a:p>
        </p:txBody>
      </p:sp>
      <p:sp>
        <p:nvSpPr>
          <p:cNvPr id="961" name="Google Shape;961;p30"/>
          <p:cNvSpPr txBox="1">
            <a:spLocks noGrp="1"/>
          </p:cNvSpPr>
          <p:nvPr>
            <p:ph type="subTitle" idx="15"/>
          </p:nvPr>
        </p:nvSpPr>
        <p:spPr>
          <a:xfrm>
            <a:off x="5737525" y="3498350"/>
            <a:ext cx="2305500" cy="75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Financial &amp; metrics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65"/>
        <p:cNvGrpSpPr/>
        <p:nvPr/>
      </p:nvGrpSpPr>
      <p:grpSpPr>
        <a:xfrm>
          <a:off x="0" y="0"/>
          <a:ext cx="0" cy="0"/>
          <a:chOff x="0" y="0"/>
          <a:chExt cx="0" cy="0"/>
        </a:xfrm>
      </p:grpSpPr>
      <p:sp>
        <p:nvSpPr>
          <p:cNvPr id="966" name="Google Shape;966;p31"/>
          <p:cNvSpPr/>
          <p:nvPr/>
        </p:nvSpPr>
        <p:spPr>
          <a:xfrm rot="4500170">
            <a:off x="4600402" y="7400"/>
            <a:ext cx="5575737" cy="4867271"/>
          </a:xfrm>
          <a:custGeom>
            <a:avLst/>
            <a:gdLst/>
            <a:ahLst/>
            <a:cxnLst/>
            <a:rect l="l" t="t" r="r" b="b"/>
            <a:pathLst>
              <a:path w="45721" h="44028" extrusionOk="0">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1"/>
          <p:cNvSpPr txBox="1">
            <a:spLocks noGrp="1"/>
          </p:cNvSpPr>
          <p:nvPr>
            <p:ph type="title"/>
          </p:nvPr>
        </p:nvSpPr>
        <p:spPr>
          <a:xfrm>
            <a:off x="811975" y="1032900"/>
            <a:ext cx="2804400" cy="100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is a pitch deck?</a:t>
            </a:r>
            <a:endParaRPr/>
          </a:p>
        </p:txBody>
      </p:sp>
      <p:sp>
        <p:nvSpPr>
          <p:cNvPr id="968" name="Google Shape;968;p31"/>
          <p:cNvSpPr txBox="1">
            <a:spLocks noGrp="1"/>
          </p:cNvSpPr>
          <p:nvPr>
            <p:ph type="subTitle" idx="1"/>
          </p:nvPr>
        </p:nvSpPr>
        <p:spPr>
          <a:xfrm>
            <a:off x="811975" y="2039700"/>
            <a:ext cx="4294800" cy="207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 short presentation that entrepreneurs use to describe their business and present it to potential investors. It usually consists of about 10 slides with:</a:t>
            </a:r>
            <a:endParaRPr/>
          </a:p>
          <a:p>
            <a:pPr marL="457200" lvl="0" indent="-304800" algn="l" rtl="0">
              <a:spcBef>
                <a:spcPts val="1000"/>
              </a:spcBef>
              <a:spcAft>
                <a:spcPts val="0"/>
              </a:spcAft>
              <a:buSzPts val="1200"/>
              <a:buChar char="●"/>
            </a:pPr>
            <a:r>
              <a:rPr lang="en"/>
              <a:t>An overview of the company's mission and the product or service offered</a:t>
            </a:r>
            <a:endParaRPr/>
          </a:p>
          <a:p>
            <a:pPr marL="457200" lvl="0" indent="-304800" algn="l" rtl="0">
              <a:spcBef>
                <a:spcPts val="0"/>
              </a:spcBef>
              <a:spcAft>
                <a:spcPts val="0"/>
              </a:spcAft>
              <a:buSzPts val="1200"/>
              <a:buChar char="●"/>
            </a:pPr>
            <a:r>
              <a:rPr lang="en"/>
              <a:t>Market opportunity</a:t>
            </a:r>
            <a:endParaRPr/>
          </a:p>
          <a:p>
            <a:pPr marL="457200" lvl="0" indent="-304800" algn="l" rtl="0">
              <a:spcBef>
                <a:spcPts val="0"/>
              </a:spcBef>
              <a:spcAft>
                <a:spcPts val="0"/>
              </a:spcAft>
              <a:buSzPts val="1200"/>
              <a:buChar char="●"/>
            </a:pPr>
            <a:r>
              <a:rPr lang="en"/>
              <a:t>Team, financials, etc.</a:t>
            </a:r>
            <a:endParaRPr/>
          </a:p>
          <a:p>
            <a:pPr marL="0" lvl="0" indent="0" algn="l" rtl="0">
              <a:spcBef>
                <a:spcPts val="1000"/>
              </a:spcBef>
              <a:spcAft>
                <a:spcPts val="0"/>
              </a:spcAft>
              <a:buNone/>
            </a:pPr>
            <a:r>
              <a:rPr lang="en"/>
              <a:t>The goal is to garner enough interest from investors so that they are motivated to invest in the business</a:t>
            </a:r>
            <a:endParaRPr/>
          </a:p>
        </p:txBody>
      </p:sp>
      <p:pic>
        <p:nvPicPr>
          <p:cNvPr id="969" name="Google Shape;969;p31"/>
          <p:cNvPicPr preferRelativeResize="0">
            <a:picLocks noGrp="1"/>
          </p:cNvPicPr>
          <p:nvPr>
            <p:ph type="pic" idx="2"/>
          </p:nvPr>
        </p:nvPicPr>
        <p:blipFill rotWithShape="1">
          <a:blip r:embed="rId3">
            <a:alphaModFix/>
          </a:blip>
          <a:srcRect l="9433" r="37003" b="10007"/>
          <a:stretch/>
        </p:blipFill>
        <p:spPr>
          <a:xfrm>
            <a:off x="5668975" y="1076550"/>
            <a:ext cx="2990400" cy="2990400"/>
          </a:xfrm>
          <a:prstGeom prst="roundRect">
            <a:avLst>
              <a:gd name="adj" fmla="val 16667"/>
            </a:avLst>
          </a:prstGeom>
        </p:spPr>
      </p:pic>
      <p:grpSp>
        <p:nvGrpSpPr>
          <p:cNvPr id="970" name="Google Shape;970;p31"/>
          <p:cNvGrpSpPr/>
          <p:nvPr/>
        </p:nvGrpSpPr>
        <p:grpSpPr>
          <a:xfrm>
            <a:off x="7875610" y="386631"/>
            <a:ext cx="997823" cy="1575369"/>
            <a:chOff x="7230903" y="4040695"/>
            <a:chExt cx="708279" cy="1118235"/>
          </a:xfrm>
        </p:grpSpPr>
        <p:grpSp>
          <p:nvGrpSpPr>
            <p:cNvPr id="971" name="Google Shape;971;p31"/>
            <p:cNvGrpSpPr/>
            <p:nvPr/>
          </p:nvGrpSpPr>
          <p:grpSpPr>
            <a:xfrm>
              <a:off x="7230903" y="4040695"/>
              <a:ext cx="652843" cy="225742"/>
              <a:chOff x="7230903" y="4040695"/>
              <a:chExt cx="652843" cy="225742"/>
            </a:xfrm>
          </p:grpSpPr>
          <p:sp>
            <p:nvSpPr>
              <p:cNvPr id="972" name="Google Shape;972;p31"/>
              <p:cNvSpPr/>
              <p:nvPr/>
            </p:nvSpPr>
            <p:spPr>
              <a:xfrm>
                <a:off x="7230903" y="4040695"/>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3" name="Google Shape;973;p31"/>
              <p:cNvSpPr/>
              <p:nvPr/>
            </p:nvSpPr>
            <p:spPr>
              <a:xfrm>
                <a:off x="7287577" y="4077081"/>
                <a:ext cx="151161" cy="151161"/>
              </a:xfrm>
              <a:custGeom>
                <a:avLst/>
                <a:gdLst/>
                <a:ahLst/>
                <a:cxnLst/>
                <a:rect l="l" t="t" r="r" b="b"/>
                <a:pathLst>
                  <a:path w="151161" h="151161" extrusionOk="0">
                    <a:moveTo>
                      <a:pt x="0" y="0"/>
                    </a:moveTo>
                    <a:lnTo>
                      <a:pt x="151161" y="0"/>
                    </a:lnTo>
                    <a:lnTo>
                      <a:pt x="151161" y="151162"/>
                    </a:lnTo>
                    <a:lnTo>
                      <a:pt x="0" y="15116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974" name="Google Shape;974;p31"/>
              <p:cNvGrpSpPr/>
              <p:nvPr/>
            </p:nvGrpSpPr>
            <p:grpSpPr>
              <a:xfrm>
                <a:off x="7487126" y="4081367"/>
                <a:ext cx="332041" cy="142684"/>
                <a:chOff x="7487126" y="4081367"/>
                <a:chExt cx="332041" cy="142684"/>
              </a:xfrm>
            </p:grpSpPr>
            <p:sp>
              <p:nvSpPr>
                <p:cNvPr id="975" name="Google Shape;975;p31"/>
                <p:cNvSpPr/>
                <p:nvPr/>
              </p:nvSpPr>
              <p:spPr>
                <a:xfrm>
                  <a:off x="7487126" y="4081367"/>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6" name="Google Shape;976;p31"/>
                <p:cNvSpPr/>
                <p:nvPr/>
              </p:nvSpPr>
              <p:spPr>
                <a:xfrm>
                  <a:off x="7487126" y="4122134"/>
                  <a:ext cx="280320" cy="20383"/>
                </a:xfrm>
                <a:custGeom>
                  <a:avLst/>
                  <a:gdLst/>
                  <a:ahLst/>
                  <a:cxnLst/>
                  <a:rect l="l" t="t" r="r" b="b"/>
                  <a:pathLst>
                    <a:path w="280320" h="20383" extrusionOk="0">
                      <a:moveTo>
                        <a:pt x="0" y="0"/>
                      </a:moveTo>
                      <a:lnTo>
                        <a:pt x="280321" y="0"/>
                      </a:lnTo>
                      <a:lnTo>
                        <a:pt x="28032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7" name="Google Shape;977;p31"/>
                <p:cNvSpPr/>
                <p:nvPr/>
              </p:nvSpPr>
              <p:spPr>
                <a:xfrm>
                  <a:off x="7487126" y="4162901"/>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8" name="Google Shape;978;p31"/>
                <p:cNvSpPr/>
                <p:nvPr/>
              </p:nvSpPr>
              <p:spPr>
                <a:xfrm>
                  <a:off x="7487126" y="4203668"/>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979" name="Google Shape;979;p31"/>
            <p:cNvGrpSpPr/>
            <p:nvPr/>
          </p:nvGrpSpPr>
          <p:grpSpPr>
            <a:xfrm>
              <a:off x="7230903" y="4338161"/>
              <a:ext cx="652843" cy="225742"/>
              <a:chOff x="7230903" y="4338161"/>
              <a:chExt cx="652843" cy="225742"/>
            </a:xfrm>
          </p:grpSpPr>
          <p:sp>
            <p:nvSpPr>
              <p:cNvPr id="980" name="Google Shape;980;p31"/>
              <p:cNvSpPr/>
              <p:nvPr/>
            </p:nvSpPr>
            <p:spPr>
              <a:xfrm>
                <a:off x="7230903" y="4338161"/>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1" name="Google Shape;981;p31"/>
              <p:cNvSpPr/>
              <p:nvPr/>
            </p:nvSpPr>
            <p:spPr>
              <a:xfrm>
                <a:off x="7287577" y="4374737"/>
                <a:ext cx="151161" cy="151066"/>
              </a:xfrm>
              <a:custGeom>
                <a:avLst/>
                <a:gdLst/>
                <a:ahLst/>
                <a:cxnLst/>
                <a:rect l="l" t="t" r="r" b="b"/>
                <a:pathLst>
                  <a:path w="151161" h="151066" extrusionOk="0">
                    <a:moveTo>
                      <a:pt x="75534" y="151066"/>
                    </a:moveTo>
                    <a:lnTo>
                      <a:pt x="75534" y="151066"/>
                    </a:lnTo>
                    <a:cubicBezTo>
                      <a:pt x="33814" y="151066"/>
                      <a:pt x="0" y="117253"/>
                      <a:pt x="0" y="75533"/>
                    </a:cubicBezTo>
                    <a:lnTo>
                      <a:pt x="0" y="75533"/>
                    </a:lnTo>
                    <a:cubicBezTo>
                      <a:pt x="0" y="33814"/>
                      <a:pt x="33814" y="0"/>
                      <a:pt x="75534" y="0"/>
                    </a:cubicBezTo>
                    <a:lnTo>
                      <a:pt x="75534" y="0"/>
                    </a:lnTo>
                    <a:cubicBezTo>
                      <a:pt x="117253" y="0"/>
                      <a:pt x="151162" y="33814"/>
                      <a:pt x="151162" y="75533"/>
                    </a:cubicBezTo>
                    <a:lnTo>
                      <a:pt x="151162" y="75533"/>
                    </a:lnTo>
                    <a:cubicBezTo>
                      <a:pt x="151162" y="117253"/>
                      <a:pt x="117348" y="151066"/>
                      <a:pt x="75534" y="151066"/>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982" name="Google Shape;982;p31"/>
              <p:cNvGrpSpPr/>
              <p:nvPr/>
            </p:nvGrpSpPr>
            <p:grpSpPr>
              <a:xfrm>
                <a:off x="7487126" y="4378833"/>
                <a:ext cx="332041" cy="142684"/>
                <a:chOff x="7487126" y="4378833"/>
                <a:chExt cx="332041" cy="142684"/>
              </a:xfrm>
            </p:grpSpPr>
            <p:sp>
              <p:nvSpPr>
                <p:cNvPr id="983" name="Google Shape;983;p31"/>
                <p:cNvSpPr/>
                <p:nvPr/>
              </p:nvSpPr>
              <p:spPr>
                <a:xfrm>
                  <a:off x="7525512" y="4378833"/>
                  <a:ext cx="293655" cy="20383"/>
                </a:xfrm>
                <a:custGeom>
                  <a:avLst/>
                  <a:gdLst/>
                  <a:ahLst/>
                  <a:cxnLst/>
                  <a:rect l="l" t="t" r="r" b="b"/>
                  <a:pathLst>
                    <a:path w="293655" h="20383" extrusionOk="0">
                      <a:moveTo>
                        <a:pt x="0" y="0"/>
                      </a:moveTo>
                      <a:lnTo>
                        <a:pt x="293656" y="0"/>
                      </a:lnTo>
                      <a:lnTo>
                        <a:pt x="293656"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4" name="Google Shape;984;p31"/>
                <p:cNvSpPr/>
                <p:nvPr/>
              </p:nvSpPr>
              <p:spPr>
                <a:xfrm>
                  <a:off x="7487126" y="4419600"/>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5" name="Google Shape;985;p31"/>
                <p:cNvSpPr/>
                <p:nvPr/>
              </p:nvSpPr>
              <p:spPr>
                <a:xfrm>
                  <a:off x="7563802" y="4460367"/>
                  <a:ext cx="255365" cy="20383"/>
                </a:xfrm>
                <a:custGeom>
                  <a:avLst/>
                  <a:gdLst/>
                  <a:ahLst/>
                  <a:cxnLst/>
                  <a:rect l="l" t="t" r="r" b="b"/>
                  <a:pathLst>
                    <a:path w="255365" h="20383" extrusionOk="0">
                      <a:moveTo>
                        <a:pt x="0" y="0"/>
                      </a:moveTo>
                      <a:lnTo>
                        <a:pt x="255365" y="0"/>
                      </a:lnTo>
                      <a:lnTo>
                        <a:pt x="25536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6" name="Google Shape;986;p31"/>
                <p:cNvSpPr/>
                <p:nvPr/>
              </p:nvSpPr>
              <p:spPr>
                <a:xfrm>
                  <a:off x="7487126" y="4501134"/>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987" name="Google Shape;987;p31"/>
            <p:cNvSpPr/>
            <p:nvPr/>
          </p:nvSpPr>
          <p:spPr>
            <a:xfrm>
              <a:off x="7338250" y="4420804"/>
              <a:ext cx="50734" cy="60632"/>
            </a:xfrm>
            <a:custGeom>
              <a:avLst/>
              <a:gdLst/>
              <a:ahLst/>
              <a:cxnLst/>
              <a:rect l="l" t="t" r="r" b="b"/>
              <a:pathLst>
                <a:path w="50734" h="60632" extrusionOk="0">
                  <a:moveTo>
                    <a:pt x="0" y="4892"/>
                  </a:moveTo>
                  <a:lnTo>
                    <a:pt x="0" y="55851"/>
                  </a:lnTo>
                  <a:cubicBezTo>
                    <a:pt x="0" y="59566"/>
                    <a:pt x="4001" y="61851"/>
                    <a:pt x="7239" y="59947"/>
                  </a:cubicBezTo>
                  <a:lnTo>
                    <a:pt x="48387" y="35562"/>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988" name="Google Shape;988;p31"/>
            <p:cNvGrpSpPr/>
            <p:nvPr/>
          </p:nvGrpSpPr>
          <p:grpSpPr>
            <a:xfrm>
              <a:off x="7230903" y="4635722"/>
              <a:ext cx="652843" cy="225742"/>
              <a:chOff x="7230903" y="4635722"/>
              <a:chExt cx="652843" cy="225742"/>
            </a:xfrm>
          </p:grpSpPr>
          <p:sp>
            <p:nvSpPr>
              <p:cNvPr id="989" name="Google Shape;989;p31"/>
              <p:cNvSpPr/>
              <p:nvPr/>
            </p:nvSpPr>
            <p:spPr>
              <a:xfrm>
                <a:off x="7230903" y="4635722"/>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3"/>
                      <a:pt x="637704" y="225742"/>
                      <a:pt x="619030" y="225742"/>
                    </a:cubicBezTo>
                    <a:lnTo>
                      <a:pt x="33814" y="225742"/>
                    </a:lnTo>
                    <a:cubicBezTo>
                      <a:pt x="15139" y="225742"/>
                      <a:pt x="0" y="210603"/>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0" name="Google Shape;990;p31"/>
              <p:cNvSpPr/>
              <p:nvPr/>
            </p:nvSpPr>
            <p:spPr>
              <a:xfrm>
                <a:off x="7287577" y="4672107"/>
                <a:ext cx="151161" cy="151161"/>
              </a:xfrm>
              <a:custGeom>
                <a:avLst/>
                <a:gdLst/>
                <a:ahLst/>
                <a:cxnLst/>
                <a:rect l="l" t="t" r="r" b="b"/>
                <a:pathLst>
                  <a:path w="151161" h="151161" extrusionOk="0">
                    <a:moveTo>
                      <a:pt x="0" y="0"/>
                    </a:moveTo>
                    <a:lnTo>
                      <a:pt x="151161" y="0"/>
                    </a:lnTo>
                    <a:lnTo>
                      <a:pt x="151161" y="151162"/>
                    </a:lnTo>
                    <a:lnTo>
                      <a:pt x="0" y="15116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991" name="Google Shape;991;p31"/>
              <p:cNvGrpSpPr/>
              <p:nvPr/>
            </p:nvGrpSpPr>
            <p:grpSpPr>
              <a:xfrm>
                <a:off x="7487126" y="4676394"/>
                <a:ext cx="332041" cy="142684"/>
                <a:chOff x="7487126" y="4676394"/>
                <a:chExt cx="332041" cy="142684"/>
              </a:xfrm>
            </p:grpSpPr>
            <p:sp>
              <p:nvSpPr>
                <p:cNvPr id="992" name="Google Shape;992;p31"/>
                <p:cNvSpPr/>
                <p:nvPr/>
              </p:nvSpPr>
              <p:spPr>
                <a:xfrm>
                  <a:off x="7487126" y="4676394"/>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3" name="Google Shape;993;p31"/>
                <p:cNvSpPr/>
                <p:nvPr/>
              </p:nvSpPr>
              <p:spPr>
                <a:xfrm>
                  <a:off x="7487126" y="4717161"/>
                  <a:ext cx="290322" cy="20383"/>
                </a:xfrm>
                <a:custGeom>
                  <a:avLst/>
                  <a:gdLst/>
                  <a:ahLst/>
                  <a:cxnLst/>
                  <a:rect l="l" t="t" r="r" b="b"/>
                  <a:pathLst>
                    <a:path w="290322" h="20383" extrusionOk="0">
                      <a:moveTo>
                        <a:pt x="0" y="0"/>
                      </a:moveTo>
                      <a:lnTo>
                        <a:pt x="290322" y="0"/>
                      </a:lnTo>
                      <a:lnTo>
                        <a:pt x="290322"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4" name="Google Shape;994;p31"/>
                <p:cNvSpPr/>
                <p:nvPr/>
              </p:nvSpPr>
              <p:spPr>
                <a:xfrm>
                  <a:off x="7487126" y="4757928"/>
                  <a:ext cx="303942" cy="20383"/>
                </a:xfrm>
                <a:custGeom>
                  <a:avLst/>
                  <a:gdLst/>
                  <a:ahLst/>
                  <a:cxnLst/>
                  <a:rect l="l" t="t" r="r" b="b"/>
                  <a:pathLst>
                    <a:path w="303942" h="20383" extrusionOk="0">
                      <a:moveTo>
                        <a:pt x="0" y="0"/>
                      </a:moveTo>
                      <a:lnTo>
                        <a:pt x="303942" y="0"/>
                      </a:lnTo>
                      <a:lnTo>
                        <a:pt x="303942"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5" name="Google Shape;995;p31"/>
                <p:cNvSpPr/>
                <p:nvPr/>
              </p:nvSpPr>
              <p:spPr>
                <a:xfrm>
                  <a:off x="7487126" y="4798695"/>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996" name="Google Shape;996;p31"/>
            <p:cNvGrpSpPr/>
            <p:nvPr/>
          </p:nvGrpSpPr>
          <p:grpSpPr>
            <a:xfrm>
              <a:off x="7230903" y="4933188"/>
              <a:ext cx="652843" cy="225742"/>
              <a:chOff x="7230903" y="4933188"/>
              <a:chExt cx="652843" cy="225742"/>
            </a:xfrm>
          </p:grpSpPr>
          <p:grpSp>
            <p:nvGrpSpPr>
              <p:cNvPr id="997" name="Google Shape;997;p31"/>
              <p:cNvGrpSpPr/>
              <p:nvPr/>
            </p:nvGrpSpPr>
            <p:grpSpPr>
              <a:xfrm>
                <a:off x="7230903" y="4933188"/>
                <a:ext cx="652843" cy="225742"/>
                <a:chOff x="7230903" y="4933188"/>
                <a:chExt cx="652843" cy="225742"/>
              </a:xfrm>
            </p:grpSpPr>
            <p:sp>
              <p:nvSpPr>
                <p:cNvPr id="998" name="Google Shape;998;p31"/>
                <p:cNvSpPr/>
                <p:nvPr/>
              </p:nvSpPr>
              <p:spPr>
                <a:xfrm>
                  <a:off x="7230903" y="4933188"/>
                  <a:ext cx="652843" cy="225742"/>
                </a:xfrm>
                <a:custGeom>
                  <a:avLst/>
                  <a:gdLst/>
                  <a:ahLst/>
                  <a:cxnLst/>
                  <a:rect l="l" t="t" r="r" b="b"/>
                  <a:pathLst>
                    <a:path w="652843" h="225742" extrusionOk="0">
                      <a:moveTo>
                        <a:pt x="619030" y="0"/>
                      </a:moveTo>
                      <a:cubicBezTo>
                        <a:pt x="637705" y="0"/>
                        <a:pt x="652844" y="15139"/>
                        <a:pt x="652844" y="33814"/>
                      </a:cubicBezTo>
                      <a:lnTo>
                        <a:pt x="652844" y="191929"/>
                      </a:lnTo>
                      <a:cubicBezTo>
                        <a:pt x="652844" y="210604"/>
                        <a:pt x="637704" y="225742"/>
                        <a:pt x="619030" y="225742"/>
                      </a:cubicBezTo>
                      <a:lnTo>
                        <a:pt x="33814" y="225742"/>
                      </a:lnTo>
                      <a:cubicBezTo>
                        <a:pt x="15139" y="225742"/>
                        <a:pt x="0" y="210604"/>
                        <a:pt x="0" y="191929"/>
                      </a:cubicBezTo>
                      <a:lnTo>
                        <a:pt x="0" y="33814"/>
                      </a:lnTo>
                      <a:cubicBezTo>
                        <a:pt x="0" y="15139"/>
                        <a:pt x="15139" y="0"/>
                        <a:pt x="33814"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9" name="Google Shape;999;p31"/>
                <p:cNvSpPr/>
                <p:nvPr/>
              </p:nvSpPr>
              <p:spPr>
                <a:xfrm>
                  <a:off x="7287577" y="4969668"/>
                  <a:ext cx="151161" cy="151161"/>
                </a:xfrm>
                <a:custGeom>
                  <a:avLst/>
                  <a:gdLst/>
                  <a:ahLst/>
                  <a:cxnLst/>
                  <a:rect l="l" t="t" r="r" b="b"/>
                  <a:pathLst>
                    <a:path w="151161" h="151161" extrusionOk="0">
                      <a:moveTo>
                        <a:pt x="75534" y="151162"/>
                      </a:moveTo>
                      <a:lnTo>
                        <a:pt x="75534" y="151162"/>
                      </a:lnTo>
                      <a:cubicBezTo>
                        <a:pt x="33814" y="151162"/>
                        <a:pt x="0" y="117348"/>
                        <a:pt x="0" y="75629"/>
                      </a:cubicBezTo>
                      <a:lnTo>
                        <a:pt x="0" y="75629"/>
                      </a:lnTo>
                      <a:cubicBezTo>
                        <a:pt x="0" y="33909"/>
                        <a:pt x="33814" y="0"/>
                        <a:pt x="75534" y="0"/>
                      </a:cubicBezTo>
                      <a:lnTo>
                        <a:pt x="75534" y="0"/>
                      </a:lnTo>
                      <a:cubicBezTo>
                        <a:pt x="117253" y="0"/>
                        <a:pt x="151162" y="33814"/>
                        <a:pt x="151162" y="75533"/>
                      </a:cubicBezTo>
                      <a:lnTo>
                        <a:pt x="151162" y="75533"/>
                      </a:lnTo>
                      <a:cubicBezTo>
                        <a:pt x="151162" y="117253"/>
                        <a:pt x="117348" y="151162"/>
                        <a:pt x="75534" y="15116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00" name="Google Shape;1000;p31"/>
                <p:cNvGrpSpPr/>
                <p:nvPr/>
              </p:nvGrpSpPr>
              <p:grpSpPr>
                <a:xfrm>
                  <a:off x="7487126" y="4973859"/>
                  <a:ext cx="332041" cy="142684"/>
                  <a:chOff x="7487126" y="4973859"/>
                  <a:chExt cx="332041" cy="142684"/>
                </a:xfrm>
              </p:grpSpPr>
              <p:sp>
                <p:nvSpPr>
                  <p:cNvPr id="1001" name="Google Shape;1001;p31"/>
                  <p:cNvSpPr/>
                  <p:nvPr/>
                </p:nvSpPr>
                <p:spPr>
                  <a:xfrm>
                    <a:off x="7506747" y="4973859"/>
                    <a:ext cx="280034" cy="20383"/>
                  </a:xfrm>
                  <a:custGeom>
                    <a:avLst/>
                    <a:gdLst/>
                    <a:ahLst/>
                    <a:cxnLst/>
                    <a:rect l="l" t="t" r="r" b="b"/>
                    <a:pathLst>
                      <a:path w="280034" h="20383" extrusionOk="0">
                        <a:moveTo>
                          <a:pt x="0" y="0"/>
                        </a:moveTo>
                        <a:lnTo>
                          <a:pt x="280035" y="0"/>
                        </a:lnTo>
                        <a:lnTo>
                          <a:pt x="28003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2" name="Google Shape;1002;p31"/>
                  <p:cNvSpPr/>
                  <p:nvPr/>
                </p:nvSpPr>
                <p:spPr>
                  <a:xfrm>
                    <a:off x="7487126" y="5014626"/>
                    <a:ext cx="205073" cy="20383"/>
                  </a:xfrm>
                  <a:custGeom>
                    <a:avLst/>
                    <a:gdLst/>
                    <a:ahLst/>
                    <a:cxnLst/>
                    <a:rect l="l" t="t" r="r" b="b"/>
                    <a:pathLst>
                      <a:path w="205073" h="20383" extrusionOk="0">
                        <a:moveTo>
                          <a:pt x="0" y="0"/>
                        </a:moveTo>
                        <a:lnTo>
                          <a:pt x="205073" y="0"/>
                        </a:lnTo>
                        <a:lnTo>
                          <a:pt x="205073"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3" name="Google Shape;1003;p31"/>
                  <p:cNvSpPr/>
                  <p:nvPr/>
                </p:nvSpPr>
                <p:spPr>
                  <a:xfrm>
                    <a:off x="7487126" y="5055393"/>
                    <a:ext cx="332041" cy="20383"/>
                  </a:xfrm>
                  <a:custGeom>
                    <a:avLst/>
                    <a:gdLst/>
                    <a:ahLst/>
                    <a:cxnLst/>
                    <a:rect l="l" t="t" r="r" b="b"/>
                    <a:pathLst>
                      <a:path w="332041" h="20383" extrusionOk="0">
                        <a:moveTo>
                          <a:pt x="0" y="0"/>
                        </a:moveTo>
                        <a:lnTo>
                          <a:pt x="332041" y="0"/>
                        </a:lnTo>
                        <a:lnTo>
                          <a:pt x="332041"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4" name="Google Shape;1004;p31"/>
                  <p:cNvSpPr/>
                  <p:nvPr/>
                </p:nvSpPr>
                <p:spPr>
                  <a:xfrm>
                    <a:off x="7487126" y="5096160"/>
                    <a:ext cx="171545" cy="20383"/>
                  </a:xfrm>
                  <a:custGeom>
                    <a:avLst/>
                    <a:gdLst/>
                    <a:ahLst/>
                    <a:cxnLst/>
                    <a:rect l="l" t="t" r="r" b="b"/>
                    <a:pathLst>
                      <a:path w="171545" h="20383" extrusionOk="0">
                        <a:moveTo>
                          <a:pt x="0" y="0"/>
                        </a:moveTo>
                        <a:lnTo>
                          <a:pt x="171545" y="0"/>
                        </a:lnTo>
                        <a:lnTo>
                          <a:pt x="171545" y="20384"/>
                        </a:lnTo>
                        <a:lnTo>
                          <a:pt x="0" y="203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005" name="Google Shape;1005;p31"/>
              <p:cNvSpPr/>
              <p:nvPr/>
            </p:nvSpPr>
            <p:spPr>
              <a:xfrm>
                <a:off x="7338250" y="5011639"/>
                <a:ext cx="50734" cy="60632"/>
              </a:xfrm>
              <a:custGeom>
                <a:avLst/>
                <a:gdLst/>
                <a:ahLst/>
                <a:cxnLst/>
                <a:rect l="l" t="t" r="r" b="b"/>
                <a:pathLst>
                  <a:path w="50734" h="60632" extrusionOk="0">
                    <a:moveTo>
                      <a:pt x="0" y="4892"/>
                    </a:moveTo>
                    <a:lnTo>
                      <a:pt x="0" y="55851"/>
                    </a:lnTo>
                    <a:cubicBezTo>
                      <a:pt x="0" y="59566"/>
                      <a:pt x="4001" y="61851"/>
                      <a:pt x="7239" y="59947"/>
                    </a:cubicBezTo>
                    <a:lnTo>
                      <a:pt x="48387" y="35563"/>
                    </a:lnTo>
                    <a:cubicBezTo>
                      <a:pt x="51435" y="33753"/>
                      <a:pt x="51531" y="29371"/>
                      <a:pt x="48578" y="27371"/>
                    </a:cubicBezTo>
                    <a:lnTo>
                      <a:pt x="7430" y="796"/>
                    </a:lnTo>
                    <a:cubicBezTo>
                      <a:pt x="4191" y="-1299"/>
                      <a:pt x="0" y="987"/>
                      <a:pt x="0" y="4797"/>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06" name="Google Shape;1006;p31"/>
            <p:cNvGrpSpPr/>
            <p:nvPr/>
          </p:nvGrpSpPr>
          <p:grpSpPr>
            <a:xfrm>
              <a:off x="7816120" y="4307395"/>
              <a:ext cx="123062" cy="63817"/>
              <a:chOff x="7816120" y="4307395"/>
              <a:chExt cx="123062" cy="63817"/>
            </a:xfrm>
          </p:grpSpPr>
          <p:sp>
            <p:nvSpPr>
              <p:cNvPr id="1007" name="Google Shape;1007;p31"/>
              <p:cNvSpPr/>
              <p:nvPr/>
            </p:nvSpPr>
            <p:spPr>
              <a:xfrm>
                <a:off x="7816120" y="4307395"/>
                <a:ext cx="123062" cy="63817"/>
              </a:xfrm>
              <a:custGeom>
                <a:avLst/>
                <a:gdLst/>
                <a:ahLst/>
                <a:cxnLst/>
                <a:rect l="l" t="t" r="r" b="b"/>
                <a:pathLst>
                  <a:path w="123062" h="63817" extrusionOk="0">
                    <a:moveTo>
                      <a:pt x="61531" y="63818"/>
                    </a:moveTo>
                    <a:cubicBezTo>
                      <a:pt x="86963" y="63818"/>
                      <a:pt x="109442" y="51245"/>
                      <a:pt x="123063" y="31909"/>
                    </a:cubicBezTo>
                    <a:cubicBezTo>
                      <a:pt x="109442" y="12573"/>
                      <a:pt x="86963" y="0"/>
                      <a:pt x="61531" y="0"/>
                    </a:cubicBezTo>
                    <a:cubicBezTo>
                      <a:pt x="36100" y="0"/>
                      <a:pt x="13621" y="12573"/>
                      <a:pt x="0" y="31909"/>
                    </a:cubicBezTo>
                    <a:cubicBezTo>
                      <a:pt x="13621" y="51245"/>
                      <a:pt x="36100" y="63818"/>
                      <a:pt x="61531" y="63818"/>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8" name="Google Shape;1008;p31"/>
              <p:cNvSpPr/>
              <p:nvPr/>
            </p:nvSpPr>
            <p:spPr>
              <a:xfrm>
                <a:off x="7858029" y="4319682"/>
                <a:ext cx="39242" cy="39243"/>
              </a:xfrm>
              <a:custGeom>
                <a:avLst/>
                <a:gdLst/>
                <a:ahLst/>
                <a:cxnLst/>
                <a:rect l="l" t="t" r="r" b="b"/>
                <a:pathLst>
                  <a:path w="39242" h="39243" extrusionOk="0">
                    <a:moveTo>
                      <a:pt x="39243" y="19622"/>
                    </a:moveTo>
                    <a:cubicBezTo>
                      <a:pt x="39243" y="30458"/>
                      <a:pt x="30458" y="39243"/>
                      <a:pt x="19621" y="39243"/>
                    </a:cubicBezTo>
                    <a:cubicBezTo>
                      <a:pt x="8785" y="39243"/>
                      <a:pt x="0" y="30458"/>
                      <a:pt x="0" y="19622"/>
                    </a:cubicBezTo>
                    <a:cubicBezTo>
                      <a:pt x="0" y="8785"/>
                      <a:pt x="8785" y="0"/>
                      <a:pt x="19621" y="0"/>
                    </a:cubicBezTo>
                    <a:cubicBezTo>
                      <a:pt x="30458" y="0"/>
                      <a:pt x="39243" y="8785"/>
                      <a:pt x="39243" y="1962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09" name="Google Shape;1009;p31"/>
            <p:cNvGrpSpPr/>
            <p:nvPr/>
          </p:nvGrpSpPr>
          <p:grpSpPr>
            <a:xfrm>
              <a:off x="7816120" y="4892994"/>
              <a:ext cx="123062" cy="79991"/>
              <a:chOff x="7816120" y="4892994"/>
              <a:chExt cx="123062" cy="79991"/>
            </a:xfrm>
          </p:grpSpPr>
          <p:grpSp>
            <p:nvGrpSpPr>
              <p:cNvPr id="1010" name="Google Shape;1010;p31"/>
              <p:cNvGrpSpPr/>
              <p:nvPr/>
            </p:nvGrpSpPr>
            <p:grpSpPr>
              <a:xfrm>
                <a:off x="7816120" y="4902803"/>
                <a:ext cx="123062" cy="63817"/>
                <a:chOff x="7816120" y="4902803"/>
                <a:chExt cx="123062" cy="63817"/>
              </a:xfrm>
            </p:grpSpPr>
            <p:sp>
              <p:nvSpPr>
                <p:cNvPr id="1011" name="Google Shape;1011;p31"/>
                <p:cNvSpPr/>
                <p:nvPr/>
              </p:nvSpPr>
              <p:spPr>
                <a:xfrm>
                  <a:off x="7816120" y="4902803"/>
                  <a:ext cx="123062" cy="63817"/>
                </a:xfrm>
                <a:custGeom>
                  <a:avLst/>
                  <a:gdLst/>
                  <a:ahLst/>
                  <a:cxnLst/>
                  <a:rect l="l" t="t" r="r" b="b"/>
                  <a:pathLst>
                    <a:path w="123062" h="63817" extrusionOk="0">
                      <a:moveTo>
                        <a:pt x="61531" y="63817"/>
                      </a:moveTo>
                      <a:cubicBezTo>
                        <a:pt x="86963" y="63817"/>
                        <a:pt x="109442" y="51244"/>
                        <a:pt x="123063" y="31909"/>
                      </a:cubicBezTo>
                      <a:cubicBezTo>
                        <a:pt x="109442" y="12573"/>
                        <a:pt x="86963" y="0"/>
                        <a:pt x="61531" y="0"/>
                      </a:cubicBezTo>
                      <a:cubicBezTo>
                        <a:pt x="36100" y="0"/>
                        <a:pt x="13621" y="12573"/>
                        <a:pt x="0" y="31909"/>
                      </a:cubicBezTo>
                      <a:cubicBezTo>
                        <a:pt x="13621" y="51244"/>
                        <a:pt x="36100" y="63817"/>
                        <a:pt x="61531" y="63817"/>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2" name="Google Shape;1012;p31"/>
                <p:cNvSpPr/>
                <p:nvPr/>
              </p:nvSpPr>
              <p:spPr>
                <a:xfrm>
                  <a:off x="7858029" y="4915090"/>
                  <a:ext cx="39242" cy="39243"/>
                </a:xfrm>
                <a:custGeom>
                  <a:avLst/>
                  <a:gdLst/>
                  <a:ahLst/>
                  <a:cxnLst/>
                  <a:rect l="l" t="t" r="r" b="b"/>
                  <a:pathLst>
                    <a:path w="39242" h="39243" extrusionOk="0">
                      <a:moveTo>
                        <a:pt x="39243" y="19621"/>
                      </a:moveTo>
                      <a:cubicBezTo>
                        <a:pt x="39243" y="30458"/>
                        <a:pt x="30458" y="39243"/>
                        <a:pt x="19621" y="39243"/>
                      </a:cubicBezTo>
                      <a:cubicBezTo>
                        <a:pt x="8785" y="39243"/>
                        <a:pt x="0" y="30458"/>
                        <a:pt x="0" y="19621"/>
                      </a:cubicBezTo>
                      <a:cubicBezTo>
                        <a:pt x="0" y="8785"/>
                        <a:pt x="8785" y="0"/>
                        <a:pt x="19621" y="0"/>
                      </a:cubicBezTo>
                      <a:cubicBezTo>
                        <a:pt x="30458" y="0"/>
                        <a:pt x="39243" y="8785"/>
                        <a:pt x="39243" y="1962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13" name="Google Shape;1013;p31"/>
              <p:cNvSpPr/>
              <p:nvPr/>
            </p:nvSpPr>
            <p:spPr>
              <a:xfrm rot="-2700000">
                <a:off x="7825456" y="4928129"/>
                <a:ext cx="103403" cy="9720"/>
              </a:xfrm>
              <a:custGeom>
                <a:avLst/>
                <a:gdLst/>
                <a:ahLst/>
                <a:cxnLst/>
                <a:rect l="l" t="t" r="r" b="b"/>
                <a:pathLst>
                  <a:path w="103346" h="9715" extrusionOk="0">
                    <a:moveTo>
                      <a:pt x="0" y="0"/>
                    </a:moveTo>
                    <a:lnTo>
                      <a:pt x="103346" y="0"/>
                    </a:lnTo>
                    <a:lnTo>
                      <a:pt x="103346" y="9716"/>
                    </a:lnTo>
                    <a:lnTo>
                      <a:pt x="0" y="97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017"/>
        <p:cNvGrpSpPr/>
        <p:nvPr/>
      </p:nvGrpSpPr>
      <p:grpSpPr>
        <a:xfrm>
          <a:off x="0" y="0"/>
          <a:ext cx="0" cy="0"/>
          <a:chOff x="0" y="0"/>
          <a:chExt cx="0" cy="0"/>
        </a:xfrm>
      </p:grpSpPr>
      <p:sp>
        <p:nvSpPr>
          <p:cNvPr id="1018" name="Google Shape;1018;p32"/>
          <p:cNvSpPr/>
          <p:nvPr/>
        </p:nvSpPr>
        <p:spPr>
          <a:xfrm rot="-7219687" flipH="1">
            <a:off x="-1095655" y="408466"/>
            <a:ext cx="5219277" cy="4707906"/>
          </a:xfrm>
          <a:custGeom>
            <a:avLst/>
            <a:gdLst/>
            <a:ahLst/>
            <a:cxnLst/>
            <a:rect l="l" t="t" r="r" b="b"/>
            <a:pathLst>
              <a:path w="39315" h="31790" extrusionOk="0">
                <a:moveTo>
                  <a:pt x="21370" y="0"/>
                </a:moveTo>
                <a:cubicBezTo>
                  <a:pt x="19245" y="0"/>
                  <a:pt x="16609" y="420"/>
                  <a:pt x="13994" y="1929"/>
                </a:cubicBezTo>
                <a:cubicBezTo>
                  <a:pt x="8094" y="5332"/>
                  <a:pt x="5120" y="12086"/>
                  <a:pt x="2561" y="17498"/>
                </a:cubicBezTo>
                <a:cubicBezTo>
                  <a:pt x="0" y="22912"/>
                  <a:pt x="1474" y="28410"/>
                  <a:pt x="5979" y="30920"/>
                </a:cubicBezTo>
                <a:cubicBezTo>
                  <a:pt x="7113" y="31551"/>
                  <a:pt x="8155" y="31789"/>
                  <a:pt x="9181" y="31789"/>
                </a:cubicBezTo>
                <a:cubicBezTo>
                  <a:pt x="12232" y="31789"/>
                  <a:pt x="15135" y="29683"/>
                  <a:pt x="19863" y="29548"/>
                </a:cubicBezTo>
                <a:cubicBezTo>
                  <a:pt x="20630" y="29526"/>
                  <a:pt x="21329" y="29520"/>
                  <a:pt x="21975" y="29520"/>
                </a:cubicBezTo>
                <a:cubicBezTo>
                  <a:pt x="22766" y="29520"/>
                  <a:pt x="23477" y="29529"/>
                  <a:pt x="24134" y="29529"/>
                </a:cubicBezTo>
                <a:cubicBezTo>
                  <a:pt x="27359" y="29529"/>
                  <a:pt x="29297" y="29308"/>
                  <a:pt x="33123" y="26702"/>
                </a:cubicBezTo>
                <a:cubicBezTo>
                  <a:pt x="38366" y="23130"/>
                  <a:pt x="39314" y="14704"/>
                  <a:pt x="35179" y="8470"/>
                </a:cubicBezTo>
                <a:cubicBezTo>
                  <a:pt x="31041" y="2236"/>
                  <a:pt x="25903" y="663"/>
                  <a:pt x="25903" y="663"/>
                </a:cubicBezTo>
                <a:cubicBezTo>
                  <a:pt x="25903" y="663"/>
                  <a:pt x="24040" y="0"/>
                  <a:pt x="21370" y="0"/>
                </a:cubicBezTo>
                <a:close/>
              </a:path>
            </a:pathLst>
          </a:custGeom>
          <a:solidFill>
            <a:srgbClr val="000000">
              <a:alpha val="100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2"/>
          <p:cNvSpPr txBox="1">
            <a:spLocks noGrp="1"/>
          </p:cNvSpPr>
          <p:nvPr>
            <p:ph type="title"/>
          </p:nvPr>
        </p:nvSpPr>
        <p:spPr>
          <a:xfrm>
            <a:off x="4047175" y="2571975"/>
            <a:ext cx="4383600" cy="84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1020" name="Google Shape;1020;p32"/>
          <p:cNvSpPr txBox="1">
            <a:spLocks noGrp="1"/>
          </p:cNvSpPr>
          <p:nvPr>
            <p:ph type="title" idx="2"/>
          </p:nvPr>
        </p:nvSpPr>
        <p:spPr>
          <a:xfrm>
            <a:off x="4047175" y="1321975"/>
            <a:ext cx="12357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pic>
        <p:nvPicPr>
          <p:cNvPr id="1021" name="Google Shape;1021;p32"/>
          <p:cNvPicPr preferRelativeResize="0">
            <a:picLocks noGrp="1"/>
          </p:cNvPicPr>
          <p:nvPr>
            <p:ph type="pic" idx="3"/>
          </p:nvPr>
        </p:nvPicPr>
        <p:blipFill rotWithShape="1">
          <a:blip r:embed="rId3">
            <a:alphaModFix/>
          </a:blip>
          <a:srcRect l="9184" r="24069"/>
          <a:stretch/>
        </p:blipFill>
        <p:spPr>
          <a:xfrm>
            <a:off x="484625" y="1076550"/>
            <a:ext cx="2990400" cy="2990400"/>
          </a:xfrm>
          <a:prstGeom prst="roundRect">
            <a:avLst>
              <a:gd name="adj" fmla="val 16667"/>
            </a:avLst>
          </a:prstGeom>
        </p:spPr>
      </p:pic>
      <p:grpSp>
        <p:nvGrpSpPr>
          <p:cNvPr id="1022" name="Google Shape;1022;p32"/>
          <p:cNvGrpSpPr/>
          <p:nvPr/>
        </p:nvGrpSpPr>
        <p:grpSpPr>
          <a:xfrm>
            <a:off x="7441503" y="289852"/>
            <a:ext cx="1366913" cy="1382099"/>
            <a:chOff x="6568493" y="8"/>
            <a:chExt cx="1820608" cy="1840590"/>
          </a:xfrm>
        </p:grpSpPr>
        <p:sp>
          <p:nvSpPr>
            <p:cNvPr id="1023" name="Google Shape;1023;p32"/>
            <p:cNvSpPr/>
            <p:nvPr/>
          </p:nvSpPr>
          <p:spPr>
            <a:xfrm>
              <a:off x="6737915" y="169351"/>
              <a:ext cx="1651185" cy="1671247"/>
            </a:xfrm>
            <a:custGeom>
              <a:avLst/>
              <a:gdLst/>
              <a:ahLst/>
              <a:cxnLst/>
              <a:rect l="l" t="t" r="r" b="b"/>
              <a:pathLst>
                <a:path w="1959864" h="1983676" extrusionOk="0">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4" name="Google Shape;1024;p32"/>
            <p:cNvSpPr/>
            <p:nvPr/>
          </p:nvSpPr>
          <p:spPr>
            <a:xfrm>
              <a:off x="6653203" y="8"/>
              <a:ext cx="1651185" cy="1671247"/>
            </a:xfrm>
            <a:custGeom>
              <a:avLst/>
              <a:gdLst/>
              <a:ahLst/>
              <a:cxnLst/>
              <a:rect l="l" t="t" r="r" b="b"/>
              <a:pathLst>
                <a:path w="1959864" h="1983676" extrusionOk="0">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25" name="Google Shape;1025;p32"/>
            <p:cNvGrpSpPr/>
            <p:nvPr/>
          </p:nvGrpSpPr>
          <p:grpSpPr>
            <a:xfrm>
              <a:off x="6568493" y="84720"/>
              <a:ext cx="1649109" cy="1669065"/>
              <a:chOff x="8921020" y="472154"/>
              <a:chExt cx="1959958" cy="1983676"/>
            </a:xfrm>
          </p:grpSpPr>
          <p:sp>
            <p:nvSpPr>
              <p:cNvPr id="1026" name="Google Shape;1026;p32"/>
              <p:cNvSpPr/>
              <p:nvPr/>
            </p:nvSpPr>
            <p:spPr>
              <a:xfrm>
                <a:off x="8921114" y="472154"/>
                <a:ext cx="1959864" cy="1983676"/>
              </a:xfrm>
              <a:custGeom>
                <a:avLst/>
                <a:gdLst/>
                <a:ahLst/>
                <a:cxnLst/>
                <a:rect l="l" t="t" r="r" b="b"/>
                <a:pathLst>
                  <a:path w="1959864" h="1983676" extrusionOk="0">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7" name="Google Shape;1027;p32"/>
              <p:cNvSpPr/>
              <p:nvPr/>
            </p:nvSpPr>
            <p:spPr>
              <a:xfrm>
                <a:off x="8921020" y="472154"/>
                <a:ext cx="1959958" cy="172307"/>
              </a:xfrm>
              <a:custGeom>
                <a:avLst/>
                <a:gdLst/>
                <a:ahLst/>
                <a:cxnLst/>
                <a:rect l="l" t="t" r="r" b="b"/>
                <a:pathLst>
                  <a:path w="1959958" h="172307" extrusionOk="0">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28" name="Google Shape;1028;p32"/>
              <p:cNvGrpSpPr/>
              <p:nvPr/>
            </p:nvGrpSpPr>
            <p:grpSpPr>
              <a:xfrm>
                <a:off x="9011888" y="537781"/>
                <a:ext cx="255174" cy="64389"/>
                <a:chOff x="9011888" y="537781"/>
                <a:chExt cx="255174" cy="64389"/>
              </a:xfrm>
            </p:grpSpPr>
            <p:sp>
              <p:nvSpPr>
                <p:cNvPr id="1029" name="Google Shape;1029;p32"/>
                <p:cNvSpPr/>
                <p:nvPr/>
              </p:nvSpPr>
              <p:spPr>
                <a:xfrm>
                  <a:off x="9202673"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0" name="Google Shape;1030;p32"/>
                <p:cNvSpPr/>
                <p:nvPr/>
              </p:nvSpPr>
              <p:spPr>
                <a:xfrm>
                  <a:off x="9107233"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1031;p32"/>
                <p:cNvSpPr/>
                <p:nvPr/>
              </p:nvSpPr>
              <p:spPr>
                <a:xfrm>
                  <a:off x="9011888"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032" name="Google Shape;1032;p32"/>
            <p:cNvGrpSpPr/>
            <p:nvPr/>
          </p:nvGrpSpPr>
          <p:grpSpPr>
            <a:xfrm>
              <a:off x="6795939" y="406335"/>
              <a:ext cx="1194216" cy="1228757"/>
              <a:chOff x="9191339" y="854392"/>
              <a:chExt cx="1419320" cy="1460372"/>
            </a:xfrm>
          </p:grpSpPr>
          <p:grpSp>
            <p:nvGrpSpPr>
              <p:cNvPr id="1033" name="Google Shape;1033;p32"/>
              <p:cNvGrpSpPr/>
              <p:nvPr/>
            </p:nvGrpSpPr>
            <p:grpSpPr>
              <a:xfrm>
                <a:off x="9191339" y="1884045"/>
                <a:ext cx="604932" cy="420243"/>
                <a:chOff x="9191339" y="1884045"/>
                <a:chExt cx="604932" cy="420243"/>
              </a:xfrm>
            </p:grpSpPr>
            <p:sp>
              <p:nvSpPr>
                <p:cNvPr id="1034" name="Google Shape;1034;p32"/>
                <p:cNvSpPr/>
                <p:nvPr/>
              </p:nvSpPr>
              <p:spPr>
                <a:xfrm>
                  <a:off x="9191339" y="1884045"/>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5" name="Google Shape;1035;p32"/>
                <p:cNvSpPr/>
                <p:nvPr/>
              </p:nvSpPr>
              <p:spPr>
                <a:xfrm>
                  <a:off x="9449466" y="1884045"/>
                  <a:ext cx="182498" cy="52959"/>
                </a:xfrm>
                <a:custGeom>
                  <a:avLst/>
                  <a:gdLst/>
                  <a:ahLst/>
                  <a:cxnLst/>
                  <a:rect l="l" t="t" r="r" b="b"/>
                  <a:pathLst>
                    <a:path w="182498" h="52959" extrusionOk="0">
                      <a:moveTo>
                        <a:pt x="0" y="0"/>
                      </a:moveTo>
                      <a:lnTo>
                        <a:pt x="182499" y="0"/>
                      </a:lnTo>
                      <a:lnTo>
                        <a:pt x="18249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6" name="Google Shape;1036;p32"/>
                <p:cNvSpPr/>
                <p:nvPr/>
              </p:nvSpPr>
              <p:spPr>
                <a:xfrm>
                  <a:off x="9651396" y="1884045"/>
                  <a:ext cx="144875" cy="52959"/>
                </a:xfrm>
                <a:custGeom>
                  <a:avLst/>
                  <a:gdLst/>
                  <a:ahLst/>
                  <a:cxnLst/>
                  <a:rect l="l" t="t" r="r" b="b"/>
                  <a:pathLst>
                    <a:path w="144875" h="52959" extrusionOk="0">
                      <a:moveTo>
                        <a:pt x="0" y="0"/>
                      </a:moveTo>
                      <a:lnTo>
                        <a:pt x="144876" y="0"/>
                      </a:lnTo>
                      <a:lnTo>
                        <a:pt x="14487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7" name="Google Shape;1037;p32"/>
                <p:cNvSpPr/>
                <p:nvPr/>
              </p:nvSpPr>
              <p:spPr>
                <a:xfrm>
                  <a:off x="9308306" y="2006536"/>
                  <a:ext cx="487965" cy="52959"/>
                </a:xfrm>
                <a:custGeom>
                  <a:avLst/>
                  <a:gdLst/>
                  <a:ahLst/>
                  <a:cxnLst/>
                  <a:rect l="l" t="t" r="r" b="b"/>
                  <a:pathLst>
                    <a:path w="487965" h="52959" extrusionOk="0">
                      <a:moveTo>
                        <a:pt x="0" y="0"/>
                      </a:moveTo>
                      <a:lnTo>
                        <a:pt x="487966" y="0"/>
                      </a:lnTo>
                      <a:lnTo>
                        <a:pt x="48796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1038;p32"/>
                <p:cNvSpPr/>
                <p:nvPr/>
              </p:nvSpPr>
              <p:spPr>
                <a:xfrm>
                  <a:off x="9191339" y="2006536"/>
                  <a:ext cx="89630" cy="52959"/>
                </a:xfrm>
                <a:custGeom>
                  <a:avLst/>
                  <a:gdLst/>
                  <a:ahLst/>
                  <a:cxnLst/>
                  <a:rect l="l" t="t" r="r" b="b"/>
                  <a:pathLst>
                    <a:path w="89630" h="52959" extrusionOk="0">
                      <a:moveTo>
                        <a:pt x="0" y="0"/>
                      </a:moveTo>
                      <a:lnTo>
                        <a:pt x="89630" y="0"/>
                      </a:lnTo>
                      <a:lnTo>
                        <a:pt x="8963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1039;p32"/>
                <p:cNvSpPr/>
                <p:nvPr/>
              </p:nvSpPr>
              <p:spPr>
                <a:xfrm>
                  <a:off x="9460325" y="2128932"/>
                  <a:ext cx="230790" cy="52959"/>
                </a:xfrm>
                <a:custGeom>
                  <a:avLst/>
                  <a:gdLst/>
                  <a:ahLst/>
                  <a:cxnLst/>
                  <a:rect l="l" t="t" r="r" b="b"/>
                  <a:pathLst>
                    <a:path w="230790" h="52959" extrusionOk="0">
                      <a:moveTo>
                        <a:pt x="0" y="0"/>
                      </a:moveTo>
                      <a:lnTo>
                        <a:pt x="230791" y="0"/>
                      </a:lnTo>
                      <a:lnTo>
                        <a:pt x="230791"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1040;p32"/>
                <p:cNvSpPr/>
                <p:nvPr/>
              </p:nvSpPr>
              <p:spPr>
                <a:xfrm>
                  <a:off x="9713023" y="2128932"/>
                  <a:ext cx="83248" cy="52959"/>
                </a:xfrm>
                <a:custGeom>
                  <a:avLst/>
                  <a:gdLst/>
                  <a:ahLst/>
                  <a:cxnLst/>
                  <a:rect l="l" t="t" r="r" b="b"/>
                  <a:pathLst>
                    <a:path w="83248" h="52959" extrusionOk="0">
                      <a:moveTo>
                        <a:pt x="0" y="0"/>
                      </a:moveTo>
                      <a:lnTo>
                        <a:pt x="83248" y="0"/>
                      </a:lnTo>
                      <a:lnTo>
                        <a:pt x="8324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1041;p32"/>
                <p:cNvSpPr/>
                <p:nvPr/>
              </p:nvSpPr>
              <p:spPr>
                <a:xfrm>
                  <a:off x="9191339" y="2128932"/>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1042;p32"/>
                <p:cNvSpPr/>
                <p:nvPr/>
              </p:nvSpPr>
              <p:spPr>
                <a:xfrm>
                  <a:off x="9365170" y="2251329"/>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1043;p32"/>
                <p:cNvSpPr/>
                <p:nvPr/>
              </p:nvSpPr>
              <p:spPr>
                <a:xfrm>
                  <a:off x="9191339" y="2251329"/>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44" name="Google Shape;1044;p32"/>
              <p:cNvGrpSpPr/>
              <p:nvPr/>
            </p:nvGrpSpPr>
            <p:grpSpPr>
              <a:xfrm>
                <a:off x="10004774" y="854392"/>
                <a:ext cx="604932" cy="420243"/>
                <a:chOff x="10004774" y="854392"/>
                <a:chExt cx="604932" cy="420243"/>
              </a:xfrm>
            </p:grpSpPr>
            <p:sp>
              <p:nvSpPr>
                <p:cNvPr id="1045" name="Google Shape;1045;p32"/>
                <p:cNvSpPr/>
                <p:nvPr/>
              </p:nvSpPr>
              <p:spPr>
                <a:xfrm>
                  <a:off x="10004774" y="854392"/>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6" name="Google Shape;1046;p32"/>
                <p:cNvSpPr/>
                <p:nvPr/>
              </p:nvSpPr>
              <p:spPr>
                <a:xfrm>
                  <a:off x="10262901" y="854392"/>
                  <a:ext cx="182498" cy="52959"/>
                </a:xfrm>
                <a:custGeom>
                  <a:avLst/>
                  <a:gdLst/>
                  <a:ahLst/>
                  <a:cxnLst/>
                  <a:rect l="l" t="t" r="r" b="b"/>
                  <a:pathLst>
                    <a:path w="182498" h="52959" extrusionOk="0">
                      <a:moveTo>
                        <a:pt x="0" y="0"/>
                      </a:moveTo>
                      <a:lnTo>
                        <a:pt x="182498" y="0"/>
                      </a:lnTo>
                      <a:lnTo>
                        <a:pt x="18249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7" name="Google Shape;1047;p32"/>
                <p:cNvSpPr/>
                <p:nvPr/>
              </p:nvSpPr>
              <p:spPr>
                <a:xfrm>
                  <a:off x="10464831" y="854392"/>
                  <a:ext cx="144875" cy="52959"/>
                </a:xfrm>
                <a:custGeom>
                  <a:avLst/>
                  <a:gdLst/>
                  <a:ahLst/>
                  <a:cxnLst/>
                  <a:rect l="l" t="t" r="r" b="b"/>
                  <a:pathLst>
                    <a:path w="144875" h="52959" extrusionOk="0">
                      <a:moveTo>
                        <a:pt x="0" y="0"/>
                      </a:moveTo>
                      <a:lnTo>
                        <a:pt x="144875" y="0"/>
                      </a:lnTo>
                      <a:lnTo>
                        <a:pt x="144875"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8" name="Google Shape;1048;p32"/>
                <p:cNvSpPr/>
                <p:nvPr/>
              </p:nvSpPr>
              <p:spPr>
                <a:xfrm>
                  <a:off x="10121741" y="976788"/>
                  <a:ext cx="487965" cy="52959"/>
                </a:xfrm>
                <a:custGeom>
                  <a:avLst/>
                  <a:gdLst/>
                  <a:ahLst/>
                  <a:cxnLst/>
                  <a:rect l="l" t="t" r="r" b="b"/>
                  <a:pathLst>
                    <a:path w="487965" h="52959" extrusionOk="0">
                      <a:moveTo>
                        <a:pt x="0" y="0"/>
                      </a:moveTo>
                      <a:lnTo>
                        <a:pt x="487966" y="0"/>
                      </a:lnTo>
                      <a:lnTo>
                        <a:pt x="48796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9" name="Google Shape;1049;p32"/>
                <p:cNvSpPr/>
                <p:nvPr/>
              </p:nvSpPr>
              <p:spPr>
                <a:xfrm>
                  <a:off x="10004774" y="976788"/>
                  <a:ext cx="89630" cy="52959"/>
                </a:xfrm>
                <a:custGeom>
                  <a:avLst/>
                  <a:gdLst/>
                  <a:ahLst/>
                  <a:cxnLst/>
                  <a:rect l="l" t="t" r="r" b="b"/>
                  <a:pathLst>
                    <a:path w="89630" h="52959" extrusionOk="0">
                      <a:moveTo>
                        <a:pt x="0" y="0"/>
                      </a:moveTo>
                      <a:lnTo>
                        <a:pt x="89630" y="0"/>
                      </a:lnTo>
                      <a:lnTo>
                        <a:pt x="8963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0" name="Google Shape;1050;p32"/>
                <p:cNvSpPr/>
                <p:nvPr/>
              </p:nvSpPr>
              <p:spPr>
                <a:xfrm>
                  <a:off x="10273760" y="1099280"/>
                  <a:ext cx="230790" cy="52959"/>
                </a:xfrm>
                <a:custGeom>
                  <a:avLst/>
                  <a:gdLst/>
                  <a:ahLst/>
                  <a:cxnLst/>
                  <a:rect l="l" t="t" r="r" b="b"/>
                  <a:pathLst>
                    <a:path w="230790" h="52959" extrusionOk="0">
                      <a:moveTo>
                        <a:pt x="0" y="0"/>
                      </a:moveTo>
                      <a:lnTo>
                        <a:pt x="230790" y="0"/>
                      </a:lnTo>
                      <a:lnTo>
                        <a:pt x="23079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1" name="Google Shape;1051;p32"/>
                <p:cNvSpPr/>
                <p:nvPr/>
              </p:nvSpPr>
              <p:spPr>
                <a:xfrm>
                  <a:off x="10526458" y="1099280"/>
                  <a:ext cx="83248" cy="52959"/>
                </a:xfrm>
                <a:custGeom>
                  <a:avLst/>
                  <a:gdLst/>
                  <a:ahLst/>
                  <a:cxnLst/>
                  <a:rect l="l" t="t" r="r" b="b"/>
                  <a:pathLst>
                    <a:path w="83248" h="52959" extrusionOk="0">
                      <a:moveTo>
                        <a:pt x="0" y="0"/>
                      </a:moveTo>
                      <a:lnTo>
                        <a:pt x="83249" y="0"/>
                      </a:lnTo>
                      <a:lnTo>
                        <a:pt x="8324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2" name="Google Shape;1052;p32"/>
                <p:cNvSpPr/>
                <p:nvPr/>
              </p:nvSpPr>
              <p:spPr>
                <a:xfrm>
                  <a:off x="10004774" y="1099280"/>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3" name="Google Shape;1053;p32"/>
                <p:cNvSpPr/>
                <p:nvPr/>
              </p:nvSpPr>
              <p:spPr>
                <a:xfrm>
                  <a:off x="10178700" y="1221676"/>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4" name="Google Shape;1054;p32"/>
                <p:cNvSpPr/>
                <p:nvPr/>
              </p:nvSpPr>
              <p:spPr>
                <a:xfrm>
                  <a:off x="10004774" y="1221676"/>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55" name="Google Shape;1055;p32"/>
              <p:cNvGrpSpPr/>
              <p:nvPr/>
            </p:nvGrpSpPr>
            <p:grpSpPr>
              <a:xfrm>
                <a:off x="10004774" y="1374362"/>
                <a:ext cx="604932" cy="303466"/>
                <a:chOff x="10004774" y="1374362"/>
                <a:chExt cx="604932" cy="303466"/>
              </a:xfrm>
            </p:grpSpPr>
            <p:sp>
              <p:nvSpPr>
                <p:cNvPr id="1056" name="Google Shape;1056;p32"/>
                <p:cNvSpPr/>
                <p:nvPr/>
              </p:nvSpPr>
              <p:spPr>
                <a:xfrm>
                  <a:off x="10004774" y="1374362"/>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7" name="Google Shape;1057;p32"/>
                <p:cNvSpPr/>
                <p:nvPr/>
              </p:nvSpPr>
              <p:spPr>
                <a:xfrm>
                  <a:off x="10262901" y="1374362"/>
                  <a:ext cx="182498" cy="52959"/>
                </a:xfrm>
                <a:custGeom>
                  <a:avLst/>
                  <a:gdLst/>
                  <a:ahLst/>
                  <a:cxnLst/>
                  <a:rect l="l" t="t" r="r" b="b"/>
                  <a:pathLst>
                    <a:path w="182498" h="52959" extrusionOk="0">
                      <a:moveTo>
                        <a:pt x="0" y="0"/>
                      </a:moveTo>
                      <a:lnTo>
                        <a:pt x="182498" y="0"/>
                      </a:lnTo>
                      <a:lnTo>
                        <a:pt x="18249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8" name="Google Shape;1058;p32"/>
                <p:cNvSpPr/>
                <p:nvPr/>
              </p:nvSpPr>
              <p:spPr>
                <a:xfrm>
                  <a:off x="10464831" y="1374362"/>
                  <a:ext cx="144875" cy="52959"/>
                </a:xfrm>
                <a:custGeom>
                  <a:avLst/>
                  <a:gdLst/>
                  <a:ahLst/>
                  <a:cxnLst/>
                  <a:rect l="l" t="t" r="r" b="b"/>
                  <a:pathLst>
                    <a:path w="144875" h="52959" extrusionOk="0">
                      <a:moveTo>
                        <a:pt x="0" y="0"/>
                      </a:moveTo>
                      <a:lnTo>
                        <a:pt x="144875" y="0"/>
                      </a:lnTo>
                      <a:lnTo>
                        <a:pt x="144875"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9" name="Google Shape;1059;p32"/>
                <p:cNvSpPr/>
                <p:nvPr/>
              </p:nvSpPr>
              <p:spPr>
                <a:xfrm>
                  <a:off x="10273760" y="1502378"/>
                  <a:ext cx="230790" cy="52959"/>
                </a:xfrm>
                <a:custGeom>
                  <a:avLst/>
                  <a:gdLst/>
                  <a:ahLst/>
                  <a:cxnLst/>
                  <a:rect l="l" t="t" r="r" b="b"/>
                  <a:pathLst>
                    <a:path w="230790" h="52959" extrusionOk="0">
                      <a:moveTo>
                        <a:pt x="0" y="0"/>
                      </a:moveTo>
                      <a:lnTo>
                        <a:pt x="230790" y="0"/>
                      </a:lnTo>
                      <a:lnTo>
                        <a:pt x="23079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0" name="Google Shape;1060;p32"/>
                <p:cNvSpPr/>
                <p:nvPr/>
              </p:nvSpPr>
              <p:spPr>
                <a:xfrm>
                  <a:off x="10526458" y="1502378"/>
                  <a:ext cx="83248" cy="52959"/>
                </a:xfrm>
                <a:custGeom>
                  <a:avLst/>
                  <a:gdLst/>
                  <a:ahLst/>
                  <a:cxnLst/>
                  <a:rect l="l" t="t" r="r" b="b"/>
                  <a:pathLst>
                    <a:path w="83248" h="52959" extrusionOk="0">
                      <a:moveTo>
                        <a:pt x="0" y="0"/>
                      </a:moveTo>
                      <a:lnTo>
                        <a:pt x="83249" y="0"/>
                      </a:lnTo>
                      <a:lnTo>
                        <a:pt x="8324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1" name="Google Shape;1061;p32"/>
                <p:cNvSpPr/>
                <p:nvPr/>
              </p:nvSpPr>
              <p:spPr>
                <a:xfrm>
                  <a:off x="10004774" y="1502378"/>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2" name="Google Shape;1062;p32"/>
                <p:cNvSpPr/>
                <p:nvPr/>
              </p:nvSpPr>
              <p:spPr>
                <a:xfrm>
                  <a:off x="10178700" y="1624869"/>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3" name="Google Shape;1063;p32"/>
                <p:cNvSpPr/>
                <p:nvPr/>
              </p:nvSpPr>
              <p:spPr>
                <a:xfrm>
                  <a:off x="10004774" y="1624869"/>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64" name="Google Shape;1064;p32"/>
              <p:cNvSpPr/>
              <p:nvPr/>
            </p:nvSpPr>
            <p:spPr>
              <a:xfrm>
                <a:off x="10004774" y="1875948"/>
                <a:ext cx="605885" cy="438816"/>
              </a:xfrm>
              <a:custGeom>
                <a:avLst/>
                <a:gdLst/>
                <a:ahLst/>
                <a:cxnLst/>
                <a:rect l="l" t="t" r="r" b="b"/>
                <a:pathLst>
                  <a:path w="605885" h="438816" extrusionOk="0">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5" name="Google Shape;1065;p32"/>
              <p:cNvSpPr/>
              <p:nvPr/>
            </p:nvSpPr>
            <p:spPr>
              <a:xfrm>
                <a:off x="9191339" y="860202"/>
                <a:ext cx="605885" cy="815149"/>
              </a:xfrm>
              <a:custGeom>
                <a:avLst/>
                <a:gdLst/>
                <a:ahLst/>
                <a:cxnLst/>
                <a:rect l="l" t="t" r="r" b="b"/>
                <a:pathLst>
                  <a:path w="605885" h="815149" extrusionOk="0">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66" name="Google Shape;1066;p32"/>
            <p:cNvGrpSpPr/>
            <p:nvPr/>
          </p:nvGrpSpPr>
          <p:grpSpPr>
            <a:xfrm>
              <a:off x="6717319" y="354723"/>
              <a:ext cx="656533" cy="799751"/>
              <a:chOff x="9097899" y="793051"/>
              <a:chExt cx="780287" cy="950500"/>
            </a:xfrm>
          </p:grpSpPr>
          <p:grpSp>
            <p:nvGrpSpPr>
              <p:cNvPr id="1067" name="Google Shape;1067;p32"/>
              <p:cNvGrpSpPr/>
              <p:nvPr/>
            </p:nvGrpSpPr>
            <p:grpSpPr>
              <a:xfrm>
                <a:off x="9118758" y="814006"/>
                <a:ext cx="747999" cy="918020"/>
                <a:chOff x="9118758" y="814006"/>
                <a:chExt cx="747999" cy="918020"/>
              </a:xfrm>
            </p:grpSpPr>
            <p:sp>
              <p:nvSpPr>
                <p:cNvPr id="1068" name="Google Shape;1068;p32"/>
                <p:cNvSpPr/>
                <p:nvPr/>
              </p:nvSpPr>
              <p:spPr>
                <a:xfrm>
                  <a:off x="9131522" y="1722501"/>
                  <a:ext cx="700277" cy="9525"/>
                </a:xfrm>
                <a:custGeom>
                  <a:avLst/>
                  <a:gdLst/>
                  <a:ahLst/>
                  <a:cxnLst/>
                  <a:rect l="l" t="t" r="r" b="b"/>
                  <a:pathLst>
                    <a:path w="700277" h="9525" extrusionOk="0">
                      <a:moveTo>
                        <a:pt x="700278" y="0"/>
                      </a:moveTo>
                      <a:lnTo>
                        <a:pt x="0"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9;p32"/>
                <p:cNvSpPr/>
                <p:nvPr/>
              </p:nvSpPr>
              <p:spPr>
                <a:xfrm>
                  <a:off x="9118758" y="826579"/>
                  <a:ext cx="9525" cy="870680"/>
                </a:xfrm>
                <a:custGeom>
                  <a:avLst/>
                  <a:gdLst/>
                  <a:ahLst/>
                  <a:cxnLst/>
                  <a:rect l="l" t="t" r="r" b="b"/>
                  <a:pathLst>
                    <a:path w="9525" h="870680" extrusionOk="0">
                      <a:moveTo>
                        <a:pt x="0" y="870680"/>
                      </a:moveTo>
                      <a:lnTo>
                        <a:pt x="0"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0" name="Google Shape;1070;p32"/>
                <p:cNvSpPr/>
                <p:nvPr/>
              </p:nvSpPr>
              <p:spPr>
                <a:xfrm>
                  <a:off x="9144285" y="814006"/>
                  <a:ext cx="700277" cy="9525"/>
                </a:xfrm>
                <a:custGeom>
                  <a:avLst/>
                  <a:gdLst/>
                  <a:ahLst/>
                  <a:cxnLst/>
                  <a:rect l="l" t="t" r="r" b="b"/>
                  <a:pathLst>
                    <a:path w="700277" h="9525" extrusionOk="0">
                      <a:moveTo>
                        <a:pt x="0" y="0"/>
                      </a:moveTo>
                      <a:lnTo>
                        <a:pt x="700278"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1" name="Google Shape;1071;p32"/>
                <p:cNvSpPr/>
                <p:nvPr/>
              </p:nvSpPr>
              <p:spPr>
                <a:xfrm>
                  <a:off x="9857232" y="839247"/>
                  <a:ext cx="9525" cy="870680"/>
                </a:xfrm>
                <a:custGeom>
                  <a:avLst/>
                  <a:gdLst/>
                  <a:ahLst/>
                  <a:cxnLst/>
                  <a:rect l="l" t="t" r="r" b="b"/>
                  <a:pathLst>
                    <a:path w="9525" h="870680" extrusionOk="0">
                      <a:moveTo>
                        <a:pt x="0" y="0"/>
                      </a:moveTo>
                      <a:lnTo>
                        <a:pt x="0" y="87068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72" name="Google Shape;1072;p32"/>
              <p:cNvGrpSpPr/>
              <p:nvPr/>
            </p:nvGrpSpPr>
            <p:grpSpPr>
              <a:xfrm>
                <a:off x="9097899" y="793051"/>
                <a:ext cx="780287" cy="950500"/>
                <a:chOff x="9097899" y="793051"/>
                <a:chExt cx="780287" cy="950500"/>
              </a:xfrm>
            </p:grpSpPr>
            <p:grpSp>
              <p:nvGrpSpPr>
                <p:cNvPr id="1073" name="Google Shape;1073;p32"/>
                <p:cNvGrpSpPr/>
                <p:nvPr/>
              </p:nvGrpSpPr>
              <p:grpSpPr>
                <a:xfrm>
                  <a:off x="9097899" y="793051"/>
                  <a:ext cx="780287" cy="41909"/>
                  <a:chOff x="9097899" y="793051"/>
                  <a:chExt cx="780287" cy="41909"/>
                </a:xfrm>
              </p:grpSpPr>
              <p:sp>
                <p:nvSpPr>
                  <p:cNvPr id="1074" name="Google Shape;1074;p32"/>
                  <p:cNvSpPr/>
                  <p:nvPr/>
                </p:nvSpPr>
                <p:spPr>
                  <a:xfrm>
                    <a:off x="9097899"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5;p32"/>
                  <p:cNvSpPr/>
                  <p:nvPr/>
                </p:nvSpPr>
                <p:spPr>
                  <a:xfrm>
                    <a:off x="9467088"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6" name="Google Shape;1076;p32"/>
                  <p:cNvSpPr/>
                  <p:nvPr/>
                </p:nvSpPr>
                <p:spPr>
                  <a:xfrm>
                    <a:off x="9836277"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77" name="Google Shape;1077;p32"/>
                <p:cNvGrpSpPr/>
                <p:nvPr/>
              </p:nvGrpSpPr>
              <p:grpSpPr>
                <a:xfrm>
                  <a:off x="9097899" y="1247298"/>
                  <a:ext cx="780287" cy="41910"/>
                  <a:chOff x="9097899" y="1247298"/>
                  <a:chExt cx="780287" cy="41910"/>
                </a:xfrm>
              </p:grpSpPr>
              <p:sp>
                <p:nvSpPr>
                  <p:cNvPr id="1078" name="Google Shape;1078;p32"/>
                  <p:cNvSpPr/>
                  <p:nvPr/>
                </p:nvSpPr>
                <p:spPr>
                  <a:xfrm>
                    <a:off x="9097899" y="1247298"/>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9" name="Google Shape;1079;p32"/>
                  <p:cNvSpPr/>
                  <p:nvPr/>
                </p:nvSpPr>
                <p:spPr>
                  <a:xfrm>
                    <a:off x="9836277" y="1247298"/>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80" name="Google Shape;1080;p32"/>
                <p:cNvGrpSpPr/>
                <p:nvPr/>
              </p:nvGrpSpPr>
              <p:grpSpPr>
                <a:xfrm>
                  <a:off x="9097899" y="1701641"/>
                  <a:ext cx="780287" cy="41910"/>
                  <a:chOff x="9097899" y="1701641"/>
                  <a:chExt cx="780287" cy="41910"/>
                </a:xfrm>
              </p:grpSpPr>
              <p:sp>
                <p:nvSpPr>
                  <p:cNvPr id="1081" name="Google Shape;1081;p32"/>
                  <p:cNvSpPr/>
                  <p:nvPr/>
                </p:nvSpPr>
                <p:spPr>
                  <a:xfrm>
                    <a:off x="9097899"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2" name="Google Shape;1082;p32"/>
                  <p:cNvSpPr/>
                  <p:nvPr/>
                </p:nvSpPr>
                <p:spPr>
                  <a:xfrm>
                    <a:off x="9467088"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3;p32"/>
                  <p:cNvSpPr/>
                  <p:nvPr/>
                </p:nvSpPr>
                <p:spPr>
                  <a:xfrm>
                    <a:off x="9836277"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1084" name="Google Shape;1084;p32"/>
            <p:cNvGrpSpPr/>
            <p:nvPr/>
          </p:nvGrpSpPr>
          <p:grpSpPr>
            <a:xfrm>
              <a:off x="7074117" y="956519"/>
              <a:ext cx="215826" cy="125825"/>
              <a:chOff x="9521952" y="1508283"/>
              <a:chExt cx="256508" cy="149542"/>
            </a:xfrm>
          </p:grpSpPr>
          <p:sp>
            <p:nvSpPr>
              <p:cNvPr id="1085" name="Google Shape;1085;p32"/>
              <p:cNvSpPr/>
              <p:nvPr/>
            </p:nvSpPr>
            <p:spPr>
              <a:xfrm>
                <a:off x="9521952" y="1508283"/>
                <a:ext cx="256508" cy="149542"/>
              </a:xfrm>
              <a:custGeom>
                <a:avLst/>
                <a:gdLst/>
                <a:ahLst/>
                <a:cxnLst/>
                <a:rect l="l" t="t" r="r" b="b"/>
                <a:pathLst>
                  <a:path w="256508" h="149542" extrusionOk="0">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086" name="Google Shape;1086;p32"/>
              <p:cNvGrpSpPr/>
              <p:nvPr/>
            </p:nvGrpSpPr>
            <p:grpSpPr>
              <a:xfrm>
                <a:off x="9556578" y="1534618"/>
                <a:ext cx="183763" cy="98921"/>
                <a:chOff x="9556578" y="1534618"/>
                <a:chExt cx="183763" cy="98921"/>
              </a:xfrm>
            </p:grpSpPr>
            <p:grpSp>
              <p:nvGrpSpPr>
                <p:cNvPr id="1087" name="Google Shape;1087;p32"/>
                <p:cNvGrpSpPr/>
                <p:nvPr/>
              </p:nvGrpSpPr>
              <p:grpSpPr>
                <a:xfrm>
                  <a:off x="9645396" y="1536115"/>
                  <a:ext cx="94945" cy="94946"/>
                  <a:chOff x="9645396" y="1536115"/>
                  <a:chExt cx="94945" cy="94946"/>
                </a:xfrm>
              </p:grpSpPr>
              <p:sp>
                <p:nvSpPr>
                  <p:cNvPr id="1088" name="Google Shape;1088;p32"/>
                  <p:cNvSpPr/>
                  <p:nvPr/>
                </p:nvSpPr>
                <p:spPr>
                  <a:xfrm>
                    <a:off x="9645396" y="1588389"/>
                    <a:ext cx="42671" cy="42672"/>
                  </a:xfrm>
                  <a:custGeom>
                    <a:avLst/>
                    <a:gdLst/>
                    <a:ahLst/>
                    <a:cxnLst/>
                    <a:rect l="l" t="t" r="r" b="b"/>
                    <a:pathLst>
                      <a:path w="42671" h="42672" extrusionOk="0">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9" name="Google Shape;1089;p32"/>
                  <p:cNvSpPr/>
                  <p:nvPr/>
                </p:nvSpPr>
                <p:spPr>
                  <a:xfrm>
                    <a:off x="9674923" y="1536115"/>
                    <a:ext cx="65418" cy="65418"/>
                  </a:xfrm>
                  <a:custGeom>
                    <a:avLst/>
                    <a:gdLst/>
                    <a:ahLst/>
                    <a:cxnLst/>
                    <a:rect l="l" t="t" r="r" b="b"/>
                    <a:pathLst>
                      <a:path w="65418" h="65418" extrusionOk="0">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90" name="Google Shape;1090;p32"/>
                <p:cNvGrpSpPr/>
                <p:nvPr/>
              </p:nvGrpSpPr>
              <p:grpSpPr>
                <a:xfrm>
                  <a:off x="9556578" y="1534618"/>
                  <a:ext cx="98773" cy="98921"/>
                  <a:chOff x="9556578" y="1534618"/>
                  <a:chExt cx="98773" cy="98921"/>
                </a:xfrm>
              </p:grpSpPr>
              <p:sp>
                <p:nvSpPr>
                  <p:cNvPr id="1091" name="Google Shape;1091;p32"/>
                  <p:cNvSpPr/>
                  <p:nvPr/>
                </p:nvSpPr>
                <p:spPr>
                  <a:xfrm>
                    <a:off x="9556578" y="1534618"/>
                    <a:ext cx="98773" cy="98921"/>
                  </a:xfrm>
                  <a:custGeom>
                    <a:avLst/>
                    <a:gdLst/>
                    <a:ahLst/>
                    <a:cxnLst/>
                    <a:rect l="l" t="t" r="r" b="b"/>
                    <a:pathLst>
                      <a:path w="98773" h="98921" extrusionOk="0">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2" name="Google Shape;1092;p32"/>
                  <p:cNvSpPr/>
                  <p:nvPr/>
                </p:nvSpPr>
                <p:spPr>
                  <a:xfrm>
                    <a:off x="9597270" y="1577125"/>
                    <a:ext cx="15573" cy="15573"/>
                  </a:xfrm>
                  <a:custGeom>
                    <a:avLst/>
                    <a:gdLst/>
                    <a:ahLst/>
                    <a:cxnLst/>
                    <a:rect l="l" t="t" r="r" b="b"/>
                    <a:pathLst>
                      <a:path w="15573" h="15573" extrusionOk="0">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grpSp>
        <p:nvGrpSpPr>
          <p:cNvPr id="1093" name="Google Shape;1093;p32"/>
          <p:cNvGrpSpPr/>
          <p:nvPr/>
        </p:nvGrpSpPr>
        <p:grpSpPr>
          <a:xfrm>
            <a:off x="254436" y="3695349"/>
            <a:ext cx="917374" cy="683570"/>
            <a:chOff x="1914620" y="1930431"/>
            <a:chExt cx="572929" cy="426911"/>
          </a:xfrm>
        </p:grpSpPr>
        <p:grpSp>
          <p:nvGrpSpPr>
            <p:cNvPr id="1094" name="Google Shape;1094;p32"/>
            <p:cNvGrpSpPr/>
            <p:nvPr/>
          </p:nvGrpSpPr>
          <p:grpSpPr>
            <a:xfrm>
              <a:off x="1914620" y="1930431"/>
              <a:ext cx="572929" cy="426911"/>
              <a:chOff x="1914620" y="1930431"/>
              <a:chExt cx="572929" cy="426911"/>
            </a:xfrm>
          </p:grpSpPr>
          <p:sp>
            <p:nvSpPr>
              <p:cNvPr id="1095" name="Google Shape;1095;p32"/>
              <p:cNvSpPr/>
              <p:nvPr/>
            </p:nvSpPr>
            <p:spPr>
              <a:xfrm>
                <a:off x="2042160" y="1930431"/>
                <a:ext cx="445389" cy="299466"/>
              </a:xfrm>
              <a:custGeom>
                <a:avLst/>
                <a:gdLst/>
                <a:ahLst/>
                <a:cxnLst/>
                <a:rect l="l" t="t" r="r" b="b"/>
                <a:pathLst>
                  <a:path w="445389" h="299466" extrusionOk="0">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6" name="Google Shape;1096;p32"/>
              <p:cNvSpPr/>
              <p:nvPr/>
            </p:nvSpPr>
            <p:spPr>
              <a:xfrm>
                <a:off x="1978342" y="1994058"/>
                <a:ext cx="445389" cy="299465"/>
              </a:xfrm>
              <a:custGeom>
                <a:avLst/>
                <a:gdLst/>
                <a:ahLst/>
                <a:cxnLst/>
                <a:rect l="l" t="t" r="r" b="b"/>
                <a:pathLst>
                  <a:path w="445389" h="299465" extrusionOk="0">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7" name="Google Shape;1097;p32"/>
              <p:cNvSpPr/>
              <p:nvPr/>
            </p:nvSpPr>
            <p:spPr>
              <a:xfrm>
                <a:off x="1914620" y="2057876"/>
                <a:ext cx="445389" cy="299466"/>
              </a:xfrm>
              <a:custGeom>
                <a:avLst/>
                <a:gdLst/>
                <a:ahLst/>
                <a:cxnLst/>
                <a:rect l="l" t="t" r="r" b="b"/>
                <a:pathLst>
                  <a:path w="445389" h="299466" extrusionOk="0">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98" name="Google Shape;1098;p32"/>
            <p:cNvSpPr/>
            <p:nvPr/>
          </p:nvSpPr>
          <p:spPr>
            <a:xfrm>
              <a:off x="2024157" y="2180272"/>
              <a:ext cx="222980" cy="101917"/>
            </a:xfrm>
            <a:custGeom>
              <a:avLst/>
              <a:gdLst/>
              <a:ahLst/>
              <a:cxnLst/>
              <a:rect l="l" t="t" r="r" b="b"/>
              <a:pathLst>
                <a:path w="222980" h="101917" extrusionOk="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02"/>
        <p:cNvGrpSpPr/>
        <p:nvPr/>
      </p:nvGrpSpPr>
      <p:grpSpPr>
        <a:xfrm>
          <a:off x="0" y="0"/>
          <a:ext cx="0" cy="0"/>
          <a:chOff x="0" y="0"/>
          <a:chExt cx="0" cy="0"/>
        </a:xfrm>
      </p:grpSpPr>
      <p:sp>
        <p:nvSpPr>
          <p:cNvPr id="1103" name="Google Shape;1103;p33"/>
          <p:cNvSpPr txBox="1">
            <a:spLocks noGrp="1"/>
          </p:cNvSpPr>
          <p:nvPr>
            <p:ph type="title"/>
          </p:nvPr>
        </p:nvSpPr>
        <p:spPr>
          <a:xfrm>
            <a:off x="2013850" y="841075"/>
            <a:ext cx="5116200" cy="139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have </a:t>
            </a:r>
            <a:endParaRPr/>
          </a:p>
          <a:p>
            <a:pPr marL="0" lvl="0" indent="0" algn="l" rtl="0">
              <a:spcBef>
                <a:spcPts val="0"/>
              </a:spcBef>
              <a:spcAft>
                <a:spcPts val="0"/>
              </a:spcAft>
              <a:buNone/>
            </a:pPr>
            <a:r>
              <a:rPr lang="en"/>
              <a:t>a look</a:t>
            </a:r>
            <a:endParaRPr/>
          </a:p>
        </p:txBody>
      </p:sp>
      <p:sp>
        <p:nvSpPr>
          <p:cNvPr id="1104" name="Google Shape;1104;p33"/>
          <p:cNvSpPr txBox="1">
            <a:spLocks noGrp="1"/>
          </p:cNvSpPr>
          <p:nvPr>
            <p:ph type="subTitle" idx="1"/>
          </p:nvPr>
        </p:nvSpPr>
        <p:spPr>
          <a:xfrm>
            <a:off x="2013850" y="2231525"/>
            <a:ext cx="5116200" cy="207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108"/>
        <p:cNvGrpSpPr/>
        <p:nvPr/>
      </p:nvGrpSpPr>
      <p:grpSpPr>
        <a:xfrm>
          <a:off x="0" y="0"/>
          <a:ext cx="0" cy="0"/>
          <a:chOff x="0" y="0"/>
          <a:chExt cx="0" cy="0"/>
        </a:xfrm>
      </p:grpSpPr>
      <p:sp>
        <p:nvSpPr>
          <p:cNvPr id="1109" name="Google Shape;1109;p34"/>
          <p:cNvSpPr txBox="1">
            <a:spLocks noGrp="1"/>
          </p:cNvSpPr>
          <p:nvPr>
            <p:ph type="subTitle" idx="4"/>
          </p:nvPr>
        </p:nvSpPr>
        <p:spPr>
          <a:xfrm>
            <a:off x="4679164" y="1817200"/>
            <a:ext cx="33843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idea</a:t>
            </a:r>
            <a:endParaRPr/>
          </a:p>
        </p:txBody>
      </p:sp>
      <p:sp>
        <p:nvSpPr>
          <p:cNvPr id="1110" name="Google Shape;1110;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1111" name="Google Shape;1111;p34"/>
          <p:cNvSpPr txBox="1">
            <a:spLocks noGrp="1"/>
          </p:cNvSpPr>
          <p:nvPr>
            <p:ph type="subTitle" idx="1"/>
          </p:nvPr>
        </p:nvSpPr>
        <p:spPr>
          <a:xfrm>
            <a:off x="4679150" y="2453574"/>
            <a:ext cx="3384300" cy="113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1112" name="Google Shape;1112;p34"/>
          <p:cNvSpPr txBox="1">
            <a:spLocks noGrp="1"/>
          </p:cNvSpPr>
          <p:nvPr>
            <p:ph type="subTitle" idx="2"/>
          </p:nvPr>
        </p:nvSpPr>
        <p:spPr>
          <a:xfrm>
            <a:off x="1080525" y="2453574"/>
            <a:ext cx="3384300" cy="113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1113" name="Google Shape;1113;p34"/>
          <p:cNvSpPr txBox="1">
            <a:spLocks noGrp="1"/>
          </p:cNvSpPr>
          <p:nvPr>
            <p:ph type="subTitle" idx="3"/>
          </p:nvPr>
        </p:nvSpPr>
        <p:spPr>
          <a:xfrm>
            <a:off x="1080536" y="1817200"/>
            <a:ext cx="33843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company</a:t>
            </a:r>
            <a:endParaRPr/>
          </a:p>
        </p:txBody>
      </p:sp>
      <p:grpSp>
        <p:nvGrpSpPr>
          <p:cNvPr id="1114" name="Google Shape;1114;p34"/>
          <p:cNvGrpSpPr/>
          <p:nvPr/>
        </p:nvGrpSpPr>
        <p:grpSpPr>
          <a:xfrm>
            <a:off x="7658533" y="701383"/>
            <a:ext cx="1187311" cy="624971"/>
            <a:chOff x="3859815" y="2867310"/>
            <a:chExt cx="1262157" cy="664368"/>
          </a:xfrm>
        </p:grpSpPr>
        <p:sp>
          <p:nvSpPr>
            <p:cNvPr id="1115" name="Google Shape;1115;p34"/>
            <p:cNvSpPr/>
            <p:nvPr/>
          </p:nvSpPr>
          <p:spPr>
            <a:xfrm>
              <a:off x="3859815" y="2867310"/>
              <a:ext cx="1262157" cy="664368"/>
            </a:xfrm>
            <a:custGeom>
              <a:avLst/>
              <a:gdLst/>
              <a:ahLst/>
              <a:cxnLst/>
              <a:rect l="l" t="t" r="r" b="b"/>
              <a:pathLst>
                <a:path w="1262157" h="664368" extrusionOk="0">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16" name="Google Shape;1116;p34"/>
            <p:cNvGrpSpPr/>
            <p:nvPr/>
          </p:nvGrpSpPr>
          <p:grpSpPr>
            <a:xfrm>
              <a:off x="4275677" y="3065525"/>
              <a:ext cx="334517" cy="380047"/>
              <a:chOff x="4275677" y="3065525"/>
              <a:chExt cx="334517" cy="380047"/>
            </a:xfrm>
          </p:grpSpPr>
          <p:grpSp>
            <p:nvGrpSpPr>
              <p:cNvPr id="1117" name="Google Shape;1117;p34"/>
              <p:cNvGrpSpPr/>
              <p:nvPr/>
            </p:nvGrpSpPr>
            <p:grpSpPr>
              <a:xfrm>
                <a:off x="4275677" y="3065525"/>
                <a:ext cx="334517" cy="380047"/>
                <a:chOff x="4275677" y="3065525"/>
                <a:chExt cx="334517" cy="380047"/>
              </a:xfrm>
            </p:grpSpPr>
            <p:grpSp>
              <p:nvGrpSpPr>
                <p:cNvPr id="1118" name="Google Shape;1118;p34"/>
                <p:cNvGrpSpPr/>
                <p:nvPr/>
              </p:nvGrpSpPr>
              <p:grpSpPr>
                <a:xfrm>
                  <a:off x="4275677" y="3301269"/>
                  <a:ext cx="334422" cy="144303"/>
                  <a:chOff x="4275677" y="3301269"/>
                  <a:chExt cx="334422" cy="144303"/>
                </a:xfrm>
              </p:grpSpPr>
              <p:sp>
                <p:nvSpPr>
                  <p:cNvPr id="1119" name="Google Shape;1119;p34"/>
                  <p:cNvSpPr/>
                  <p:nvPr/>
                </p:nvSpPr>
                <p:spPr>
                  <a:xfrm>
                    <a:off x="4275677" y="333165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20;p34"/>
                  <p:cNvSpPr/>
                  <p:nvPr/>
                </p:nvSpPr>
                <p:spPr>
                  <a:xfrm>
                    <a:off x="4275772" y="3301269"/>
                    <a:ext cx="334327" cy="60769"/>
                  </a:xfrm>
                  <a:custGeom>
                    <a:avLst/>
                    <a:gdLst/>
                    <a:ahLst/>
                    <a:cxnLst/>
                    <a:rect l="l" t="t" r="r" b="b"/>
                    <a:pathLst>
                      <a:path w="334327" h="60769" extrusionOk="0">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21" name="Google Shape;1121;p34"/>
                <p:cNvGrpSpPr/>
                <p:nvPr/>
              </p:nvGrpSpPr>
              <p:grpSpPr>
                <a:xfrm>
                  <a:off x="4275677" y="3183350"/>
                  <a:ext cx="334422" cy="144302"/>
                  <a:chOff x="4275677" y="3183350"/>
                  <a:chExt cx="334422" cy="144302"/>
                </a:xfrm>
              </p:grpSpPr>
              <p:sp>
                <p:nvSpPr>
                  <p:cNvPr id="1122" name="Google Shape;1122;p34"/>
                  <p:cNvSpPr/>
                  <p:nvPr/>
                </p:nvSpPr>
                <p:spPr>
                  <a:xfrm>
                    <a:off x="4275677" y="321373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3" name="Google Shape;1123;p34"/>
                  <p:cNvSpPr/>
                  <p:nvPr/>
                </p:nvSpPr>
                <p:spPr>
                  <a:xfrm>
                    <a:off x="4275772" y="3183350"/>
                    <a:ext cx="334327" cy="60769"/>
                  </a:xfrm>
                  <a:custGeom>
                    <a:avLst/>
                    <a:gdLst/>
                    <a:ahLst/>
                    <a:cxnLst/>
                    <a:rect l="l" t="t" r="r" b="b"/>
                    <a:pathLst>
                      <a:path w="334327" h="60769" extrusionOk="0">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24" name="Google Shape;1124;p34"/>
                <p:cNvGrpSpPr/>
                <p:nvPr/>
              </p:nvGrpSpPr>
              <p:grpSpPr>
                <a:xfrm>
                  <a:off x="4275677" y="3065525"/>
                  <a:ext cx="334517" cy="144303"/>
                  <a:chOff x="4275677" y="3065525"/>
                  <a:chExt cx="334517" cy="144303"/>
                </a:xfrm>
              </p:grpSpPr>
              <p:sp>
                <p:nvSpPr>
                  <p:cNvPr id="1125" name="Google Shape;1125;p34"/>
                  <p:cNvSpPr/>
                  <p:nvPr/>
                </p:nvSpPr>
                <p:spPr>
                  <a:xfrm>
                    <a:off x="4275677" y="3095910"/>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6" name="Google Shape;1126;p34"/>
                  <p:cNvSpPr/>
                  <p:nvPr/>
                </p:nvSpPr>
                <p:spPr>
                  <a:xfrm>
                    <a:off x="4275867" y="3065525"/>
                    <a:ext cx="334327" cy="60769"/>
                  </a:xfrm>
                  <a:custGeom>
                    <a:avLst/>
                    <a:gdLst/>
                    <a:ahLst/>
                    <a:cxnLst/>
                    <a:rect l="l" t="t" r="r" b="b"/>
                    <a:pathLst>
                      <a:path w="334327" h="60769" extrusionOk="0">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127" name="Google Shape;1127;p34"/>
              <p:cNvSpPr/>
              <p:nvPr/>
            </p:nvSpPr>
            <p:spPr>
              <a:xfrm>
                <a:off x="4529994" y="3140487"/>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8" name="Google Shape;1128;p34"/>
              <p:cNvSpPr/>
              <p:nvPr/>
            </p:nvSpPr>
            <p:spPr>
              <a:xfrm>
                <a:off x="4529994" y="3256216"/>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9" name="Google Shape;1129;p34"/>
              <p:cNvSpPr/>
              <p:nvPr/>
            </p:nvSpPr>
            <p:spPr>
              <a:xfrm>
                <a:off x="4529994" y="3377088"/>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133"/>
        <p:cNvGrpSpPr/>
        <p:nvPr/>
      </p:nvGrpSpPr>
      <p:grpSpPr>
        <a:xfrm>
          <a:off x="0" y="0"/>
          <a:ext cx="0" cy="0"/>
          <a:chOff x="0" y="0"/>
          <a:chExt cx="0" cy="0"/>
        </a:xfrm>
      </p:grpSpPr>
      <p:sp>
        <p:nvSpPr>
          <p:cNvPr id="1134" name="Google Shape;1134;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Main ideas of a pitch deck</a:t>
            </a:r>
            <a:endParaRPr/>
          </a:p>
        </p:txBody>
      </p:sp>
      <p:sp>
        <p:nvSpPr>
          <p:cNvPr id="1135" name="Google Shape;1135;p35"/>
          <p:cNvSpPr txBox="1">
            <a:spLocks noGrp="1"/>
          </p:cNvSpPr>
          <p:nvPr>
            <p:ph type="subTitle" idx="4"/>
          </p:nvPr>
        </p:nvSpPr>
        <p:spPr>
          <a:xfrm>
            <a:off x="937625" y="1775401"/>
            <a:ext cx="21753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Presentation</a:t>
            </a:r>
            <a:endParaRPr/>
          </a:p>
        </p:txBody>
      </p:sp>
      <p:sp>
        <p:nvSpPr>
          <p:cNvPr id="1136" name="Google Shape;1136;p35"/>
          <p:cNvSpPr txBox="1">
            <a:spLocks noGrp="1"/>
          </p:cNvSpPr>
          <p:nvPr>
            <p:ph type="subTitle" idx="5"/>
          </p:nvPr>
        </p:nvSpPr>
        <p:spPr>
          <a:xfrm>
            <a:off x="3484350" y="1775401"/>
            <a:ext cx="21753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Investors</a:t>
            </a:r>
            <a:endParaRPr/>
          </a:p>
        </p:txBody>
      </p:sp>
      <p:sp>
        <p:nvSpPr>
          <p:cNvPr id="1137" name="Google Shape;1137;p35"/>
          <p:cNvSpPr txBox="1">
            <a:spLocks noGrp="1"/>
          </p:cNvSpPr>
          <p:nvPr>
            <p:ph type="subTitle" idx="1"/>
          </p:nvPr>
        </p:nvSpPr>
        <p:spPr>
          <a:xfrm>
            <a:off x="937625" y="2579823"/>
            <a:ext cx="21753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great presentation for a pitch deck should be concise, clear and easy to understand. Visual elements such as charts, graphs, images, and videos can help to make the presentation engaging</a:t>
            </a:r>
            <a:endParaRPr/>
          </a:p>
        </p:txBody>
      </p:sp>
      <p:sp>
        <p:nvSpPr>
          <p:cNvPr id="1138" name="Google Shape;1138;p35"/>
          <p:cNvSpPr txBox="1">
            <a:spLocks noGrp="1"/>
          </p:cNvSpPr>
          <p:nvPr>
            <p:ph type="subTitle" idx="2"/>
          </p:nvPr>
        </p:nvSpPr>
        <p:spPr>
          <a:xfrm>
            <a:off x="3484347" y="2579823"/>
            <a:ext cx="21753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When it comes to picking investors for a pitch deck, it's important to research potential investors and understand their preferences, goals</a:t>
            </a:r>
            <a:endParaRPr/>
          </a:p>
          <a:p>
            <a:pPr marL="0" lvl="0" indent="0" algn="l" rtl="0">
              <a:spcBef>
                <a:spcPts val="0"/>
              </a:spcBef>
              <a:spcAft>
                <a:spcPts val="0"/>
              </a:spcAft>
              <a:buNone/>
            </a:pPr>
            <a:r>
              <a:rPr lang="en"/>
              <a:t>and interests</a:t>
            </a:r>
            <a:endParaRPr/>
          </a:p>
        </p:txBody>
      </p:sp>
      <p:sp>
        <p:nvSpPr>
          <p:cNvPr id="1139" name="Google Shape;1139;p35"/>
          <p:cNvSpPr txBox="1">
            <a:spLocks noGrp="1"/>
          </p:cNvSpPr>
          <p:nvPr>
            <p:ph type="subTitle" idx="3"/>
          </p:nvPr>
        </p:nvSpPr>
        <p:spPr>
          <a:xfrm>
            <a:off x="6031075" y="2579823"/>
            <a:ext cx="21753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value of a product is determined by how much customers are willing to pay for it. It's a combination of factors, including the quality of the product, its features, and how well it meets customer needs</a:t>
            </a:r>
            <a:endParaRPr/>
          </a:p>
        </p:txBody>
      </p:sp>
      <p:sp>
        <p:nvSpPr>
          <p:cNvPr id="1140" name="Google Shape;1140;p35"/>
          <p:cNvSpPr txBox="1">
            <a:spLocks noGrp="1"/>
          </p:cNvSpPr>
          <p:nvPr>
            <p:ph type="subTitle" idx="6"/>
          </p:nvPr>
        </p:nvSpPr>
        <p:spPr>
          <a:xfrm>
            <a:off x="6031075" y="1775401"/>
            <a:ext cx="21753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Value</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144"/>
        <p:cNvGrpSpPr/>
        <p:nvPr/>
      </p:nvGrpSpPr>
      <p:grpSpPr>
        <a:xfrm>
          <a:off x="0" y="0"/>
          <a:ext cx="0" cy="0"/>
          <a:chOff x="0" y="0"/>
          <a:chExt cx="0" cy="0"/>
        </a:xfrm>
      </p:grpSpPr>
      <p:sp>
        <p:nvSpPr>
          <p:cNvPr id="1145" name="Google Shape;1145;p36"/>
          <p:cNvSpPr txBox="1">
            <a:spLocks noGrp="1"/>
          </p:cNvSpPr>
          <p:nvPr>
            <p:ph type="subTitle" idx="6"/>
          </p:nvPr>
        </p:nvSpPr>
        <p:spPr>
          <a:xfrm>
            <a:off x="1253225" y="2875125"/>
            <a:ext cx="2811000" cy="69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1146" name="Google Shape;1146;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Key ideas in market opportunity</a:t>
            </a:r>
            <a:endParaRPr/>
          </a:p>
        </p:txBody>
      </p:sp>
      <p:sp>
        <p:nvSpPr>
          <p:cNvPr id="1147" name="Google Shape;1147;p36"/>
          <p:cNvSpPr txBox="1">
            <a:spLocks noGrp="1"/>
          </p:cNvSpPr>
          <p:nvPr>
            <p:ph type="subTitle" idx="1"/>
          </p:nvPr>
        </p:nvSpPr>
        <p:spPr>
          <a:xfrm>
            <a:off x="1253225" y="2053700"/>
            <a:ext cx="2811000" cy="103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Analyze existing customer needs and identify gaps in the market to find new opportunities</a:t>
            </a:r>
            <a:endParaRPr/>
          </a:p>
        </p:txBody>
      </p:sp>
      <p:sp>
        <p:nvSpPr>
          <p:cNvPr id="1148" name="Google Shape;1148;p36"/>
          <p:cNvSpPr txBox="1">
            <a:spLocks noGrp="1"/>
          </p:cNvSpPr>
          <p:nvPr>
            <p:ph type="subTitle" idx="2"/>
          </p:nvPr>
        </p:nvSpPr>
        <p:spPr>
          <a:xfrm>
            <a:off x="5079776" y="2053700"/>
            <a:ext cx="2811000" cy="103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Utilize technology and customer feedback to come up with novel solutions that meet your customer’s demands or needs</a:t>
            </a:r>
            <a:endParaRPr/>
          </a:p>
        </p:txBody>
      </p:sp>
      <p:sp>
        <p:nvSpPr>
          <p:cNvPr id="1149" name="Google Shape;1149;p36"/>
          <p:cNvSpPr txBox="1">
            <a:spLocks noGrp="1"/>
          </p:cNvSpPr>
          <p:nvPr>
            <p:ph type="subTitle" idx="3"/>
          </p:nvPr>
        </p:nvSpPr>
        <p:spPr>
          <a:xfrm>
            <a:off x="1253225" y="3565300"/>
            <a:ext cx="2811000" cy="103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1150" name="Google Shape;1150;p36"/>
          <p:cNvSpPr txBox="1">
            <a:spLocks noGrp="1"/>
          </p:cNvSpPr>
          <p:nvPr>
            <p:ph type="subTitle" idx="4"/>
          </p:nvPr>
        </p:nvSpPr>
        <p:spPr>
          <a:xfrm>
            <a:off x="5079776" y="3565300"/>
            <a:ext cx="2811000" cy="103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1151" name="Google Shape;1151;p36"/>
          <p:cNvSpPr txBox="1">
            <a:spLocks noGrp="1"/>
          </p:cNvSpPr>
          <p:nvPr>
            <p:ph type="subTitle" idx="5"/>
          </p:nvPr>
        </p:nvSpPr>
        <p:spPr>
          <a:xfrm>
            <a:off x="1253225" y="1363500"/>
            <a:ext cx="2811000" cy="69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1152" name="Google Shape;1152;p36"/>
          <p:cNvSpPr txBox="1">
            <a:spLocks noGrp="1"/>
          </p:cNvSpPr>
          <p:nvPr>
            <p:ph type="subTitle" idx="7"/>
          </p:nvPr>
        </p:nvSpPr>
        <p:spPr>
          <a:xfrm>
            <a:off x="5079750" y="1363500"/>
            <a:ext cx="2811000" cy="69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1153" name="Google Shape;1153;p36"/>
          <p:cNvSpPr txBox="1">
            <a:spLocks noGrp="1"/>
          </p:cNvSpPr>
          <p:nvPr>
            <p:ph type="subTitle" idx="8"/>
          </p:nvPr>
        </p:nvSpPr>
        <p:spPr>
          <a:xfrm>
            <a:off x="5079750" y="2875125"/>
            <a:ext cx="2811000" cy="69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157"/>
        <p:cNvGrpSpPr/>
        <p:nvPr/>
      </p:nvGrpSpPr>
      <p:grpSpPr>
        <a:xfrm>
          <a:off x="0" y="0"/>
          <a:ext cx="0" cy="0"/>
          <a:chOff x="0" y="0"/>
          <a:chExt cx="0" cy="0"/>
        </a:xfrm>
      </p:grpSpPr>
      <p:sp>
        <p:nvSpPr>
          <p:cNvPr id="1158" name="Google Shape;1158;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1159" name="Google Shape;1159;p37"/>
          <p:cNvSpPr txBox="1">
            <a:spLocks noGrp="1"/>
          </p:cNvSpPr>
          <p:nvPr>
            <p:ph type="subTitle" idx="1"/>
          </p:nvPr>
        </p:nvSpPr>
        <p:spPr>
          <a:xfrm>
            <a:off x="723900" y="1710151"/>
            <a:ext cx="19860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1160" name="Google Shape;1160;p37"/>
          <p:cNvSpPr txBox="1">
            <a:spLocks noGrp="1"/>
          </p:cNvSpPr>
          <p:nvPr>
            <p:ph type="subTitle" idx="2"/>
          </p:nvPr>
        </p:nvSpPr>
        <p:spPr>
          <a:xfrm>
            <a:off x="3577144" y="1710161"/>
            <a:ext cx="19860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1161" name="Google Shape;1161;p37"/>
          <p:cNvSpPr txBox="1">
            <a:spLocks noGrp="1"/>
          </p:cNvSpPr>
          <p:nvPr>
            <p:ph type="subTitle" idx="3"/>
          </p:nvPr>
        </p:nvSpPr>
        <p:spPr>
          <a:xfrm>
            <a:off x="723900" y="3498800"/>
            <a:ext cx="19860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1162" name="Google Shape;1162;p37"/>
          <p:cNvSpPr txBox="1">
            <a:spLocks noGrp="1"/>
          </p:cNvSpPr>
          <p:nvPr>
            <p:ph type="subTitle" idx="4"/>
          </p:nvPr>
        </p:nvSpPr>
        <p:spPr>
          <a:xfrm>
            <a:off x="3577144" y="3498800"/>
            <a:ext cx="19860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1163" name="Google Shape;1163;p37"/>
          <p:cNvSpPr txBox="1">
            <a:spLocks noGrp="1"/>
          </p:cNvSpPr>
          <p:nvPr>
            <p:ph type="subTitle" idx="7"/>
          </p:nvPr>
        </p:nvSpPr>
        <p:spPr>
          <a:xfrm>
            <a:off x="731700" y="1060275"/>
            <a:ext cx="1978200" cy="6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1164" name="Google Shape;1164;p37"/>
          <p:cNvSpPr txBox="1">
            <a:spLocks noGrp="1"/>
          </p:cNvSpPr>
          <p:nvPr>
            <p:ph type="subTitle" idx="8"/>
          </p:nvPr>
        </p:nvSpPr>
        <p:spPr>
          <a:xfrm>
            <a:off x="3582994" y="1060284"/>
            <a:ext cx="1978200" cy="6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1165" name="Google Shape;1165;p37"/>
          <p:cNvSpPr txBox="1">
            <a:spLocks noGrp="1"/>
          </p:cNvSpPr>
          <p:nvPr>
            <p:ph type="subTitle" idx="9"/>
          </p:nvPr>
        </p:nvSpPr>
        <p:spPr>
          <a:xfrm>
            <a:off x="6434288" y="1060284"/>
            <a:ext cx="1978200" cy="6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1166" name="Google Shape;1166;p37"/>
          <p:cNvSpPr txBox="1">
            <a:spLocks noGrp="1"/>
          </p:cNvSpPr>
          <p:nvPr>
            <p:ph type="subTitle" idx="5"/>
          </p:nvPr>
        </p:nvSpPr>
        <p:spPr>
          <a:xfrm>
            <a:off x="6430388" y="1710161"/>
            <a:ext cx="19860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1167" name="Google Shape;1167;p37"/>
          <p:cNvSpPr txBox="1">
            <a:spLocks noGrp="1"/>
          </p:cNvSpPr>
          <p:nvPr>
            <p:ph type="subTitle" idx="6"/>
          </p:nvPr>
        </p:nvSpPr>
        <p:spPr>
          <a:xfrm>
            <a:off x="6430388" y="3498800"/>
            <a:ext cx="1986000" cy="11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1168" name="Google Shape;1168;p37"/>
          <p:cNvSpPr txBox="1">
            <a:spLocks noGrp="1"/>
          </p:cNvSpPr>
          <p:nvPr>
            <p:ph type="subTitle" idx="13"/>
          </p:nvPr>
        </p:nvSpPr>
        <p:spPr>
          <a:xfrm>
            <a:off x="723900" y="2845800"/>
            <a:ext cx="1986000" cy="6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Make it memorable </a:t>
            </a:r>
            <a:endParaRPr/>
          </a:p>
        </p:txBody>
      </p:sp>
      <p:sp>
        <p:nvSpPr>
          <p:cNvPr id="1169" name="Google Shape;1169;p37"/>
          <p:cNvSpPr txBox="1">
            <a:spLocks noGrp="1"/>
          </p:cNvSpPr>
          <p:nvPr>
            <p:ph type="subTitle" idx="14"/>
          </p:nvPr>
        </p:nvSpPr>
        <p:spPr>
          <a:xfrm>
            <a:off x="3582995" y="2845800"/>
            <a:ext cx="1978200" cy="6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1170" name="Google Shape;1170;p37"/>
          <p:cNvSpPr txBox="1">
            <a:spLocks noGrp="1"/>
          </p:cNvSpPr>
          <p:nvPr>
            <p:ph type="subTitle" idx="15"/>
          </p:nvPr>
        </p:nvSpPr>
        <p:spPr>
          <a:xfrm>
            <a:off x="6434290" y="2845800"/>
            <a:ext cx="1978200" cy="6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174"/>
        <p:cNvGrpSpPr/>
        <p:nvPr/>
      </p:nvGrpSpPr>
      <p:grpSpPr>
        <a:xfrm>
          <a:off x="0" y="0"/>
          <a:ext cx="0" cy="0"/>
          <a:chOff x="0" y="0"/>
          <a:chExt cx="0" cy="0"/>
        </a:xfrm>
      </p:grpSpPr>
      <p:sp>
        <p:nvSpPr>
          <p:cNvPr id="1175" name="Google Shape;1175;p38"/>
          <p:cNvSpPr/>
          <p:nvPr/>
        </p:nvSpPr>
        <p:spPr>
          <a:xfrm>
            <a:off x="582618" y="637413"/>
            <a:ext cx="363300" cy="363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176" name="Google Shape;1176;p38"/>
          <p:cNvSpPr/>
          <p:nvPr/>
        </p:nvSpPr>
        <p:spPr>
          <a:xfrm>
            <a:off x="8212043" y="637413"/>
            <a:ext cx="363300" cy="363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177" name="Google Shape;1177;p38"/>
          <p:cNvSpPr txBox="1">
            <a:spLocks noGrp="1"/>
          </p:cNvSpPr>
          <p:nvPr>
            <p:ph type="subTitle" idx="1"/>
          </p:nvPr>
        </p:nvSpPr>
        <p:spPr>
          <a:xfrm>
            <a:off x="798388" y="3772215"/>
            <a:ext cx="3492600" cy="59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Estimated delivery time per unit</a:t>
            </a:r>
            <a:endParaRPr/>
          </a:p>
        </p:txBody>
      </p:sp>
      <p:sp>
        <p:nvSpPr>
          <p:cNvPr id="1178" name="Google Shape;1178;p38"/>
          <p:cNvSpPr txBox="1">
            <a:spLocks noGrp="1"/>
          </p:cNvSpPr>
          <p:nvPr>
            <p:ph type="title"/>
          </p:nvPr>
        </p:nvSpPr>
        <p:spPr>
          <a:xfrm>
            <a:off x="798388" y="2997571"/>
            <a:ext cx="34926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9h 55m 23s</a:t>
            </a:r>
            <a:endParaRPr/>
          </a:p>
        </p:txBody>
      </p:sp>
      <p:sp>
        <p:nvSpPr>
          <p:cNvPr id="1179" name="Google Shape;1179;p38"/>
          <p:cNvSpPr txBox="1">
            <a:spLocks noGrp="1"/>
          </p:cNvSpPr>
          <p:nvPr>
            <p:ph type="title" idx="2"/>
          </p:nvPr>
        </p:nvSpPr>
        <p:spPr>
          <a:xfrm>
            <a:off x="2825700" y="1029535"/>
            <a:ext cx="34926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1180" name="Google Shape;1180;p38"/>
          <p:cNvSpPr txBox="1">
            <a:spLocks noGrp="1"/>
          </p:cNvSpPr>
          <p:nvPr>
            <p:ph type="subTitle" idx="3"/>
          </p:nvPr>
        </p:nvSpPr>
        <p:spPr>
          <a:xfrm>
            <a:off x="2825700" y="1804473"/>
            <a:ext cx="3492600" cy="59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Users bought our product</a:t>
            </a:r>
            <a:endParaRPr/>
          </a:p>
        </p:txBody>
      </p:sp>
      <p:sp>
        <p:nvSpPr>
          <p:cNvPr id="1181" name="Google Shape;1181;p38"/>
          <p:cNvSpPr txBox="1">
            <a:spLocks noGrp="1"/>
          </p:cNvSpPr>
          <p:nvPr>
            <p:ph type="title" idx="4"/>
          </p:nvPr>
        </p:nvSpPr>
        <p:spPr>
          <a:xfrm>
            <a:off x="4853013" y="2997571"/>
            <a:ext cx="34926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1182" name="Google Shape;1182;p38"/>
          <p:cNvSpPr txBox="1">
            <a:spLocks noGrp="1"/>
          </p:cNvSpPr>
          <p:nvPr>
            <p:ph type="subTitle" idx="5"/>
          </p:nvPr>
        </p:nvSpPr>
        <p:spPr>
          <a:xfrm>
            <a:off x="4853013" y="3772215"/>
            <a:ext cx="3492600" cy="59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Avg. distance travelled by logistics team</a:t>
            </a:r>
            <a:endParaRPr/>
          </a:p>
        </p:txBody>
      </p:sp>
      <p:sp>
        <p:nvSpPr>
          <p:cNvPr id="1183" name="Google Shape;1183;p38"/>
          <p:cNvSpPr/>
          <p:nvPr/>
        </p:nvSpPr>
        <p:spPr>
          <a:xfrm>
            <a:off x="713225" y="2195511"/>
            <a:ext cx="606206" cy="37384"/>
          </a:xfrm>
          <a:custGeom>
            <a:avLst/>
            <a:gdLst/>
            <a:ahLst/>
            <a:cxnLst/>
            <a:rect l="l" t="t" r="r" b="b"/>
            <a:pathLst>
              <a:path w="824770" h="50863" extrusionOk="0">
                <a:moveTo>
                  <a:pt x="799338" y="50863"/>
                </a:moveTo>
                <a:lnTo>
                  <a:pt x="25432" y="50863"/>
                </a:lnTo>
                <a:cubicBezTo>
                  <a:pt x="11430" y="50863"/>
                  <a:pt x="0" y="39433"/>
                  <a:pt x="0" y="25432"/>
                </a:cubicBezTo>
                <a:lnTo>
                  <a:pt x="0" y="25432"/>
                </a:lnTo>
                <a:cubicBezTo>
                  <a:pt x="0" y="11430"/>
                  <a:pt x="11430" y="0"/>
                  <a:pt x="25432" y="0"/>
                </a:cubicBezTo>
                <a:lnTo>
                  <a:pt x="799338" y="0"/>
                </a:lnTo>
                <a:cubicBezTo>
                  <a:pt x="813339" y="0"/>
                  <a:pt x="824770" y="11430"/>
                  <a:pt x="824770" y="25432"/>
                </a:cubicBezTo>
                <a:lnTo>
                  <a:pt x="824770" y="25432"/>
                </a:lnTo>
                <a:cubicBezTo>
                  <a:pt x="824770" y="39433"/>
                  <a:pt x="813339" y="50863"/>
                  <a:pt x="799338" y="50863"/>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84" name="Google Shape;1184;p38"/>
          <p:cNvGrpSpPr/>
          <p:nvPr/>
        </p:nvGrpSpPr>
        <p:grpSpPr>
          <a:xfrm>
            <a:off x="541705" y="1421418"/>
            <a:ext cx="552408" cy="792759"/>
            <a:chOff x="10519314" y="4728596"/>
            <a:chExt cx="751780" cy="1078731"/>
          </a:xfrm>
        </p:grpSpPr>
        <p:grpSp>
          <p:nvGrpSpPr>
            <p:cNvPr id="1185" name="Google Shape;1185;p38"/>
            <p:cNvGrpSpPr/>
            <p:nvPr/>
          </p:nvGrpSpPr>
          <p:grpSpPr>
            <a:xfrm>
              <a:off x="10519314" y="4728596"/>
              <a:ext cx="626662" cy="1078731"/>
              <a:chOff x="10519314" y="4728596"/>
              <a:chExt cx="626662" cy="1078731"/>
            </a:xfrm>
          </p:grpSpPr>
          <p:grpSp>
            <p:nvGrpSpPr>
              <p:cNvPr id="1186" name="Google Shape;1186;p38"/>
              <p:cNvGrpSpPr/>
              <p:nvPr/>
            </p:nvGrpSpPr>
            <p:grpSpPr>
              <a:xfrm>
                <a:off x="10903220" y="4888205"/>
                <a:ext cx="242756" cy="919122"/>
                <a:chOff x="10903220" y="4888205"/>
                <a:chExt cx="242756" cy="919122"/>
              </a:xfrm>
            </p:grpSpPr>
            <p:sp>
              <p:nvSpPr>
                <p:cNvPr id="1187" name="Google Shape;1187;p38"/>
                <p:cNvSpPr/>
                <p:nvPr/>
              </p:nvSpPr>
              <p:spPr>
                <a:xfrm rot="-447735">
                  <a:off x="10961814" y="4892503"/>
                  <a:ext cx="125567" cy="910526"/>
                </a:xfrm>
                <a:custGeom>
                  <a:avLst/>
                  <a:gdLst/>
                  <a:ahLst/>
                  <a:cxnLst/>
                  <a:rect l="l" t="t" r="r" b="b"/>
                  <a:pathLst>
                    <a:path w="125444" h="909637" extrusionOk="0">
                      <a:moveTo>
                        <a:pt x="0" y="0"/>
                      </a:moveTo>
                      <a:lnTo>
                        <a:pt x="125445" y="0"/>
                      </a:lnTo>
                      <a:lnTo>
                        <a:pt x="125445" y="909637"/>
                      </a:lnTo>
                      <a:lnTo>
                        <a:pt x="0" y="9096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8" name="Google Shape;1188;p38"/>
                <p:cNvSpPr/>
                <p:nvPr/>
              </p:nvSpPr>
              <p:spPr>
                <a:xfrm>
                  <a:off x="10952422" y="4933194"/>
                  <a:ext cx="42088" cy="42088"/>
                </a:xfrm>
                <a:custGeom>
                  <a:avLst/>
                  <a:gdLst/>
                  <a:ahLst/>
                  <a:cxnLst/>
                  <a:rect l="l" t="t" r="r" b="b"/>
                  <a:pathLst>
                    <a:path w="42088" h="42088" extrusionOk="0">
                      <a:moveTo>
                        <a:pt x="41904" y="18282"/>
                      </a:moveTo>
                      <a:cubicBezTo>
                        <a:pt x="43428" y="29807"/>
                        <a:pt x="35331" y="40380"/>
                        <a:pt x="23806" y="41904"/>
                      </a:cubicBezTo>
                      <a:cubicBezTo>
                        <a:pt x="12281" y="43428"/>
                        <a:pt x="1709" y="35332"/>
                        <a:pt x="184" y="23806"/>
                      </a:cubicBezTo>
                      <a:cubicBezTo>
                        <a:pt x="-1340" y="12281"/>
                        <a:pt x="6756" y="1708"/>
                        <a:pt x="18282"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9" name="Google Shape;1189;p38"/>
                <p:cNvSpPr/>
                <p:nvPr/>
              </p:nvSpPr>
              <p:spPr>
                <a:xfrm>
                  <a:off x="10961186" y="5000250"/>
                  <a:ext cx="42087" cy="42087"/>
                </a:xfrm>
                <a:custGeom>
                  <a:avLst/>
                  <a:gdLst/>
                  <a:ahLst/>
                  <a:cxnLst/>
                  <a:rect l="l" t="t" r="r" b="b"/>
                  <a:pathLst>
                    <a:path w="42087" h="42087" extrusionOk="0">
                      <a:moveTo>
                        <a:pt x="41904" y="18282"/>
                      </a:moveTo>
                      <a:cubicBezTo>
                        <a:pt x="43427" y="29807"/>
                        <a:pt x="35331" y="40380"/>
                        <a:pt x="23806" y="41904"/>
                      </a:cubicBezTo>
                      <a:cubicBezTo>
                        <a:pt x="12280" y="43428"/>
                        <a:pt x="1708" y="35332"/>
                        <a:pt x="184" y="23806"/>
                      </a:cubicBezTo>
                      <a:cubicBezTo>
                        <a:pt x="-1340" y="12281"/>
                        <a:pt x="6756" y="1708"/>
                        <a:pt x="18281" y="184"/>
                      </a:cubicBezTo>
                      <a:cubicBezTo>
                        <a:pt x="29807" y="-1340"/>
                        <a:pt x="40380" y="6757"/>
                        <a:pt x="41904" y="1828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90" name="Google Shape;1190;p38"/>
                <p:cNvGrpSpPr/>
                <p:nvPr/>
              </p:nvGrpSpPr>
              <p:grpSpPr>
                <a:xfrm>
                  <a:off x="11014221" y="5588618"/>
                  <a:ext cx="100021" cy="114784"/>
                  <a:chOff x="11014221" y="5588618"/>
                  <a:chExt cx="100021" cy="114784"/>
                </a:xfrm>
              </p:grpSpPr>
              <p:sp>
                <p:nvSpPr>
                  <p:cNvPr id="1191" name="Google Shape;1191;p38"/>
                  <p:cNvSpPr/>
                  <p:nvPr/>
                </p:nvSpPr>
                <p:spPr>
                  <a:xfrm rot="-447735">
                    <a:off x="11014826" y="5594269"/>
                    <a:ext cx="88001" cy="15064"/>
                  </a:xfrm>
                  <a:custGeom>
                    <a:avLst/>
                    <a:gdLst/>
                    <a:ahLst/>
                    <a:cxnLst/>
                    <a:rect l="l" t="t" r="r" b="b"/>
                    <a:pathLst>
                      <a:path w="87915" h="15049" extrusionOk="0">
                        <a:moveTo>
                          <a:pt x="0" y="0"/>
                        </a:moveTo>
                        <a:lnTo>
                          <a:pt x="87916" y="0"/>
                        </a:lnTo>
                        <a:lnTo>
                          <a:pt x="87916" y="15049"/>
                        </a:lnTo>
                        <a:lnTo>
                          <a:pt x="0" y="1504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2" name="Google Shape;1192;p38"/>
                  <p:cNvSpPr/>
                  <p:nvPr/>
                </p:nvSpPr>
                <p:spPr>
                  <a:xfrm rot="-447735">
                    <a:off x="11018646" y="5623150"/>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3" name="Google Shape;1193;p38"/>
                  <p:cNvSpPr/>
                  <p:nvPr/>
                </p:nvSpPr>
                <p:spPr>
                  <a:xfrm rot="-447735">
                    <a:off x="11021820" y="5653805"/>
                    <a:ext cx="88001" cy="15064"/>
                  </a:xfrm>
                  <a:custGeom>
                    <a:avLst/>
                    <a:gdLst/>
                    <a:ahLst/>
                    <a:cxnLst/>
                    <a:rect l="l" t="t" r="r" b="b"/>
                    <a:pathLst>
                      <a:path w="87915" h="15049" extrusionOk="0">
                        <a:moveTo>
                          <a:pt x="0" y="0"/>
                        </a:moveTo>
                        <a:lnTo>
                          <a:pt x="87916" y="0"/>
                        </a:lnTo>
                        <a:lnTo>
                          <a:pt x="87916"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4" name="Google Shape;1194;p38"/>
                  <p:cNvSpPr/>
                  <p:nvPr/>
                </p:nvSpPr>
                <p:spPr>
                  <a:xfrm rot="-447735">
                    <a:off x="11025635" y="5682688"/>
                    <a:ext cx="88001" cy="15064"/>
                  </a:xfrm>
                  <a:custGeom>
                    <a:avLst/>
                    <a:gdLst/>
                    <a:ahLst/>
                    <a:cxnLst/>
                    <a:rect l="l" t="t" r="r" b="b"/>
                    <a:pathLst>
                      <a:path w="87915" h="15049" extrusionOk="0">
                        <a:moveTo>
                          <a:pt x="0" y="0"/>
                        </a:moveTo>
                        <a:lnTo>
                          <a:pt x="87915" y="0"/>
                        </a:lnTo>
                        <a:lnTo>
                          <a:pt x="87915" y="15050"/>
                        </a:lnTo>
                        <a:lnTo>
                          <a:pt x="0" y="1505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195" name="Google Shape;1195;p38"/>
              <p:cNvGrpSpPr/>
              <p:nvPr/>
            </p:nvGrpSpPr>
            <p:grpSpPr>
              <a:xfrm>
                <a:off x="10718623" y="4728596"/>
                <a:ext cx="229169" cy="1075979"/>
                <a:chOff x="10718623" y="4728596"/>
                <a:chExt cx="229169" cy="1075979"/>
              </a:xfrm>
            </p:grpSpPr>
            <p:sp>
              <p:nvSpPr>
                <p:cNvPr id="1196" name="Google Shape;1196;p38"/>
                <p:cNvSpPr/>
                <p:nvPr/>
              </p:nvSpPr>
              <p:spPr>
                <a:xfrm rot="-172174">
                  <a:off x="10745259" y="4732329"/>
                  <a:ext cx="175897" cy="1068513"/>
                </a:xfrm>
                <a:custGeom>
                  <a:avLst/>
                  <a:gdLst/>
                  <a:ahLst/>
                  <a:cxnLst/>
                  <a:rect l="l" t="t" r="r" b="b"/>
                  <a:pathLst>
                    <a:path w="176117" h="1069848" extrusionOk="0">
                      <a:moveTo>
                        <a:pt x="0" y="0"/>
                      </a:moveTo>
                      <a:lnTo>
                        <a:pt x="176117" y="0"/>
                      </a:lnTo>
                      <a:lnTo>
                        <a:pt x="176117" y="1069848"/>
                      </a:lnTo>
                      <a:lnTo>
                        <a:pt x="0" y="1069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7" name="Google Shape;1197;p38"/>
                <p:cNvSpPr/>
                <p:nvPr/>
              </p:nvSpPr>
              <p:spPr>
                <a:xfrm>
                  <a:off x="10787634" y="5182743"/>
                  <a:ext cx="87629" cy="87630"/>
                </a:xfrm>
                <a:custGeom>
                  <a:avLst/>
                  <a:gdLst/>
                  <a:ahLst/>
                  <a:cxnLst/>
                  <a:rect l="l" t="t" r="r" b="b"/>
                  <a:pathLst>
                    <a:path w="87629" h="87630" extrusionOk="0">
                      <a:moveTo>
                        <a:pt x="87630" y="43815"/>
                      </a:moveTo>
                      <a:cubicBezTo>
                        <a:pt x="87630" y="68013"/>
                        <a:pt x="68014" y="87630"/>
                        <a:pt x="43815" y="87630"/>
                      </a:cubicBezTo>
                      <a:cubicBezTo>
                        <a:pt x="19617" y="87630"/>
                        <a:pt x="1" y="68014"/>
                        <a:pt x="1" y="43815"/>
                      </a:cubicBezTo>
                      <a:cubicBezTo>
                        <a:pt x="1" y="19617"/>
                        <a:pt x="19617" y="0"/>
                        <a:pt x="43815" y="0"/>
                      </a:cubicBezTo>
                      <a:cubicBezTo>
                        <a:pt x="68014" y="0"/>
                        <a:pt x="87630" y="19616"/>
                        <a:pt x="87630" y="4381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98" name="Google Shape;1198;p38"/>
                <p:cNvGrpSpPr/>
                <p:nvPr/>
              </p:nvGrpSpPr>
              <p:grpSpPr>
                <a:xfrm>
                  <a:off x="10765015" y="5040134"/>
                  <a:ext cx="116314" cy="49775"/>
                  <a:chOff x="10765015" y="5040134"/>
                  <a:chExt cx="116314" cy="49775"/>
                </a:xfrm>
              </p:grpSpPr>
              <p:sp>
                <p:nvSpPr>
                  <p:cNvPr id="1199" name="Google Shape;1199;p38"/>
                  <p:cNvSpPr/>
                  <p:nvPr/>
                </p:nvSpPr>
                <p:spPr>
                  <a:xfrm rot="-172174">
                    <a:off x="10765318" y="5042987"/>
                    <a:ext cx="114347" cy="14935"/>
                  </a:xfrm>
                  <a:custGeom>
                    <a:avLst/>
                    <a:gdLst/>
                    <a:ahLst/>
                    <a:cxnLst/>
                    <a:rect l="l" t="t" r="r" b="b"/>
                    <a:pathLst>
                      <a:path w="114490" h="14954" extrusionOk="0">
                        <a:moveTo>
                          <a:pt x="0" y="0"/>
                        </a:moveTo>
                        <a:lnTo>
                          <a:pt x="114490" y="0"/>
                        </a:lnTo>
                        <a:lnTo>
                          <a:pt x="114490"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0" name="Google Shape;1200;p38"/>
                  <p:cNvSpPr/>
                  <p:nvPr/>
                </p:nvSpPr>
                <p:spPr>
                  <a:xfrm rot="-172174">
                    <a:off x="10766681" y="5072121"/>
                    <a:ext cx="114347" cy="14935"/>
                  </a:xfrm>
                  <a:custGeom>
                    <a:avLst/>
                    <a:gdLst/>
                    <a:ahLst/>
                    <a:cxnLst/>
                    <a:rect l="l" t="t" r="r" b="b"/>
                    <a:pathLst>
                      <a:path w="114490" h="14954" extrusionOk="0">
                        <a:moveTo>
                          <a:pt x="0" y="0"/>
                        </a:moveTo>
                        <a:lnTo>
                          <a:pt x="114491" y="0"/>
                        </a:lnTo>
                        <a:lnTo>
                          <a:pt x="114491"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01" name="Google Shape;1201;p38"/>
                <p:cNvGrpSpPr/>
                <p:nvPr/>
              </p:nvGrpSpPr>
              <p:grpSpPr>
                <a:xfrm>
                  <a:off x="10784825" y="5436314"/>
                  <a:ext cx="116414" cy="49961"/>
                  <a:chOff x="10784825" y="5436314"/>
                  <a:chExt cx="116414" cy="49961"/>
                </a:xfrm>
              </p:grpSpPr>
              <p:sp>
                <p:nvSpPr>
                  <p:cNvPr id="1202" name="Google Shape;1202;p38"/>
                  <p:cNvSpPr/>
                  <p:nvPr/>
                </p:nvSpPr>
                <p:spPr>
                  <a:xfrm rot="-172174">
                    <a:off x="10785128" y="5439167"/>
                    <a:ext cx="114347" cy="14935"/>
                  </a:xfrm>
                  <a:custGeom>
                    <a:avLst/>
                    <a:gdLst/>
                    <a:ahLst/>
                    <a:cxnLst/>
                    <a:rect l="l" t="t" r="r" b="b"/>
                    <a:pathLst>
                      <a:path w="114490" h="14954" extrusionOk="0">
                        <a:moveTo>
                          <a:pt x="0" y="0"/>
                        </a:moveTo>
                        <a:lnTo>
                          <a:pt x="114491" y="0"/>
                        </a:lnTo>
                        <a:lnTo>
                          <a:pt x="114491"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3" name="Google Shape;1203;p38"/>
                  <p:cNvSpPr/>
                  <p:nvPr/>
                </p:nvSpPr>
                <p:spPr>
                  <a:xfrm rot="-172174">
                    <a:off x="10786591" y="5468487"/>
                    <a:ext cx="114347" cy="14935"/>
                  </a:xfrm>
                  <a:custGeom>
                    <a:avLst/>
                    <a:gdLst/>
                    <a:ahLst/>
                    <a:cxnLst/>
                    <a:rect l="l" t="t" r="r" b="b"/>
                    <a:pathLst>
                      <a:path w="114490" h="14954" extrusionOk="0">
                        <a:moveTo>
                          <a:pt x="0" y="0"/>
                        </a:moveTo>
                        <a:lnTo>
                          <a:pt x="114490" y="0"/>
                        </a:lnTo>
                        <a:lnTo>
                          <a:pt x="114490"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204" name="Google Shape;1204;p38"/>
              <p:cNvGrpSpPr/>
              <p:nvPr/>
            </p:nvGrpSpPr>
            <p:grpSpPr>
              <a:xfrm>
                <a:off x="10519314" y="4813458"/>
                <a:ext cx="202120" cy="992123"/>
                <a:chOff x="10519314" y="4813458"/>
                <a:chExt cx="202120" cy="992123"/>
              </a:xfrm>
            </p:grpSpPr>
            <p:sp>
              <p:nvSpPr>
                <p:cNvPr id="1205" name="Google Shape;1205;p38"/>
                <p:cNvSpPr/>
                <p:nvPr/>
              </p:nvSpPr>
              <p:spPr>
                <a:xfrm>
                  <a:off x="10519314" y="4813458"/>
                  <a:ext cx="202120" cy="992123"/>
                </a:xfrm>
                <a:custGeom>
                  <a:avLst/>
                  <a:gdLst/>
                  <a:ahLst/>
                  <a:cxnLst/>
                  <a:rect l="l" t="t" r="r" b="b"/>
                  <a:pathLst>
                    <a:path w="202120" h="992123" extrusionOk="0">
                      <a:moveTo>
                        <a:pt x="0" y="0"/>
                      </a:moveTo>
                      <a:lnTo>
                        <a:pt x="202120" y="0"/>
                      </a:lnTo>
                      <a:lnTo>
                        <a:pt x="202120" y="992124"/>
                      </a:lnTo>
                      <a:lnTo>
                        <a:pt x="0" y="992124"/>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6" name="Google Shape;1206;p38"/>
                <p:cNvSpPr/>
                <p:nvPr/>
              </p:nvSpPr>
              <p:spPr>
                <a:xfrm>
                  <a:off x="10558843" y="4891468"/>
                  <a:ext cx="123063" cy="123062"/>
                </a:xfrm>
                <a:custGeom>
                  <a:avLst/>
                  <a:gdLst/>
                  <a:ahLst/>
                  <a:cxnLst/>
                  <a:rect l="l" t="t" r="r" b="b"/>
                  <a:pathLst>
                    <a:path w="123063" h="123062" extrusionOk="0">
                      <a:moveTo>
                        <a:pt x="123063" y="61532"/>
                      </a:moveTo>
                      <a:cubicBezTo>
                        <a:pt x="123063" y="95514"/>
                        <a:pt x="95514" y="123063"/>
                        <a:pt x="61531" y="123063"/>
                      </a:cubicBezTo>
                      <a:cubicBezTo>
                        <a:pt x="27548" y="123063"/>
                        <a:pt x="-1" y="95514"/>
                        <a:pt x="-1" y="61532"/>
                      </a:cubicBezTo>
                      <a:cubicBezTo>
                        <a:pt x="-1" y="27549"/>
                        <a:pt x="27548" y="0"/>
                        <a:pt x="61531" y="0"/>
                      </a:cubicBezTo>
                      <a:cubicBezTo>
                        <a:pt x="95514" y="0"/>
                        <a:pt x="123063" y="27549"/>
                        <a:pt x="123063" y="6153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07" name="Google Shape;1207;p38"/>
                <p:cNvGrpSpPr/>
                <p:nvPr/>
              </p:nvGrpSpPr>
              <p:grpSpPr>
                <a:xfrm>
                  <a:off x="10556176" y="5465730"/>
                  <a:ext cx="128397" cy="44196"/>
                  <a:chOff x="10556176" y="5465730"/>
                  <a:chExt cx="128397" cy="44196"/>
                </a:xfrm>
              </p:grpSpPr>
              <p:sp>
                <p:nvSpPr>
                  <p:cNvPr id="1208" name="Google Shape;1208;p38"/>
                  <p:cNvSpPr/>
                  <p:nvPr/>
                </p:nvSpPr>
                <p:spPr>
                  <a:xfrm>
                    <a:off x="10556176" y="5465730"/>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9" name="Google Shape;1209;p38"/>
                  <p:cNvSpPr/>
                  <p:nvPr/>
                </p:nvSpPr>
                <p:spPr>
                  <a:xfrm>
                    <a:off x="10556176" y="5494972"/>
                    <a:ext cx="128397" cy="14954"/>
                  </a:xfrm>
                  <a:custGeom>
                    <a:avLst/>
                    <a:gdLst/>
                    <a:ahLst/>
                    <a:cxnLst/>
                    <a:rect l="l" t="t" r="r" b="b"/>
                    <a:pathLst>
                      <a:path w="128397" h="14954" extrusionOk="0">
                        <a:moveTo>
                          <a:pt x="0" y="0"/>
                        </a:moveTo>
                        <a:lnTo>
                          <a:pt x="128397" y="0"/>
                        </a:lnTo>
                        <a:lnTo>
                          <a:pt x="128397" y="14955"/>
                        </a:lnTo>
                        <a:lnTo>
                          <a:pt x="0" y="1495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10" name="Google Shape;1210;p38"/>
                <p:cNvGrpSpPr/>
                <p:nvPr/>
              </p:nvGrpSpPr>
              <p:grpSpPr>
                <a:xfrm>
                  <a:off x="10556176" y="5689187"/>
                  <a:ext cx="128397" cy="44196"/>
                  <a:chOff x="10556176" y="5689187"/>
                  <a:chExt cx="128397" cy="44196"/>
                </a:xfrm>
              </p:grpSpPr>
              <p:sp>
                <p:nvSpPr>
                  <p:cNvPr id="1211" name="Google Shape;1211;p38"/>
                  <p:cNvSpPr/>
                  <p:nvPr/>
                </p:nvSpPr>
                <p:spPr>
                  <a:xfrm>
                    <a:off x="10556176" y="5689187"/>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2" name="Google Shape;1212;p38"/>
                  <p:cNvSpPr/>
                  <p:nvPr/>
                </p:nvSpPr>
                <p:spPr>
                  <a:xfrm>
                    <a:off x="10556176" y="5718429"/>
                    <a:ext cx="128397" cy="14954"/>
                  </a:xfrm>
                  <a:custGeom>
                    <a:avLst/>
                    <a:gdLst/>
                    <a:ahLst/>
                    <a:cxnLst/>
                    <a:rect l="l" t="t" r="r" b="b"/>
                    <a:pathLst>
                      <a:path w="128397" h="14954" extrusionOk="0">
                        <a:moveTo>
                          <a:pt x="0" y="0"/>
                        </a:moveTo>
                        <a:lnTo>
                          <a:pt x="128397" y="0"/>
                        </a:lnTo>
                        <a:lnTo>
                          <a:pt x="128397" y="14954"/>
                        </a:lnTo>
                        <a:lnTo>
                          <a:pt x="0" y="1495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1213" name="Google Shape;1213;p38"/>
            <p:cNvGrpSpPr/>
            <p:nvPr/>
          </p:nvGrpSpPr>
          <p:grpSpPr>
            <a:xfrm>
              <a:off x="11058042" y="5088325"/>
              <a:ext cx="213052" cy="717953"/>
              <a:chOff x="11058042" y="5088325"/>
              <a:chExt cx="213052" cy="717953"/>
            </a:xfrm>
          </p:grpSpPr>
          <p:sp>
            <p:nvSpPr>
              <p:cNvPr id="1214" name="Google Shape;1214;p38"/>
              <p:cNvSpPr/>
              <p:nvPr/>
            </p:nvSpPr>
            <p:spPr>
              <a:xfrm rot="-631368">
                <a:off x="11122592" y="5089982"/>
                <a:ext cx="83952" cy="714640"/>
              </a:xfrm>
              <a:custGeom>
                <a:avLst/>
                <a:gdLst/>
                <a:ahLst/>
                <a:cxnLst/>
                <a:rect l="l" t="t" r="r" b="b"/>
                <a:pathLst>
                  <a:path w="84010" h="715136" extrusionOk="0">
                    <a:moveTo>
                      <a:pt x="0" y="0"/>
                    </a:moveTo>
                    <a:lnTo>
                      <a:pt x="84010" y="0"/>
                    </a:lnTo>
                    <a:lnTo>
                      <a:pt x="84010" y="715137"/>
                    </a:lnTo>
                    <a:lnTo>
                      <a:pt x="0" y="715137"/>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5" name="Google Shape;1215;p38"/>
              <p:cNvSpPr/>
              <p:nvPr/>
            </p:nvSpPr>
            <p:spPr>
              <a:xfrm rot="-631368">
                <a:off x="11154645" y="5271518"/>
                <a:ext cx="25985" cy="411004"/>
              </a:xfrm>
              <a:custGeom>
                <a:avLst/>
                <a:gdLst/>
                <a:ahLst/>
                <a:cxnLst/>
                <a:rect l="l" t="t" r="r" b="b"/>
                <a:pathLst>
                  <a:path w="26003" h="411289" extrusionOk="0">
                    <a:moveTo>
                      <a:pt x="0" y="0"/>
                    </a:moveTo>
                    <a:lnTo>
                      <a:pt x="26003" y="0"/>
                    </a:lnTo>
                    <a:lnTo>
                      <a:pt x="26003" y="411289"/>
                    </a:lnTo>
                    <a:lnTo>
                      <a:pt x="0" y="41128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216" name="Google Shape;1216;p38"/>
          <p:cNvGrpSpPr/>
          <p:nvPr/>
        </p:nvGrpSpPr>
        <p:grpSpPr>
          <a:xfrm>
            <a:off x="580759" y="539494"/>
            <a:ext cx="426307" cy="643642"/>
            <a:chOff x="10572463" y="3528536"/>
            <a:chExt cx="580168" cy="875823"/>
          </a:xfrm>
        </p:grpSpPr>
        <p:grpSp>
          <p:nvGrpSpPr>
            <p:cNvPr id="1217" name="Google Shape;1217;p38"/>
            <p:cNvGrpSpPr/>
            <p:nvPr/>
          </p:nvGrpSpPr>
          <p:grpSpPr>
            <a:xfrm>
              <a:off x="10713815" y="3528536"/>
              <a:ext cx="438816" cy="746664"/>
              <a:chOff x="10713815" y="3528536"/>
              <a:chExt cx="438816" cy="746664"/>
            </a:xfrm>
          </p:grpSpPr>
          <p:sp>
            <p:nvSpPr>
              <p:cNvPr id="1218" name="Google Shape;1218;p38"/>
              <p:cNvSpPr/>
              <p:nvPr/>
            </p:nvSpPr>
            <p:spPr>
              <a:xfrm>
                <a:off x="10713815" y="3528536"/>
                <a:ext cx="438816" cy="746664"/>
              </a:xfrm>
              <a:custGeom>
                <a:avLst/>
                <a:gdLst/>
                <a:ahLst/>
                <a:cxnLst/>
                <a:rect l="l" t="t" r="r" b="b"/>
                <a:pathLst>
                  <a:path w="438816" h="746664" extrusionOk="0">
                    <a:moveTo>
                      <a:pt x="438721" y="746569"/>
                    </a:moveTo>
                    <a:lnTo>
                      <a:pt x="0" y="746569"/>
                    </a:lnTo>
                    <a:lnTo>
                      <a:pt x="0" y="0"/>
                    </a:lnTo>
                    <a:lnTo>
                      <a:pt x="326231" y="0"/>
                    </a:lnTo>
                    <a:cubicBezTo>
                      <a:pt x="370141" y="43910"/>
                      <a:pt x="394811" y="68580"/>
                      <a:pt x="438816" y="112585"/>
                    </a:cubicBezTo>
                    <a:lnTo>
                      <a:pt x="438816" y="746665"/>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19" name="Google Shape;1219;p38"/>
              <p:cNvGrpSpPr/>
              <p:nvPr/>
            </p:nvGrpSpPr>
            <p:grpSpPr>
              <a:xfrm>
                <a:off x="10776489" y="3625310"/>
                <a:ext cx="313848" cy="288226"/>
                <a:chOff x="10776489" y="3625310"/>
                <a:chExt cx="313848" cy="288226"/>
              </a:xfrm>
            </p:grpSpPr>
            <p:sp>
              <p:nvSpPr>
                <p:cNvPr id="1220" name="Google Shape;1220;p38"/>
                <p:cNvSpPr/>
                <p:nvPr/>
              </p:nvSpPr>
              <p:spPr>
                <a:xfrm>
                  <a:off x="10776489" y="362531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1" name="Google Shape;1221;p38"/>
                <p:cNvSpPr/>
                <p:nvPr/>
              </p:nvSpPr>
              <p:spPr>
                <a:xfrm>
                  <a:off x="10776489" y="367865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2" name="Google Shape;1222;p38"/>
                <p:cNvSpPr/>
                <p:nvPr/>
              </p:nvSpPr>
              <p:spPr>
                <a:xfrm>
                  <a:off x="10776489" y="3731990"/>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3" name="Google Shape;1223;p38"/>
                <p:cNvSpPr/>
                <p:nvPr/>
              </p:nvSpPr>
              <p:spPr>
                <a:xfrm>
                  <a:off x="10776489" y="378542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4" name="Google Shape;1224;p38"/>
                <p:cNvSpPr/>
                <p:nvPr/>
              </p:nvSpPr>
              <p:spPr>
                <a:xfrm>
                  <a:off x="10776489" y="3838765"/>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5" name="Google Shape;1225;p38"/>
                <p:cNvSpPr/>
                <p:nvPr/>
              </p:nvSpPr>
              <p:spPr>
                <a:xfrm>
                  <a:off x="10776489" y="3892105"/>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26" name="Google Shape;1226;p38"/>
              <p:cNvGrpSpPr/>
              <p:nvPr/>
            </p:nvGrpSpPr>
            <p:grpSpPr>
              <a:xfrm>
                <a:off x="10776489" y="3999547"/>
                <a:ext cx="313848" cy="181546"/>
                <a:chOff x="10776489" y="3999547"/>
                <a:chExt cx="313848" cy="181546"/>
              </a:xfrm>
            </p:grpSpPr>
            <p:sp>
              <p:nvSpPr>
                <p:cNvPr id="1227" name="Google Shape;1227;p38"/>
                <p:cNvSpPr/>
                <p:nvPr/>
              </p:nvSpPr>
              <p:spPr>
                <a:xfrm>
                  <a:off x="10776489" y="399954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8" name="Google Shape;1228;p38"/>
                <p:cNvSpPr/>
                <p:nvPr/>
              </p:nvSpPr>
              <p:spPr>
                <a:xfrm>
                  <a:off x="10776489" y="4052887"/>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9" name="Google Shape;1229;p38"/>
                <p:cNvSpPr/>
                <p:nvPr/>
              </p:nvSpPr>
              <p:spPr>
                <a:xfrm>
                  <a:off x="10776489" y="4106322"/>
                  <a:ext cx="313848" cy="21431"/>
                </a:xfrm>
                <a:custGeom>
                  <a:avLst/>
                  <a:gdLst/>
                  <a:ahLst/>
                  <a:cxnLst/>
                  <a:rect l="l" t="t" r="r" b="b"/>
                  <a:pathLst>
                    <a:path w="313848" h="21431" extrusionOk="0">
                      <a:moveTo>
                        <a:pt x="0" y="0"/>
                      </a:moveTo>
                      <a:lnTo>
                        <a:pt x="313848" y="0"/>
                      </a:lnTo>
                      <a:lnTo>
                        <a:pt x="313848" y="21431"/>
                      </a:lnTo>
                      <a:lnTo>
                        <a:pt x="0" y="2143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0" name="Google Shape;1230;p38"/>
                <p:cNvSpPr/>
                <p:nvPr/>
              </p:nvSpPr>
              <p:spPr>
                <a:xfrm>
                  <a:off x="10776489" y="4159662"/>
                  <a:ext cx="184689" cy="21431"/>
                </a:xfrm>
                <a:custGeom>
                  <a:avLst/>
                  <a:gdLst/>
                  <a:ahLst/>
                  <a:cxnLst/>
                  <a:rect l="l" t="t" r="r" b="b"/>
                  <a:pathLst>
                    <a:path w="184689" h="21431" extrusionOk="0">
                      <a:moveTo>
                        <a:pt x="0" y="0"/>
                      </a:moveTo>
                      <a:lnTo>
                        <a:pt x="184690" y="0"/>
                      </a:lnTo>
                      <a:lnTo>
                        <a:pt x="184690" y="21431"/>
                      </a:lnTo>
                      <a:lnTo>
                        <a:pt x="0" y="21431"/>
                      </a:ln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31" name="Google Shape;1231;p38"/>
              <p:cNvSpPr/>
              <p:nvPr/>
            </p:nvSpPr>
            <p:spPr>
              <a:xfrm>
                <a:off x="11039951" y="3528536"/>
                <a:ext cx="112584" cy="112585"/>
              </a:xfrm>
              <a:custGeom>
                <a:avLst/>
                <a:gdLst/>
                <a:ahLst/>
                <a:cxnLst/>
                <a:rect l="l" t="t" r="r" b="b"/>
                <a:pathLst>
                  <a:path w="112584" h="112585" extrusionOk="0">
                    <a:moveTo>
                      <a:pt x="112585" y="112585"/>
                    </a:moveTo>
                    <a:lnTo>
                      <a:pt x="0" y="112585"/>
                    </a:lnTo>
                    <a:lnTo>
                      <a:pt x="0" y="0"/>
                    </a:lnTo>
                    <a:lnTo>
                      <a:pt x="0" y="0"/>
                    </a:lnTo>
                    <a:cubicBezTo>
                      <a:pt x="43910" y="43910"/>
                      <a:pt x="68580" y="68580"/>
                      <a:pt x="112585" y="112585"/>
                    </a:cubicBezTo>
                    <a:lnTo>
                      <a:pt x="112585" y="11258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32" name="Google Shape;1232;p38"/>
            <p:cNvGrpSpPr/>
            <p:nvPr/>
          </p:nvGrpSpPr>
          <p:grpSpPr>
            <a:xfrm>
              <a:off x="10572463" y="3657790"/>
              <a:ext cx="438817" cy="746569"/>
              <a:chOff x="10572463" y="3657790"/>
              <a:chExt cx="438817" cy="746569"/>
            </a:xfrm>
          </p:grpSpPr>
          <p:sp>
            <p:nvSpPr>
              <p:cNvPr id="1233" name="Google Shape;1233;p38"/>
              <p:cNvSpPr/>
              <p:nvPr/>
            </p:nvSpPr>
            <p:spPr>
              <a:xfrm>
                <a:off x="10572463" y="3657790"/>
                <a:ext cx="438817" cy="746569"/>
              </a:xfrm>
              <a:custGeom>
                <a:avLst/>
                <a:gdLst/>
                <a:ahLst/>
                <a:cxnLst/>
                <a:rect l="l" t="t" r="r" b="b"/>
                <a:pathLst>
                  <a:path w="438817" h="746569" extrusionOk="0">
                    <a:moveTo>
                      <a:pt x="438722" y="746570"/>
                    </a:moveTo>
                    <a:lnTo>
                      <a:pt x="0" y="746570"/>
                    </a:lnTo>
                    <a:lnTo>
                      <a:pt x="0" y="0"/>
                    </a:lnTo>
                    <a:lnTo>
                      <a:pt x="326231" y="0"/>
                    </a:lnTo>
                    <a:cubicBezTo>
                      <a:pt x="370141" y="43910"/>
                      <a:pt x="394812" y="68580"/>
                      <a:pt x="438817" y="112586"/>
                    </a:cubicBezTo>
                    <a:lnTo>
                      <a:pt x="438817" y="74657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34" name="Google Shape;1234;p38"/>
              <p:cNvGrpSpPr/>
              <p:nvPr/>
            </p:nvGrpSpPr>
            <p:grpSpPr>
              <a:xfrm>
                <a:off x="10635138" y="3754469"/>
                <a:ext cx="313848" cy="288321"/>
                <a:chOff x="10635138" y="3754469"/>
                <a:chExt cx="313848" cy="288321"/>
              </a:xfrm>
            </p:grpSpPr>
            <p:sp>
              <p:nvSpPr>
                <p:cNvPr id="1235" name="Google Shape;1235;p38"/>
                <p:cNvSpPr/>
                <p:nvPr/>
              </p:nvSpPr>
              <p:spPr>
                <a:xfrm>
                  <a:off x="10635138" y="375446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6" name="Google Shape;1236;p38"/>
                <p:cNvSpPr/>
                <p:nvPr/>
              </p:nvSpPr>
              <p:spPr>
                <a:xfrm>
                  <a:off x="10635138" y="380790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7" name="Google Shape;1237;p38"/>
                <p:cNvSpPr/>
                <p:nvPr/>
              </p:nvSpPr>
              <p:spPr>
                <a:xfrm>
                  <a:off x="10635138" y="386124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8" name="Google Shape;1238;p38"/>
                <p:cNvSpPr/>
                <p:nvPr/>
              </p:nvSpPr>
              <p:spPr>
                <a:xfrm>
                  <a:off x="10635138" y="3914584"/>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9" name="Google Shape;1239;p38"/>
                <p:cNvSpPr/>
                <p:nvPr/>
              </p:nvSpPr>
              <p:spPr>
                <a:xfrm>
                  <a:off x="10635138" y="3968019"/>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0" name="Google Shape;1240;p38"/>
                <p:cNvSpPr/>
                <p:nvPr/>
              </p:nvSpPr>
              <p:spPr>
                <a:xfrm>
                  <a:off x="10635138" y="4021359"/>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41" name="Google Shape;1241;p38"/>
              <p:cNvGrpSpPr/>
              <p:nvPr/>
            </p:nvGrpSpPr>
            <p:grpSpPr>
              <a:xfrm>
                <a:off x="10635138" y="4128801"/>
                <a:ext cx="313848" cy="181547"/>
                <a:chOff x="10635138" y="4128801"/>
                <a:chExt cx="313848" cy="181547"/>
              </a:xfrm>
            </p:grpSpPr>
            <p:sp>
              <p:nvSpPr>
                <p:cNvPr id="1242" name="Google Shape;1242;p38"/>
                <p:cNvSpPr/>
                <p:nvPr/>
              </p:nvSpPr>
              <p:spPr>
                <a:xfrm>
                  <a:off x="10635138" y="412880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3" name="Google Shape;1243;p38"/>
                <p:cNvSpPr/>
                <p:nvPr/>
              </p:nvSpPr>
              <p:spPr>
                <a:xfrm>
                  <a:off x="10635138" y="418214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4" name="Google Shape;1244;p38"/>
                <p:cNvSpPr/>
                <p:nvPr/>
              </p:nvSpPr>
              <p:spPr>
                <a:xfrm>
                  <a:off x="10635138" y="4235481"/>
                  <a:ext cx="313848" cy="21431"/>
                </a:xfrm>
                <a:custGeom>
                  <a:avLst/>
                  <a:gdLst/>
                  <a:ahLst/>
                  <a:cxnLst/>
                  <a:rect l="l" t="t" r="r" b="b"/>
                  <a:pathLst>
                    <a:path w="313848" h="21431" extrusionOk="0">
                      <a:moveTo>
                        <a:pt x="0" y="0"/>
                      </a:moveTo>
                      <a:lnTo>
                        <a:pt x="313849" y="0"/>
                      </a:lnTo>
                      <a:lnTo>
                        <a:pt x="313849" y="21431"/>
                      </a:lnTo>
                      <a:lnTo>
                        <a:pt x="0"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5" name="Google Shape;1245;p38"/>
                <p:cNvSpPr/>
                <p:nvPr/>
              </p:nvSpPr>
              <p:spPr>
                <a:xfrm>
                  <a:off x="10635138" y="4288917"/>
                  <a:ext cx="184689" cy="21431"/>
                </a:xfrm>
                <a:custGeom>
                  <a:avLst/>
                  <a:gdLst/>
                  <a:ahLst/>
                  <a:cxnLst/>
                  <a:rect l="l" t="t" r="r" b="b"/>
                  <a:pathLst>
                    <a:path w="184689" h="21431" extrusionOk="0">
                      <a:moveTo>
                        <a:pt x="0" y="0"/>
                      </a:moveTo>
                      <a:lnTo>
                        <a:pt x="184689" y="0"/>
                      </a:lnTo>
                      <a:lnTo>
                        <a:pt x="184689" y="21431"/>
                      </a:lnTo>
                      <a:lnTo>
                        <a:pt x="-1" y="21431"/>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46" name="Google Shape;1246;p38"/>
              <p:cNvSpPr/>
              <p:nvPr/>
            </p:nvSpPr>
            <p:spPr>
              <a:xfrm>
                <a:off x="10898599" y="3657790"/>
                <a:ext cx="112586" cy="112585"/>
              </a:xfrm>
              <a:custGeom>
                <a:avLst/>
                <a:gdLst/>
                <a:ahLst/>
                <a:cxnLst/>
                <a:rect l="l" t="t" r="r" b="b"/>
                <a:pathLst>
                  <a:path w="112586" h="112585" extrusionOk="0">
                    <a:moveTo>
                      <a:pt x="112586" y="112586"/>
                    </a:moveTo>
                    <a:lnTo>
                      <a:pt x="0" y="112586"/>
                    </a:lnTo>
                    <a:lnTo>
                      <a:pt x="0" y="0"/>
                    </a:lnTo>
                    <a:lnTo>
                      <a:pt x="0" y="0"/>
                    </a:lnTo>
                    <a:cubicBezTo>
                      <a:pt x="43910" y="43910"/>
                      <a:pt x="68581" y="68580"/>
                      <a:pt x="112586" y="112586"/>
                    </a:cubicBezTo>
                    <a:lnTo>
                      <a:pt x="112586" y="11258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247" name="Google Shape;1247;p38"/>
          <p:cNvGrpSpPr/>
          <p:nvPr/>
        </p:nvGrpSpPr>
        <p:grpSpPr>
          <a:xfrm>
            <a:off x="755174" y="1181737"/>
            <a:ext cx="18197" cy="243247"/>
            <a:chOff x="10809827" y="4402455"/>
            <a:chExt cx="24764" cy="330993"/>
          </a:xfrm>
        </p:grpSpPr>
        <p:sp>
          <p:nvSpPr>
            <p:cNvPr id="1248" name="Google Shape;1248;p38"/>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9" name="Google Shape;1249;p38"/>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0" name="Google Shape;1250;p38"/>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51" name="Google Shape;1251;p38"/>
          <p:cNvGrpSpPr/>
          <p:nvPr/>
        </p:nvGrpSpPr>
        <p:grpSpPr>
          <a:xfrm>
            <a:off x="7595314" y="1536380"/>
            <a:ext cx="363177" cy="451073"/>
            <a:chOff x="7385113" y="1535430"/>
            <a:chExt cx="435673" cy="541115"/>
          </a:xfrm>
        </p:grpSpPr>
        <p:sp>
          <p:nvSpPr>
            <p:cNvPr id="1252" name="Google Shape;1252;p38"/>
            <p:cNvSpPr/>
            <p:nvPr/>
          </p:nvSpPr>
          <p:spPr>
            <a:xfrm>
              <a:off x="7385113" y="1535430"/>
              <a:ext cx="435673" cy="541115"/>
            </a:xfrm>
            <a:custGeom>
              <a:avLst/>
              <a:gdLst/>
              <a:ahLst/>
              <a:cxnLst/>
              <a:rect l="l" t="t" r="r" b="b"/>
              <a:pathLst>
                <a:path w="435673" h="541115" extrusionOk="0">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53" name="Google Shape;1253;p38"/>
            <p:cNvGrpSpPr/>
            <p:nvPr/>
          </p:nvGrpSpPr>
          <p:grpSpPr>
            <a:xfrm>
              <a:off x="7612094" y="1566576"/>
              <a:ext cx="164781" cy="41529"/>
              <a:chOff x="7612094" y="1566576"/>
              <a:chExt cx="164781" cy="41529"/>
            </a:xfrm>
          </p:grpSpPr>
          <p:sp>
            <p:nvSpPr>
              <p:cNvPr id="1254" name="Google Shape;1254;p38"/>
              <p:cNvSpPr/>
              <p:nvPr/>
            </p:nvSpPr>
            <p:spPr>
              <a:xfrm>
                <a:off x="7735347" y="1566576"/>
                <a:ext cx="41528" cy="41529"/>
              </a:xfrm>
              <a:custGeom>
                <a:avLst/>
                <a:gdLst/>
                <a:ahLst/>
                <a:cxnLst/>
                <a:rect l="l" t="t" r="r" b="b"/>
                <a:pathLst>
                  <a:path w="41528"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5" name="Google Shape;1255;p38"/>
              <p:cNvSpPr/>
              <p:nvPr/>
            </p:nvSpPr>
            <p:spPr>
              <a:xfrm>
                <a:off x="7673721" y="1566576"/>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6" name="Google Shape;1256;p38"/>
              <p:cNvSpPr/>
              <p:nvPr/>
            </p:nvSpPr>
            <p:spPr>
              <a:xfrm>
                <a:off x="7612094" y="1566576"/>
                <a:ext cx="41529" cy="41529"/>
              </a:xfrm>
              <a:custGeom>
                <a:avLst/>
                <a:gdLst/>
                <a:ahLst/>
                <a:cxnLst/>
                <a:rect l="l" t="t" r="r" b="b"/>
                <a:pathLst>
                  <a:path w="41529"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257" name="Google Shape;1257;p38"/>
          <p:cNvGrpSpPr/>
          <p:nvPr/>
        </p:nvGrpSpPr>
        <p:grpSpPr>
          <a:xfrm>
            <a:off x="7624772" y="1623323"/>
            <a:ext cx="299338" cy="313076"/>
            <a:chOff x="7420451" y="1639728"/>
            <a:chExt cx="359091" cy="375571"/>
          </a:xfrm>
        </p:grpSpPr>
        <p:sp>
          <p:nvSpPr>
            <p:cNvPr id="1258" name="Google Shape;1258;p38"/>
            <p:cNvSpPr/>
            <p:nvPr/>
          </p:nvSpPr>
          <p:spPr>
            <a:xfrm>
              <a:off x="7420451" y="1852041"/>
              <a:ext cx="357473" cy="163258"/>
            </a:xfrm>
            <a:custGeom>
              <a:avLst/>
              <a:gdLst/>
              <a:ahLst/>
              <a:cxnLst/>
              <a:rect l="l" t="t" r="r" b="b"/>
              <a:pathLst>
                <a:path w="357473" h="163258" extrusionOk="0">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9" name="Google Shape;1259;p38"/>
            <p:cNvSpPr/>
            <p:nvPr/>
          </p:nvSpPr>
          <p:spPr>
            <a:xfrm>
              <a:off x="7425594" y="1639728"/>
              <a:ext cx="353948" cy="180117"/>
            </a:xfrm>
            <a:custGeom>
              <a:avLst/>
              <a:gdLst/>
              <a:ahLst/>
              <a:cxnLst/>
              <a:rect l="l" t="t" r="r" b="b"/>
              <a:pathLst>
                <a:path w="353948" h="180117" extrusionOk="0">
                  <a:moveTo>
                    <a:pt x="0" y="0"/>
                  </a:moveTo>
                  <a:lnTo>
                    <a:pt x="353949" y="0"/>
                  </a:lnTo>
                  <a:lnTo>
                    <a:pt x="353949" y="180118"/>
                  </a:lnTo>
                  <a:lnTo>
                    <a:pt x="0" y="180118"/>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60" name="Google Shape;1260;p38"/>
          <p:cNvGrpSpPr/>
          <p:nvPr/>
        </p:nvGrpSpPr>
        <p:grpSpPr>
          <a:xfrm>
            <a:off x="8216550" y="1526835"/>
            <a:ext cx="396068" cy="717683"/>
            <a:chOff x="1945386" y="5582316"/>
            <a:chExt cx="470725" cy="852963"/>
          </a:xfrm>
        </p:grpSpPr>
        <p:grpSp>
          <p:nvGrpSpPr>
            <p:cNvPr id="1261" name="Google Shape;1261;p38"/>
            <p:cNvGrpSpPr/>
            <p:nvPr/>
          </p:nvGrpSpPr>
          <p:grpSpPr>
            <a:xfrm>
              <a:off x="1945386" y="5582316"/>
              <a:ext cx="470725" cy="852963"/>
              <a:chOff x="1945386" y="5582316"/>
              <a:chExt cx="470725" cy="852963"/>
            </a:xfrm>
          </p:grpSpPr>
          <p:sp>
            <p:nvSpPr>
              <p:cNvPr id="1262" name="Google Shape;1262;p38"/>
              <p:cNvSpPr/>
              <p:nvPr/>
            </p:nvSpPr>
            <p:spPr>
              <a:xfrm>
                <a:off x="1945386" y="5582316"/>
                <a:ext cx="470725" cy="852963"/>
              </a:xfrm>
              <a:custGeom>
                <a:avLst/>
                <a:gdLst/>
                <a:ahLst/>
                <a:cxnLst/>
                <a:rect l="l" t="t" r="r" b="b"/>
                <a:pathLst>
                  <a:path w="470725" h="852963" extrusionOk="0">
                    <a:moveTo>
                      <a:pt x="435388" y="0"/>
                    </a:moveTo>
                    <a:cubicBezTo>
                      <a:pt x="454904" y="0"/>
                      <a:pt x="470726" y="15821"/>
                      <a:pt x="470726" y="35338"/>
                    </a:cubicBezTo>
                    <a:lnTo>
                      <a:pt x="470726" y="817626"/>
                    </a:lnTo>
                    <a:cubicBezTo>
                      <a:pt x="470726" y="837143"/>
                      <a:pt x="454904" y="852964"/>
                      <a:pt x="435388" y="852964"/>
                    </a:cubicBezTo>
                    <a:lnTo>
                      <a:pt x="35338" y="852964"/>
                    </a:lnTo>
                    <a:cubicBezTo>
                      <a:pt x="15821" y="852964"/>
                      <a:pt x="0" y="837143"/>
                      <a:pt x="0" y="817626"/>
                    </a:cubicBezTo>
                    <a:lnTo>
                      <a:pt x="0" y="35338"/>
                    </a:lnTo>
                    <a:cubicBezTo>
                      <a:pt x="0" y="15822"/>
                      <a:pt x="15821" y="0"/>
                      <a:pt x="3533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3" name="Google Shape;1263;p38"/>
              <p:cNvSpPr/>
              <p:nvPr/>
            </p:nvSpPr>
            <p:spPr>
              <a:xfrm>
                <a:off x="1965864" y="5625846"/>
                <a:ext cx="429577" cy="699420"/>
              </a:xfrm>
              <a:custGeom>
                <a:avLst/>
                <a:gdLst/>
                <a:ahLst/>
                <a:cxnLst/>
                <a:rect l="l" t="t" r="r" b="b"/>
                <a:pathLst>
                  <a:path w="429577" h="699420" extrusionOk="0">
                    <a:moveTo>
                      <a:pt x="0" y="0"/>
                    </a:moveTo>
                    <a:lnTo>
                      <a:pt x="429578" y="0"/>
                    </a:lnTo>
                    <a:lnTo>
                      <a:pt x="429578" y="699421"/>
                    </a:lnTo>
                    <a:lnTo>
                      <a:pt x="0" y="699421"/>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64" name="Google Shape;1264;p38"/>
            <p:cNvSpPr/>
            <p:nvPr/>
          </p:nvSpPr>
          <p:spPr>
            <a:xfrm>
              <a:off x="1986438" y="6371462"/>
              <a:ext cx="388334" cy="32194"/>
            </a:xfrm>
            <a:custGeom>
              <a:avLst/>
              <a:gdLst/>
              <a:ahLst/>
              <a:cxnLst/>
              <a:rect l="l" t="t" r="r" b="b"/>
              <a:pathLst>
                <a:path w="388334" h="32194" extrusionOk="0">
                  <a:moveTo>
                    <a:pt x="88011" y="0"/>
                  </a:moveTo>
                  <a:lnTo>
                    <a:pt x="16097" y="0"/>
                  </a:lnTo>
                  <a:cubicBezTo>
                    <a:pt x="7239" y="0"/>
                    <a:pt x="0" y="7239"/>
                    <a:pt x="0" y="16097"/>
                  </a:cubicBezTo>
                  <a:cubicBezTo>
                    <a:pt x="0" y="24955"/>
                    <a:pt x="7239" y="32195"/>
                    <a:pt x="16097" y="32195"/>
                  </a:cubicBezTo>
                  <a:lnTo>
                    <a:pt x="88011" y="32195"/>
                  </a:lnTo>
                  <a:cubicBezTo>
                    <a:pt x="96869" y="32195"/>
                    <a:pt x="104108" y="24955"/>
                    <a:pt x="104108" y="16097"/>
                  </a:cubicBezTo>
                  <a:cubicBezTo>
                    <a:pt x="104108" y="7239"/>
                    <a:pt x="96869" y="0"/>
                    <a:pt x="88011" y="0"/>
                  </a:cubicBezTo>
                  <a:close/>
                  <a:moveTo>
                    <a:pt x="230124" y="0"/>
                  </a:moveTo>
                  <a:lnTo>
                    <a:pt x="158210" y="0"/>
                  </a:lnTo>
                  <a:cubicBezTo>
                    <a:pt x="149352" y="0"/>
                    <a:pt x="142113" y="7239"/>
                    <a:pt x="142113" y="16097"/>
                  </a:cubicBezTo>
                  <a:cubicBezTo>
                    <a:pt x="142113" y="24955"/>
                    <a:pt x="149352" y="32195"/>
                    <a:pt x="158210" y="32195"/>
                  </a:cubicBezTo>
                  <a:lnTo>
                    <a:pt x="230124" y="32195"/>
                  </a:lnTo>
                  <a:cubicBezTo>
                    <a:pt x="238982" y="32195"/>
                    <a:pt x="246221" y="24955"/>
                    <a:pt x="246221" y="16097"/>
                  </a:cubicBezTo>
                  <a:cubicBezTo>
                    <a:pt x="246221" y="7239"/>
                    <a:pt x="238982" y="0"/>
                    <a:pt x="230124" y="0"/>
                  </a:cubicBezTo>
                  <a:close/>
                  <a:moveTo>
                    <a:pt x="372237" y="0"/>
                  </a:moveTo>
                  <a:lnTo>
                    <a:pt x="300323" y="0"/>
                  </a:lnTo>
                  <a:cubicBezTo>
                    <a:pt x="291465" y="0"/>
                    <a:pt x="284226" y="7239"/>
                    <a:pt x="284226" y="16097"/>
                  </a:cubicBezTo>
                  <a:cubicBezTo>
                    <a:pt x="284226" y="24955"/>
                    <a:pt x="291465" y="32195"/>
                    <a:pt x="300323" y="32195"/>
                  </a:cubicBezTo>
                  <a:lnTo>
                    <a:pt x="372237" y="32195"/>
                  </a:lnTo>
                  <a:cubicBezTo>
                    <a:pt x="381095" y="32195"/>
                    <a:pt x="388334" y="24955"/>
                    <a:pt x="388334" y="16097"/>
                  </a:cubicBezTo>
                  <a:cubicBezTo>
                    <a:pt x="388334" y="7239"/>
                    <a:pt x="381095" y="0"/>
                    <a:pt x="372237"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65" name="Google Shape;1265;p38"/>
          <p:cNvGrpSpPr/>
          <p:nvPr/>
        </p:nvGrpSpPr>
        <p:grpSpPr>
          <a:xfrm>
            <a:off x="7883601" y="539492"/>
            <a:ext cx="1061979" cy="558999"/>
            <a:chOff x="3859815" y="2867310"/>
            <a:chExt cx="1262157" cy="664368"/>
          </a:xfrm>
        </p:grpSpPr>
        <p:sp>
          <p:nvSpPr>
            <p:cNvPr id="1266" name="Google Shape;1266;p38"/>
            <p:cNvSpPr/>
            <p:nvPr/>
          </p:nvSpPr>
          <p:spPr>
            <a:xfrm>
              <a:off x="3859815" y="2867310"/>
              <a:ext cx="1262157" cy="664368"/>
            </a:xfrm>
            <a:custGeom>
              <a:avLst/>
              <a:gdLst/>
              <a:ahLst/>
              <a:cxnLst/>
              <a:rect l="l" t="t" r="r" b="b"/>
              <a:pathLst>
                <a:path w="1262157" h="664368" extrusionOk="0">
                  <a:moveTo>
                    <a:pt x="1102233" y="344424"/>
                  </a:moveTo>
                  <a:cubicBezTo>
                    <a:pt x="1090231" y="344424"/>
                    <a:pt x="1078611" y="345757"/>
                    <a:pt x="1067372" y="348234"/>
                  </a:cubicBezTo>
                  <a:cubicBezTo>
                    <a:pt x="1048131" y="223838"/>
                    <a:pt x="945166" y="127159"/>
                    <a:pt x="817816" y="117348"/>
                  </a:cubicBezTo>
                  <a:cubicBezTo>
                    <a:pt x="756856" y="45625"/>
                    <a:pt x="666083" y="0"/>
                    <a:pt x="564547" y="0"/>
                  </a:cubicBezTo>
                  <a:cubicBezTo>
                    <a:pt x="398526" y="0"/>
                    <a:pt x="260890" y="121825"/>
                    <a:pt x="236220" y="280988"/>
                  </a:cubicBezTo>
                  <a:cubicBezTo>
                    <a:pt x="222599" y="277939"/>
                    <a:pt x="208502" y="276320"/>
                    <a:pt x="194024" y="276320"/>
                  </a:cubicBezTo>
                  <a:cubicBezTo>
                    <a:pt x="86868" y="276320"/>
                    <a:pt x="0" y="363188"/>
                    <a:pt x="0" y="470345"/>
                  </a:cubicBezTo>
                  <a:cubicBezTo>
                    <a:pt x="0" y="577501"/>
                    <a:pt x="86868" y="664369"/>
                    <a:pt x="194024" y="664369"/>
                  </a:cubicBezTo>
                  <a:lnTo>
                    <a:pt x="1102138" y="664369"/>
                  </a:lnTo>
                  <a:cubicBezTo>
                    <a:pt x="1190530" y="664369"/>
                    <a:pt x="1262158" y="592741"/>
                    <a:pt x="1262158" y="504349"/>
                  </a:cubicBezTo>
                  <a:cubicBezTo>
                    <a:pt x="1262158" y="415957"/>
                    <a:pt x="1190530" y="344329"/>
                    <a:pt x="1102138" y="344329"/>
                  </a:cubicBezTo>
                  <a:close/>
                </a:path>
              </a:pathLst>
            </a:custGeom>
            <a:solidFill>
              <a:srgbClr val="42444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67" name="Google Shape;1267;p38"/>
            <p:cNvGrpSpPr/>
            <p:nvPr/>
          </p:nvGrpSpPr>
          <p:grpSpPr>
            <a:xfrm>
              <a:off x="4275677" y="3065525"/>
              <a:ext cx="334517" cy="380047"/>
              <a:chOff x="4275677" y="3065525"/>
              <a:chExt cx="334517" cy="380047"/>
            </a:xfrm>
          </p:grpSpPr>
          <p:grpSp>
            <p:nvGrpSpPr>
              <p:cNvPr id="1268" name="Google Shape;1268;p38"/>
              <p:cNvGrpSpPr/>
              <p:nvPr/>
            </p:nvGrpSpPr>
            <p:grpSpPr>
              <a:xfrm>
                <a:off x="4275677" y="3065525"/>
                <a:ext cx="334517" cy="380047"/>
                <a:chOff x="4275677" y="3065525"/>
                <a:chExt cx="334517" cy="380047"/>
              </a:xfrm>
            </p:grpSpPr>
            <p:grpSp>
              <p:nvGrpSpPr>
                <p:cNvPr id="1269" name="Google Shape;1269;p38"/>
                <p:cNvGrpSpPr/>
                <p:nvPr/>
              </p:nvGrpSpPr>
              <p:grpSpPr>
                <a:xfrm>
                  <a:off x="4275677" y="3301269"/>
                  <a:ext cx="334422" cy="144303"/>
                  <a:chOff x="4275677" y="3301269"/>
                  <a:chExt cx="334422" cy="144303"/>
                </a:xfrm>
              </p:grpSpPr>
              <p:sp>
                <p:nvSpPr>
                  <p:cNvPr id="1270" name="Google Shape;1270;p38"/>
                  <p:cNvSpPr/>
                  <p:nvPr/>
                </p:nvSpPr>
                <p:spPr>
                  <a:xfrm>
                    <a:off x="4275677" y="333165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1" name="Google Shape;1271;p38"/>
                  <p:cNvSpPr/>
                  <p:nvPr/>
                </p:nvSpPr>
                <p:spPr>
                  <a:xfrm>
                    <a:off x="4275772" y="3301269"/>
                    <a:ext cx="334327" cy="60769"/>
                  </a:xfrm>
                  <a:custGeom>
                    <a:avLst/>
                    <a:gdLst/>
                    <a:ahLst/>
                    <a:cxnLst/>
                    <a:rect l="l" t="t" r="r" b="b"/>
                    <a:pathLst>
                      <a:path w="334327" h="60769" extrusionOk="0">
                        <a:moveTo>
                          <a:pt x="334328" y="30385"/>
                        </a:moveTo>
                        <a:cubicBezTo>
                          <a:pt x="334328" y="47166"/>
                          <a:pt x="259486" y="60770"/>
                          <a:pt x="167164" y="60770"/>
                        </a:cubicBezTo>
                        <a:cubicBezTo>
                          <a:pt x="74842" y="60770"/>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72" name="Google Shape;1272;p38"/>
                <p:cNvGrpSpPr/>
                <p:nvPr/>
              </p:nvGrpSpPr>
              <p:grpSpPr>
                <a:xfrm>
                  <a:off x="4275677" y="3183350"/>
                  <a:ext cx="334422" cy="144302"/>
                  <a:chOff x="4275677" y="3183350"/>
                  <a:chExt cx="334422" cy="144302"/>
                </a:xfrm>
              </p:grpSpPr>
              <p:sp>
                <p:nvSpPr>
                  <p:cNvPr id="1273" name="Google Shape;1273;p38"/>
                  <p:cNvSpPr/>
                  <p:nvPr/>
                </p:nvSpPr>
                <p:spPr>
                  <a:xfrm>
                    <a:off x="4275677" y="3213734"/>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4" name="Google Shape;1274;p38"/>
                  <p:cNvSpPr/>
                  <p:nvPr/>
                </p:nvSpPr>
                <p:spPr>
                  <a:xfrm>
                    <a:off x="4275772" y="3183350"/>
                    <a:ext cx="334327" cy="60769"/>
                  </a:xfrm>
                  <a:custGeom>
                    <a:avLst/>
                    <a:gdLst/>
                    <a:ahLst/>
                    <a:cxnLst/>
                    <a:rect l="l" t="t" r="r" b="b"/>
                    <a:pathLst>
                      <a:path w="334327" h="60769" extrusionOk="0">
                        <a:moveTo>
                          <a:pt x="334328" y="30385"/>
                        </a:moveTo>
                        <a:cubicBezTo>
                          <a:pt x="334328" y="47166"/>
                          <a:pt x="259486" y="60769"/>
                          <a:pt x="167164" y="60769"/>
                        </a:cubicBezTo>
                        <a:cubicBezTo>
                          <a:pt x="74842" y="60769"/>
                          <a:pt x="0" y="47166"/>
                          <a:pt x="0" y="30385"/>
                        </a:cubicBezTo>
                        <a:cubicBezTo>
                          <a:pt x="0" y="13604"/>
                          <a:pt x="74842" y="0"/>
                          <a:pt x="167164" y="0"/>
                        </a:cubicBezTo>
                        <a:cubicBezTo>
                          <a:pt x="259486" y="0"/>
                          <a:pt x="334328" y="13604"/>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75" name="Google Shape;1275;p38"/>
                <p:cNvGrpSpPr/>
                <p:nvPr/>
              </p:nvGrpSpPr>
              <p:grpSpPr>
                <a:xfrm>
                  <a:off x="4275677" y="3065525"/>
                  <a:ext cx="334517" cy="144303"/>
                  <a:chOff x="4275677" y="3065525"/>
                  <a:chExt cx="334517" cy="144303"/>
                </a:xfrm>
              </p:grpSpPr>
              <p:sp>
                <p:nvSpPr>
                  <p:cNvPr id="1276" name="Google Shape;1276;p38"/>
                  <p:cNvSpPr/>
                  <p:nvPr/>
                </p:nvSpPr>
                <p:spPr>
                  <a:xfrm>
                    <a:off x="4275677" y="3095910"/>
                    <a:ext cx="334422" cy="113918"/>
                  </a:xfrm>
                  <a:custGeom>
                    <a:avLst/>
                    <a:gdLst/>
                    <a:ahLst/>
                    <a:cxnLst/>
                    <a:rect l="l" t="t" r="r" b="b"/>
                    <a:pathLst>
                      <a:path w="334422" h="113918" extrusionOk="0">
                        <a:moveTo>
                          <a:pt x="95" y="0"/>
                        </a:moveTo>
                        <a:lnTo>
                          <a:pt x="95" y="83534"/>
                        </a:lnTo>
                        <a:cubicBezTo>
                          <a:pt x="95" y="100298"/>
                          <a:pt x="74962" y="113919"/>
                          <a:pt x="167259" y="113919"/>
                        </a:cubicBezTo>
                        <a:cubicBezTo>
                          <a:pt x="259556" y="113919"/>
                          <a:pt x="334423" y="100298"/>
                          <a:pt x="334423" y="83534"/>
                        </a:cubicBezTo>
                        <a:lnTo>
                          <a:pt x="334423" y="0"/>
                        </a:lnTo>
                        <a:lnTo>
                          <a:pt x="0" y="0"/>
                        </a:lnTo>
                        <a:close/>
                      </a:path>
                    </a:pathLst>
                  </a:custGeom>
                  <a:solidFill>
                    <a:srgbClr val="CFD3D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7" name="Google Shape;1277;p38"/>
                  <p:cNvSpPr/>
                  <p:nvPr/>
                </p:nvSpPr>
                <p:spPr>
                  <a:xfrm>
                    <a:off x="4275867" y="3065525"/>
                    <a:ext cx="334327" cy="60769"/>
                  </a:xfrm>
                  <a:custGeom>
                    <a:avLst/>
                    <a:gdLst/>
                    <a:ahLst/>
                    <a:cxnLst/>
                    <a:rect l="l" t="t" r="r" b="b"/>
                    <a:pathLst>
                      <a:path w="334327" h="60769" extrusionOk="0">
                        <a:moveTo>
                          <a:pt x="334328" y="30385"/>
                        </a:moveTo>
                        <a:cubicBezTo>
                          <a:pt x="334328" y="47149"/>
                          <a:pt x="259461" y="60770"/>
                          <a:pt x="167164" y="60770"/>
                        </a:cubicBezTo>
                        <a:cubicBezTo>
                          <a:pt x="74866" y="60770"/>
                          <a:pt x="0" y="47149"/>
                          <a:pt x="0" y="30385"/>
                        </a:cubicBezTo>
                        <a:cubicBezTo>
                          <a:pt x="0" y="13621"/>
                          <a:pt x="74866" y="0"/>
                          <a:pt x="167164" y="0"/>
                        </a:cubicBezTo>
                        <a:cubicBezTo>
                          <a:pt x="259461" y="0"/>
                          <a:pt x="334328" y="13621"/>
                          <a:pt x="334328" y="30385"/>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278" name="Google Shape;1278;p38"/>
              <p:cNvSpPr/>
              <p:nvPr/>
            </p:nvSpPr>
            <p:spPr>
              <a:xfrm>
                <a:off x="4529994" y="3140487"/>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2"/>
                      <a:pt x="8572" y="0"/>
                      <a:pt x="19050" y="0"/>
                    </a:cubicBezTo>
                    <a:cubicBezTo>
                      <a:pt x="29528" y="0"/>
                      <a:pt x="38100" y="8572"/>
                      <a:pt x="38100" y="19050"/>
                    </a:cubicBezTo>
                    <a:close/>
                  </a:path>
                </a:pathLst>
              </a:custGeom>
              <a:solidFill>
                <a:srgbClr val="55C0E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9" name="Google Shape;1279;p38"/>
              <p:cNvSpPr/>
              <p:nvPr/>
            </p:nvSpPr>
            <p:spPr>
              <a:xfrm>
                <a:off x="4529994" y="3256216"/>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0" name="Google Shape;1280;p38"/>
              <p:cNvSpPr/>
              <p:nvPr/>
            </p:nvSpPr>
            <p:spPr>
              <a:xfrm>
                <a:off x="4529994" y="3377088"/>
                <a:ext cx="38100" cy="38100"/>
              </a:xfrm>
              <a:custGeom>
                <a:avLst/>
                <a:gdLst/>
                <a:ahLst/>
                <a:cxnLst/>
                <a:rect l="l" t="t" r="r" b="b"/>
                <a:pathLst>
                  <a:path w="38100" h="38100" extrusionOk="0">
                    <a:moveTo>
                      <a:pt x="38100" y="19050"/>
                    </a:moveTo>
                    <a:cubicBezTo>
                      <a:pt x="38100" y="29623"/>
                      <a:pt x="29528" y="38100"/>
                      <a:pt x="19050" y="38100"/>
                    </a:cubicBezTo>
                    <a:cubicBezTo>
                      <a:pt x="8572" y="38100"/>
                      <a:pt x="0" y="29528"/>
                      <a:pt x="0" y="19050"/>
                    </a:cubicBezTo>
                    <a:cubicBezTo>
                      <a:pt x="0" y="8573"/>
                      <a:pt x="8572" y="0"/>
                      <a:pt x="19050" y="0"/>
                    </a:cubicBezTo>
                    <a:cubicBezTo>
                      <a:pt x="29528" y="0"/>
                      <a:pt x="38100" y="8573"/>
                      <a:pt x="38100" y="1905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281" name="Google Shape;1281;p38"/>
          <p:cNvGrpSpPr/>
          <p:nvPr/>
        </p:nvGrpSpPr>
        <p:grpSpPr>
          <a:xfrm>
            <a:off x="8377144" y="1093568"/>
            <a:ext cx="33124" cy="442802"/>
            <a:chOff x="10809827" y="4402455"/>
            <a:chExt cx="24764" cy="330993"/>
          </a:xfrm>
        </p:grpSpPr>
        <p:sp>
          <p:nvSpPr>
            <p:cNvPr id="1282" name="Google Shape;1282;p38"/>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3" name="Google Shape;1283;p38"/>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4" name="Google Shape;1284;p38"/>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85" name="Google Shape;1285;p38"/>
          <p:cNvGrpSpPr/>
          <p:nvPr/>
        </p:nvGrpSpPr>
        <p:grpSpPr>
          <a:xfrm rot="-5400000">
            <a:off x="8079918" y="1536387"/>
            <a:ext cx="18197" cy="243247"/>
            <a:chOff x="10809827" y="4402455"/>
            <a:chExt cx="24764" cy="330993"/>
          </a:xfrm>
        </p:grpSpPr>
        <p:sp>
          <p:nvSpPr>
            <p:cNvPr id="1286" name="Google Shape;1286;p38"/>
            <p:cNvSpPr/>
            <p:nvPr/>
          </p:nvSpPr>
          <p:spPr>
            <a:xfrm>
              <a:off x="10822209" y="4414266"/>
              <a:ext cx="9525" cy="307467"/>
            </a:xfrm>
            <a:custGeom>
              <a:avLst/>
              <a:gdLst/>
              <a:ahLst/>
              <a:cxnLst/>
              <a:rect l="l" t="t" r="r" b="b"/>
              <a:pathLst>
                <a:path w="9525" h="307467" extrusionOk="0">
                  <a:moveTo>
                    <a:pt x="-1" y="307467"/>
                  </a:moveTo>
                  <a:lnTo>
                    <a:pt x="-1" y="0"/>
                  </a:lnTo>
                </a:path>
              </a:pathLst>
            </a:custGeom>
            <a:solidFill>
              <a:schemeClr val="accent4"/>
            </a:solid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7" name="Google Shape;1287;p38"/>
            <p:cNvSpPr/>
            <p:nvPr/>
          </p:nvSpPr>
          <p:spPr>
            <a:xfrm>
              <a:off x="10809827" y="4708683"/>
              <a:ext cx="24764" cy="24765"/>
            </a:xfrm>
            <a:custGeom>
              <a:avLst/>
              <a:gdLst/>
              <a:ahLst/>
              <a:cxnLst/>
              <a:rect l="l" t="t" r="r" b="b"/>
              <a:pathLst>
                <a:path w="24764" h="24765" extrusionOk="0">
                  <a:moveTo>
                    <a:pt x="24765" y="12382"/>
                  </a:moveTo>
                  <a:cubicBezTo>
                    <a:pt x="24765" y="19240"/>
                    <a:pt x="19241" y="24765"/>
                    <a:pt x="12382" y="24765"/>
                  </a:cubicBezTo>
                  <a:cubicBezTo>
                    <a:pt x="5524" y="24765"/>
                    <a:pt x="0" y="19240"/>
                    <a:pt x="0" y="12382"/>
                  </a:cubicBezTo>
                  <a:cubicBezTo>
                    <a:pt x="0" y="5524"/>
                    <a:pt x="5524" y="0"/>
                    <a:pt x="12382" y="0"/>
                  </a:cubicBezTo>
                  <a:cubicBezTo>
                    <a:pt x="19241" y="0"/>
                    <a:pt x="24765" y="5524"/>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8" name="Google Shape;1288;p38"/>
            <p:cNvSpPr/>
            <p:nvPr/>
          </p:nvSpPr>
          <p:spPr>
            <a:xfrm>
              <a:off x="10809827" y="4402455"/>
              <a:ext cx="24764" cy="24764"/>
            </a:xfrm>
            <a:custGeom>
              <a:avLst/>
              <a:gdLst/>
              <a:ahLst/>
              <a:cxnLst/>
              <a:rect l="l" t="t" r="r" b="b"/>
              <a:pathLst>
                <a:path w="24764" h="24764" extrusionOk="0">
                  <a:moveTo>
                    <a:pt x="24765" y="12382"/>
                  </a:moveTo>
                  <a:cubicBezTo>
                    <a:pt x="24765" y="5524"/>
                    <a:pt x="19241" y="0"/>
                    <a:pt x="12382" y="0"/>
                  </a:cubicBezTo>
                  <a:cubicBezTo>
                    <a:pt x="5524" y="0"/>
                    <a:pt x="0" y="5524"/>
                    <a:pt x="0" y="12382"/>
                  </a:cubicBezTo>
                  <a:cubicBezTo>
                    <a:pt x="0" y="19240"/>
                    <a:pt x="5524" y="24765"/>
                    <a:pt x="12382" y="24765"/>
                  </a:cubicBezTo>
                  <a:cubicBezTo>
                    <a:pt x="19241" y="24765"/>
                    <a:pt x="24765" y="19240"/>
                    <a:pt x="24765" y="123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cxnSp>
        <p:nvCxnSpPr>
          <p:cNvPr id="1289" name="Google Shape;1289;p38"/>
          <p:cNvCxnSpPr>
            <a:stCxn id="1175" idx="0"/>
            <a:endCxn id="1176" idx="0"/>
          </p:cNvCxnSpPr>
          <p:nvPr/>
        </p:nvCxnSpPr>
        <p:spPr>
          <a:xfrm rot="-5400000" flipH="1">
            <a:off x="4578618" y="-3176937"/>
            <a:ext cx="600" cy="7629300"/>
          </a:xfrm>
          <a:prstGeom prst="bentConnector3">
            <a:avLst>
              <a:gd name="adj1" fmla="val -73522917"/>
            </a:avLst>
          </a:prstGeom>
          <a:noFill/>
          <a:ln w="19050" cap="flat" cmpd="sng">
            <a:solidFill>
              <a:schemeClr val="accent4"/>
            </a:solidFill>
            <a:prstDash val="dashDot"/>
            <a:round/>
            <a:headEnd type="oval" w="med" len="med"/>
            <a:tailEnd type="oval"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293"/>
        <p:cNvGrpSpPr/>
        <p:nvPr/>
      </p:nvGrpSpPr>
      <p:grpSpPr>
        <a:xfrm>
          <a:off x="0" y="0"/>
          <a:ext cx="0" cy="0"/>
          <a:chOff x="0" y="0"/>
          <a:chExt cx="0" cy="0"/>
        </a:xfrm>
      </p:grpSpPr>
      <p:sp>
        <p:nvSpPr>
          <p:cNvPr id="1294" name="Google Shape;1294;p39"/>
          <p:cNvSpPr txBox="1">
            <a:spLocks noGrp="1"/>
          </p:cNvSpPr>
          <p:nvPr>
            <p:ph type="title"/>
          </p:nvPr>
        </p:nvSpPr>
        <p:spPr>
          <a:xfrm>
            <a:off x="713225" y="1477363"/>
            <a:ext cx="6576000" cy="1526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4,498,300,000</a:t>
            </a:r>
            <a:endParaRPr/>
          </a:p>
        </p:txBody>
      </p:sp>
      <p:sp>
        <p:nvSpPr>
          <p:cNvPr id="1295" name="Google Shape;1295;p39"/>
          <p:cNvSpPr txBox="1">
            <a:spLocks noGrp="1"/>
          </p:cNvSpPr>
          <p:nvPr>
            <p:ph type="subTitle" idx="1"/>
          </p:nvPr>
        </p:nvSpPr>
        <p:spPr>
          <a:xfrm>
            <a:off x="713225" y="3169038"/>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Number of users analyzed in our market research</a:t>
            </a:r>
            <a:endParaRPr/>
          </a:p>
        </p:txBody>
      </p:sp>
      <p:grpSp>
        <p:nvGrpSpPr>
          <p:cNvPr id="1296" name="Google Shape;1296;p39"/>
          <p:cNvGrpSpPr/>
          <p:nvPr/>
        </p:nvGrpSpPr>
        <p:grpSpPr>
          <a:xfrm>
            <a:off x="254436" y="628824"/>
            <a:ext cx="917374" cy="683570"/>
            <a:chOff x="1914620" y="1930431"/>
            <a:chExt cx="572929" cy="426911"/>
          </a:xfrm>
        </p:grpSpPr>
        <p:grpSp>
          <p:nvGrpSpPr>
            <p:cNvPr id="1297" name="Google Shape;1297;p39"/>
            <p:cNvGrpSpPr/>
            <p:nvPr/>
          </p:nvGrpSpPr>
          <p:grpSpPr>
            <a:xfrm>
              <a:off x="1914620" y="1930431"/>
              <a:ext cx="572929" cy="426911"/>
              <a:chOff x="1914620" y="1930431"/>
              <a:chExt cx="572929" cy="426911"/>
            </a:xfrm>
          </p:grpSpPr>
          <p:sp>
            <p:nvSpPr>
              <p:cNvPr id="1298" name="Google Shape;1298;p39"/>
              <p:cNvSpPr/>
              <p:nvPr/>
            </p:nvSpPr>
            <p:spPr>
              <a:xfrm>
                <a:off x="2042160" y="1930431"/>
                <a:ext cx="445389" cy="299466"/>
              </a:xfrm>
              <a:custGeom>
                <a:avLst/>
                <a:gdLst/>
                <a:ahLst/>
                <a:cxnLst/>
                <a:rect l="l" t="t" r="r" b="b"/>
                <a:pathLst>
                  <a:path w="445389" h="299466" extrusionOk="0">
                    <a:moveTo>
                      <a:pt x="139065" y="7620"/>
                    </a:moveTo>
                    <a:lnTo>
                      <a:pt x="173355" y="41910"/>
                    </a:lnTo>
                    <a:cubicBezTo>
                      <a:pt x="178308" y="46863"/>
                      <a:pt x="185071" y="49721"/>
                      <a:pt x="192119" y="49721"/>
                    </a:cubicBezTo>
                    <a:lnTo>
                      <a:pt x="418910" y="49721"/>
                    </a:lnTo>
                    <a:cubicBezTo>
                      <a:pt x="433578" y="49721"/>
                      <a:pt x="445389" y="61627"/>
                      <a:pt x="445389" y="76200"/>
                    </a:cubicBezTo>
                    <a:lnTo>
                      <a:pt x="445389" y="272987"/>
                    </a:lnTo>
                    <a:cubicBezTo>
                      <a:pt x="445389" y="287655"/>
                      <a:pt x="433483" y="299466"/>
                      <a:pt x="418910"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9" name="Google Shape;1299;p39"/>
              <p:cNvSpPr/>
              <p:nvPr/>
            </p:nvSpPr>
            <p:spPr>
              <a:xfrm>
                <a:off x="1978342" y="1994058"/>
                <a:ext cx="445389" cy="299465"/>
              </a:xfrm>
              <a:custGeom>
                <a:avLst/>
                <a:gdLst/>
                <a:ahLst/>
                <a:cxnLst/>
                <a:rect l="l" t="t" r="r" b="b"/>
                <a:pathLst>
                  <a:path w="445389" h="299465" extrusionOk="0">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6"/>
                    </a:lnTo>
                    <a:cubicBezTo>
                      <a:pt x="445389" y="287655"/>
                      <a:pt x="433483" y="299466"/>
                      <a:pt x="418909" y="299466"/>
                    </a:cubicBezTo>
                    <a:lnTo>
                      <a:pt x="26480" y="299466"/>
                    </a:lnTo>
                    <a:cubicBezTo>
                      <a:pt x="11811" y="299466"/>
                      <a:pt x="0" y="287560"/>
                      <a:pt x="0" y="272986"/>
                    </a:cubicBezTo>
                    <a:lnTo>
                      <a:pt x="0" y="26479"/>
                    </a:lnTo>
                    <a:cubicBezTo>
                      <a:pt x="0" y="11811"/>
                      <a:pt x="11906" y="0"/>
                      <a:pt x="26480" y="0"/>
                    </a:cubicBezTo>
                    <a:lnTo>
                      <a:pt x="120396" y="0"/>
                    </a:lnTo>
                    <a:cubicBezTo>
                      <a:pt x="127445" y="0"/>
                      <a:pt x="134207" y="2762"/>
                      <a:pt x="139160" y="771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0" name="Google Shape;1300;p39"/>
              <p:cNvSpPr/>
              <p:nvPr/>
            </p:nvSpPr>
            <p:spPr>
              <a:xfrm>
                <a:off x="1914620" y="2057876"/>
                <a:ext cx="445389" cy="299466"/>
              </a:xfrm>
              <a:custGeom>
                <a:avLst/>
                <a:gdLst/>
                <a:ahLst/>
                <a:cxnLst/>
                <a:rect l="l" t="t" r="r" b="b"/>
                <a:pathLst>
                  <a:path w="445389" h="299466" extrusionOk="0">
                    <a:moveTo>
                      <a:pt x="139065" y="7715"/>
                    </a:moveTo>
                    <a:lnTo>
                      <a:pt x="173355" y="42005"/>
                    </a:lnTo>
                    <a:cubicBezTo>
                      <a:pt x="178308" y="46958"/>
                      <a:pt x="185071" y="49721"/>
                      <a:pt x="192119" y="49721"/>
                    </a:cubicBezTo>
                    <a:lnTo>
                      <a:pt x="418909" y="49721"/>
                    </a:lnTo>
                    <a:cubicBezTo>
                      <a:pt x="433578" y="49721"/>
                      <a:pt x="445389" y="61627"/>
                      <a:pt x="445389" y="76200"/>
                    </a:cubicBezTo>
                    <a:lnTo>
                      <a:pt x="445389" y="272987"/>
                    </a:lnTo>
                    <a:cubicBezTo>
                      <a:pt x="445389" y="287655"/>
                      <a:pt x="433483" y="299466"/>
                      <a:pt x="418909" y="299466"/>
                    </a:cubicBezTo>
                    <a:lnTo>
                      <a:pt x="26479" y="299466"/>
                    </a:lnTo>
                    <a:cubicBezTo>
                      <a:pt x="11811" y="299466"/>
                      <a:pt x="0" y="287560"/>
                      <a:pt x="0" y="272987"/>
                    </a:cubicBezTo>
                    <a:lnTo>
                      <a:pt x="0" y="26479"/>
                    </a:lnTo>
                    <a:cubicBezTo>
                      <a:pt x="0" y="11811"/>
                      <a:pt x="11906" y="0"/>
                      <a:pt x="26479" y="0"/>
                    </a:cubicBezTo>
                    <a:lnTo>
                      <a:pt x="120396" y="0"/>
                    </a:lnTo>
                    <a:cubicBezTo>
                      <a:pt x="127444" y="0"/>
                      <a:pt x="134207" y="2762"/>
                      <a:pt x="139160" y="771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01" name="Google Shape;1301;p39"/>
            <p:cNvSpPr/>
            <p:nvPr/>
          </p:nvSpPr>
          <p:spPr>
            <a:xfrm>
              <a:off x="2024157" y="2180272"/>
              <a:ext cx="222980" cy="101917"/>
            </a:xfrm>
            <a:custGeom>
              <a:avLst/>
              <a:gdLst/>
              <a:ahLst/>
              <a:cxnLst/>
              <a:rect l="l" t="t" r="r" b="b"/>
              <a:pathLst>
                <a:path w="222980" h="101917" extrusionOk="0">
                  <a:moveTo>
                    <a:pt x="25051" y="45529"/>
                  </a:moveTo>
                  <a:lnTo>
                    <a:pt x="0" y="45529"/>
                  </a:lnTo>
                  <a:lnTo>
                    <a:pt x="0" y="56388"/>
                  </a:lnTo>
                  <a:lnTo>
                    <a:pt x="25051" y="56388"/>
                  </a:lnTo>
                  <a:lnTo>
                    <a:pt x="25051" y="45529"/>
                  </a:lnTo>
                  <a:close/>
                  <a:moveTo>
                    <a:pt x="115538" y="79153"/>
                  </a:moveTo>
                  <a:lnTo>
                    <a:pt x="184023" y="79153"/>
                  </a:lnTo>
                  <a:lnTo>
                    <a:pt x="184023" y="68294"/>
                  </a:lnTo>
                  <a:lnTo>
                    <a:pt x="115538" y="68294"/>
                  </a:lnTo>
                  <a:lnTo>
                    <a:pt x="115538" y="79153"/>
                  </a:lnTo>
                  <a:close/>
                  <a:moveTo>
                    <a:pt x="32766" y="56388"/>
                  </a:moveTo>
                  <a:lnTo>
                    <a:pt x="129730" y="56388"/>
                  </a:lnTo>
                  <a:lnTo>
                    <a:pt x="129730" y="45529"/>
                  </a:lnTo>
                  <a:lnTo>
                    <a:pt x="32766" y="45529"/>
                  </a:lnTo>
                  <a:lnTo>
                    <a:pt x="32766" y="56388"/>
                  </a:lnTo>
                  <a:close/>
                  <a:moveTo>
                    <a:pt x="184023" y="0"/>
                  </a:moveTo>
                  <a:lnTo>
                    <a:pt x="23908" y="0"/>
                  </a:lnTo>
                  <a:lnTo>
                    <a:pt x="23908" y="10858"/>
                  </a:lnTo>
                  <a:lnTo>
                    <a:pt x="184023" y="10858"/>
                  </a:lnTo>
                  <a:lnTo>
                    <a:pt x="184023" y="0"/>
                  </a:lnTo>
                  <a:close/>
                  <a:moveTo>
                    <a:pt x="47815" y="22765"/>
                  </a:moveTo>
                  <a:lnTo>
                    <a:pt x="0" y="22765"/>
                  </a:lnTo>
                  <a:lnTo>
                    <a:pt x="0" y="33623"/>
                  </a:lnTo>
                  <a:lnTo>
                    <a:pt x="47815" y="33623"/>
                  </a:lnTo>
                  <a:lnTo>
                    <a:pt x="47815" y="22765"/>
                  </a:lnTo>
                  <a:close/>
                  <a:moveTo>
                    <a:pt x="102584" y="68294"/>
                  </a:moveTo>
                  <a:lnTo>
                    <a:pt x="0" y="68294"/>
                  </a:lnTo>
                  <a:lnTo>
                    <a:pt x="0" y="79153"/>
                  </a:lnTo>
                  <a:lnTo>
                    <a:pt x="102584" y="79153"/>
                  </a:lnTo>
                  <a:lnTo>
                    <a:pt x="102584" y="68294"/>
                  </a:lnTo>
                  <a:close/>
                  <a:moveTo>
                    <a:pt x="146875" y="101918"/>
                  </a:moveTo>
                  <a:lnTo>
                    <a:pt x="195644" y="101918"/>
                  </a:lnTo>
                  <a:lnTo>
                    <a:pt x="195644" y="91059"/>
                  </a:lnTo>
                  <a:lnTo>
                    <a:pt x="146875" y="91059"/>
                  </a:lnTo>
                  <a:lnTo>
                    <a:pt x="146875" y="101918"/>
                  </a:lnTo>
                  <a:close/>
                  <a:moveTo>
                    <a:pt x="0" y="101918"/>
                  </a:moveTo>
                  <a:lnTo>
                    <a:pt x="62198" y="101918"/>
                  </a:lnTo>
                  <a:lnTo>
                    <a:pt x="62198" y="91059"/>
                  </a:lnTo>
                  <a:lnTo>
                    <a:pt x="0" y="91059"/>
                  </a:lnTo>
                  <a:lnTo>
                    <a:pt x="0" y="101918"/>
                  </a:lnTo>
                  <a:close/>
                  <a:moveTo>
                    <a:pt x="60769" y="33623"/>
                  </a:moveTo>
                  <a:lnTo>
                    <a:pt x="222980" y="33623"/>
                  </a:lnTo>
                  <a:lnTo>
                    <a:pt x="222980" y="22765"/>
                  </a:lnTo>
                  <a:lnTo>
                    <a:pt x="60769" y="22765"/>
                  </a:lnTo>
                  <a:lnTo>
                    <a:pt x="60769" y="33623"/>
                  </a:lnTo>
                  <a:close/>
                  <a:moveTo>
                    <a:pt x="190500" y="0"/>
                  </a:moveTo>
                  <a:lnTo>
                    <a:pt x="190500" y="10858"/>
                  </a:lnTo>
                  <a:lnTo>
                    <a:pt x="222980" y="10858"/>
                  </a:lnTo>
                  <a:lnTo>
                    <a:pt x="222980" y="0"/>
                  </a:lnTo>
                  <a:lnTo>
                    <a:pt x="190500" y="0"/>
                  </a:lnTo>
                  <a:close/>
                  <a:moveTo>
                    <a:pt x="137350" y="56388"/>
                  </a:moveTo>
                  <a:lnTo>
                    <a:pt x="222980" y="56388"/>
                  </a:lnTo>
                  <a:lnTo>
                    <a:pt x="222980" y="45529"/>
                  </a:lnTo>
                  <a:lnTo>
                    <a:pt x="137350" y="45529"/>
                  </a:lnTo>
                  <a:lnTo>
                    <a:pt x="137350" y="56388"/>
                  </a:lnTo>
                  <a:close/>
                  <a:moveTo>
                    <a:pt x="196882" y="79153"/>
                  </a:moveTo>
                  <a:lnTo>
                    <a:pt x="222885" y="79153"/>
                  </a:lnTo>
                  <a:lnTo>
                    <a:pt x="222885" y="68294"/>
                  </a:lnTo>
                  <a:lnTo>
                    <a:pt x="196882" y="68294"/>
                  </a:lnTo>
                  <a:lnTo>
                    <a:pt x="196882" y="79153"/>
                  </a:lnTo>
                  <a:close/>
                  <a:moveTo>
                    <a:pt x="75057" y="101918"/>
                  </a:moveTo>
                  <a:lnTo>
                    <a:pt x="139065" y="101918"/>
                  </a:lnTo>
                  <a:lnTo>
                    <a:pt x="139065" y="91059"/>
                  </a:lnTo>
                  <a:lnTo>
                    <a:pt x="75057" y="91059"/>
                  </a:lnTo>
                  <a:lnTo>
                    <a:pt x="75057" y="101918"/>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305"/>
        <p:cNvGrpSpPr/>
        <p:nvPr/>
      </p:nvGrpSpPr>
      <p:grpSpPr>
        <a:xfrm>
          <a:off x="0" y="0"/>
          <a:ext cx="0" cy="0"/>
          <a:chOff x="0" y="0"/>
          <a:chExt cx="0" cy="0"/>
        </a:xfrm>
      </p:grpSpPr>
      <p:sp>
        <p:nvSpPr>
          <p:cNvPr id="1306" name="Google Shape;1306;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Revenue by quarter</a:t>
            </a:r>
            <a:endParaRPr/>
          </a:p>
        </p:txBody>
      </p:sp>
      <p:sp>
        <p:nvSpPr>
          <p:cNvPr id="1307" name="Google Shape;1307;p40"/>
          <p:cNvSpPr txBox="1">
            <a:spLocks noGrp="1"/>
          </p:cNvSpPr>
          <p:nvPr>
            <p:ph type="title" idx="4294967295"/>
          </p:nvPr>
        </p:nvSpPr>
        <p:spPr>
          <a:xfrm>
            <a:off x="6570563" y="3610636"/>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t>Q4</a:t>
            </a:r>
            <a:endParaRPr sz="2400"/>
          </a:p>
        </p:txBody>
      </p:sp>
      <p:sp>
        <p:nvSpPr>
          <p:cNvPr id="1308" name="Google Shape;1308;p40"/>
          <p:cNvSpPr txBox="1">
            <a:spLocks noGrp="1"/>
          </p:cNvSpPr>
          <p:nvPr>
            <p:ph type="subTitle" idx="4294967295"/>
          </p:nvPr>
        </p:nvSpPr>
        <p:spPr>
          <a:xfrm>
            <a:off x="6570563" y="3911600"/>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October - December</a:t>
            </a:r>
            <a:endParaRPr/>
          </a:p>
        </p:txBody>
      </p:sp>
      <p:sp>
        <p:nvSpPr>
          <p:cNvPr id="1309" name="Google Shape;1309;p40"/>
          <p:cNvSpPr txBox="1">
            <a:spLocks noGrp="1"/>
          </p:cNvSpPr>
          <p:nvPr>
            <p:ph type="title" idx="4294967295"/>
          </p:nvPr>
        </p:nvSpPr>
        <p:spPr>
          <a:xfrm>
            <a:off x="6570563" y="2856307"/>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t>Q3</a:t>
            </a:r>
            <a:endParaRPr sz="2400"/>
          </a:p>
        </p:txBody>
      </p:sp>
      <p:sp>
        <p:nvSpPr>
          <p:cNvPr id="1310" name="Google Shape;1310;p40"/>
          <p:cNvSpPr txBox="1">
            <a:spLocks noGrp="1"/>
          </p:cNvSpPr>
          <p:nvPr>
            <p:ph type="subTitle" idx="4294967295"/>
          </p:nvPr>
        </p:nvSpPr>
        <p:spPr>
          <a:xfrm>
            <a:off x="6570563" y="3157271"/>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July - September</a:t>
            </a:r>
            <a:endParaRPr/>
          </a:p>
        </p:txBody>
      </p:sp>
      <p:sp>
        <p:nvSpPr>
          <p:cNvPr id="1311" name="Google Shape;1311;p40"/>
          <p:cNvSpPr txBox="1">
            <a:spLocks noGrp="1"/>
          </p:cNvSpPr>
          <p:nvPr>
            <p:ph type="title" idx="4294967295"/>
          </p:nvPr>
        </p:nvSpPr>
        <p:spPr>
          <a:xfrm>
            <a:off x="6570563" y="2101979"/>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t>Q2</a:t>
            </a:r>
            <a:endParaRPr sz="2400"/>
          </a:p>
        </p:txBody>
      </p:sp>
      <p:sp>
        <p:nvSpPr>
          <p:cNvPr id="1312" name="Google Shape;1312;p40"/>
          <p:cNvSpPr txBox="1">
            <a:spLocks noGrp="1"/>
          </p:cNvSpPr>
          <p:nvPr>
            <p:ph type="subTitle" idx="4294967295"/>
          </p:nvPr>
        </p:nvSpPr>
        <p:spPr>
          <a:xfrm>
            <a:off x="6570563" y="2402943"/>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April - June</a:t>
            </a:r>
            <a:endParaRPr/>
          </a:p>
        </p:txBody>
      </p:sp>
      <p:sp>
        <p:nvSpPr>
          <p:cNvPr id="1313" name="Google Shape;1313;p40"/>
          <p:cNvSpPr txBox="1">
            <a:spLocks noGrp="1"/>
          </p:cNvSpPr>
          <p:nvPr>
            <p:ph type="title" idx="4294967295"/>
          </p:nvPr>
        </p:nvSpPr>
        <p:spPr>
          <a:xfrm>
            <a:off x="6570563" y="1347650"/>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t>Q1</a:t>
            </a:r>
            <a:endParaRPr sz="2400"/>
          </a:p>
        </p:txBody>
      </p:sp>
      <p:sp>
        <p:nvSpPr>
          <p:cNvPr id="1314" name="Google Shape;1314;p40"/>
          <p:cNvSpPr txBox="1">
            <a:spLocks noGrp="1"/>
          </p:cNvSpPr>
          <p:nvPr>
            <p:ph type="subTitle" idx="4294967295"/>
          </p:nvPr>
        </p:nvSpPr>
        <p:spPr>
          <a:xfrm>
            <a:off x="6570563" y="1648614"/>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January - March</a:t>
            </a:r>
            <a:endParaRPr/>
          </a:p>
        </p:txBody>
      </p:sp>
      <p:sp>
        <p:nvSpPr>
          <p:cNvPr id="1315" name="Google Shape;1315;p40"/>
          <p:cNvSpPr/>
          <p:nvPr/>
        </p:nvSpPr>
        <p:spPr>
          <a:xfrm>
            <a:off x="6346063" y="1312325"/>
            <a:ext cx="183300" cy="183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0"/>
          <p:cNvSpPr/>
          <p:nvPr/>
        </p:nvSpPr>
        <p:spPr>
          <a:xfrm>
            <a:off x="6346063" y="2067250"/>
            <a:ext cx="183300" cy="183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0"/>
          <p:cNvSpPr/>
          <p:nvPr/>
        </p:nvSpPr>
        <p:spPr>
          <a:xfrm>
            <a:off x="6346063" y="2822175"/>
            <a:ext cx="183300" cy="183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0"/>
          <p:cNvSpPr/>
          <p:nvPr/>
        </p:nvSpPr>
        <p:spPr>
          <a:xfrm>
            <a:off x="6346063" y="3577100"/>
            <a:ext cx="183300" cy="1833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0"/>
          <p:cNvSpPr txBox="1"/>
          <p:nvPr/>
        </p:nvSpPr>
        <p:spPr>
          <a:xfrm>
            <a:off x="981900" y="4435100"/>
            <a:ext cx="7180200" cy="21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Open Sans"/>
                <a:ea typeface="Open Sans"/>
                <a:cs typeface="Open Sans"/>
                <a:sym typeface="Open Sans"/>
              </a:rPr>
              <a:t>Follow the link in the graph to modify its data and then paste the new one here. </a:t>
            </a:r>
            <a:r>
              <a:rPr lang="en" sz="1000" b="1" u="sng">
                <a:solidFill>
                  <a:schemeClr val="dk1"/>
                </a:solidFill>
                <a:latin typeface="Open Sans"/>
                <a:ea typeface="Open Sans"/>
                <a:cs typeface="Open Sans"/>
                <a:sym typeface="Open Sans"/>
                <a:hlinkClick r:id="rId3">
                  <a:extLst>
                    <a:ext uri="{A12FA001-AC4F-418D-AE19-62706E023703}">
                      <ahyp:hlinkClr xmlns:ahyp="http://schemas.microsoft.com/office/drawing/2018/hyperlinkcolor" val="tx"/>
                    </a:ext>
                  </a:extLst>
                </a:hlinkClick>
              </a:rPr>
              <a:t>For more info, click here</a:t>
            </a:r>
            <a:endParaRPr sz="1000" b="1">
              <a:solidFill>
                <a:schemeClr val="dk1"/>
              </a:solidFill>
              <a:latin typeface="Open Sans"/>
              <a:ea typeface="Open Sans"/>
              <a:cs typeface="Open Sans"/>
              <a:sym typeface="Open Sans"/>
            </a:endParaRPr>
          </a:p>
        </p:txBody>
      </p:sp>
      <p:pic>
        <p:nvPicPr>
          <p:cNvPr id="1320" name="Google Shape;1320;p40" title="Chart">
            <a:hlinkClick r:id="rId4"/>
          </p:cNvPr>
          <p:cNvPicPr preferRelativeResize="0"/>
          <p:nvPr/>
        </p:nvPicPr>
        <p:blipFill>
          <a:blip r:embed="rId5">
            <a:alphaModFix/>
          </a:blip>
          <a:stretch>
            <a:fillRect/>
          </a:stretch>
        </p:blipFill>
        <p:spPr>
          <a:xfrm>
            <a:off x="720000" y="1180958"/>
            <a:ext cx="5033856" cy="31125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324"/>
        <p:cNvGrpSpPr/>
        <p:nvPr/>
      </p:nvGrpSpPr>
      <p:grpSpPr>
        <a:xfrm>
          <a:off x="0" y="0"/>
          <a:ext cx="0" cy="0"/>
          <a:chOff x="0" y="0"/>
          <a:chExt cx="0" cy="0"/>
        </a:xfrm>
      </p:grpSpPr>
      <p:sp>
        <p:nvSpPr>
          <p:cNvPr id="1325" name="Google Shape;1325;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Competition comparison</a:t>
            </a:r>
            <a:endParaRPr/>
          </a:p>
        </p:txBody>
      </p:sp>
      <p:graphicFrame>
        <p:nvGraphicFramePr>
          <p:cNvPr id="1326" name="Google Shape;1326;p41"/>
          <p:cNvGraphicFramePr/>
          <p:nvPr/>
        </p:nvGraphicFramePr>
        <p:xfrm>
          <a:off x="719963" y="1177334"/>
          <a:ext cx="7703825" cy="3290075"/>
        </p:xfrm>
        <a:graphic>
          <a:graphicData uri="http://schemas.openxmlformats.org/drawingml/2006/table">
            <a:tbl>
              <a:tblPr>
                <a:noFill/>
                <a:tableStyleId>{08535B50-5E39-4E54-B0A7-2BF578302548}</a:tableStyleId>
              </a:tblPr>
              <a:tblGrid>
                <a:gridCol w="953550">
                  <a:extLst>
                    <a:ext uri="{9D8B030D-6E8A-4147-A177-3AD203B41FA5}">
                      <a16:colId xmlns:a16="http://schemas.microsoft.com/office/drawing/2014/main" val="20000"/>
                    </a:ext>
                  </a:extLst>
                </a:gridCol>
                <a:gridCol w="1140150">
                  <a:extLst>
                    <a:ext uri="{9D8B030D-6E8A-4147-A177-3AD203B41FA5}">
                      <a16:colId xmlns:a16="http://schemas.microsoft.com/office/drawing/2014/main" val="20001"/>
                    </a:ext>
                  </a:extLst>
                </a:gridCol>
                <a:gridCol w="1122025">
                  <a:extLst>
                    <a:ext uri="{9D8B030D-6E8A-4147-A177-3AD203B41FA5}">
                      <a16:colId xmlns:a16="http://schemas.microsoft.com/office/drawing/2014/main" val="20002"/>
                    </a:ext>
                  </a:extLst>
                </a:gridCol>
                <a:gridCol w="1122025">
                  <a:extLst>
                    <a:ext uri="{9D8B030D-6E8A-4147-A177-3AD203B41FA5}">
                      <a16:colId xmlns:a16="http://schemas.microsoft.com/office/drawing/2014/main" val="20003"/>
                    </a:ext>
                  </a:extLst>
                </a:gridCol>
                <a:gridCol w="1122025">
                  <a:extLst>
                    <a:ext uri="{9D8B030D-6E8A-4147-A177-3AD203B41FA5}">
                      <a16:colId xmlns:a16="http://schemas.microsoft.com/office/drawing/2014/main" val="20004"/>
                    </a:ext>
                  </a:extLst>
                </a:gridCol>
                <a:gridCol w="1122025">
                  <a:extLst>
                    <a:ext uri="{9D8B030D-6E8A-4147-A177-3AD203B41FA5}">
                      <a16:colId xmlns:a16="http://schemas.microsoft.com/office/drawing/2014/main" val="20005"/>
                    </a:ext>
                  </a:extLst>
                </a:gridCol>
                <a:gridCol w="112202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b="1">
                        <a:solidFill>
                          <a:schemeClr val="dk1"/>
                        </a:solidFill>
                        <a:latin typeface="Epilogue"/>
                        <a:ea typeface="Epilogue"/>
                        <a:cs typeface="Epilogue"/>
                        <a:sym typeface="Epilogue"/>
                      </a:endParaRPr>
                    </a:p>
                  </a:txBody>
                  <a:tcPr marL="45700" marR="45700" marT="45700" marB="4570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Features</a:t>
                      </a:r>
                      <a:endParaRPr sz="12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Value</a:t>
                      </a:r>
                      <a:endParaRPr sz="12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Epilogue"/>
                          <a:ea typeface="Epilogue"/>
                          <a:cs typeface="Epilogue"/>
                          <a:sym typeface="Epilogue"/>
                        </a:rPr>
                        <a:t>Pricing</a:t>
                      </a:r>
                      <a:endParaRPr sz="12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Trial</a:t>
                      </a:r>
                      <a:endParaRPr sz="12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Competence</a:t>
                      </a:r>
                      <a:endParaRPr sz="12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Share</a:t>
                      </a:r>
                      <a:endParaRPr sz="12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A</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Fuel economy</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Special offers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$23,000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8%</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B</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Design</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Reliability</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$27,000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5%</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C</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Performance</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Repairs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$30,000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20%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D</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Safety features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Marketing</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$24,000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22%</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E</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Technology</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Customers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$32,000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10%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F</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Comfort</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Best prices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$15,000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Yes</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High</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30%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Epilogue"/>
                          <a:ea typeface="Epilogue"/>
                          <a:cs typeface="Epilogue"/>
                          <a:sym typeface="Epilogue"/>
                        </a:rPr>
                        <a:t>Company G</a:t>
                      </a:r>
                      <a:endParaRPr sz="1100" b="1">
                        <a:solidFill>
                          <a:schemeClr val="dk1"/>
                        </a:solidFill>
                        <a:latin typeface="Epilogue"/>
                        <a:ea typeface="Epilogue"/>
                        <a:cs typeface="Epilogue"/>
                        <a:sym typeface="Epilogue"/>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Customization</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Brand name</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$45,000</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No</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Low</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ctr" rtl="0">
                        <a:spcBef>
                          <a:spcPts val="0"/>
                        </a:spcBef>
                        <a:spcAft>
                          <a:spcPts val="0"/>
                        </a:spcAft>
                        <a:buNone/>
                      </a:pPr>
                      <a:r>
                        <a:rPr lang="en" sz="1100">
                          <a:solidFill>
                            <a:schemeClr val="dk1"/>
                          </a:solidFill>
                          <a:latin typeface="Lato"/>
                          <a:ea typeface="Lato"/>
                          <a:cs typeface="Lato"/>
                          <a:sym typeface="Lato"/>
                        </a:rPr>
                        <a:t>5%</a:t>
                      </a:r>
                      <a:endParaRPr sz="1100">
                        <a:solidFill>
                          <a:schemeClr val="dk1"/>
                        </a:solidFill>
                        <a:latin typeface="Lato"/>
                        <a:ea typeface="Lato"/>
                        <a:cs typeface="Lato"/>
                        <a:sym typeface="Lato"/>
                      </a:endParaRPr>
                    </a:p>
                  </a:txBody>
                  <a:tcPr marL="45700" marR="45700" marT="45700" marB="4570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30"/>
        <p:cNvGrpSpPr/>
        <p:nvPr/>
      </p:nvGrpSpPr>
      <p:grpSpPr>
        <a:xfrm>
          <a:off x="0" y="0"/>
          <a:ext cx="0" cy="0"/>
          <a:chOff x="0" y="0"/>
          <a:chExt cx="0" cy="0"/>
        </a:xfrm>
      </p:grpSpPr>
      <p:sp>
        <p:nvSpPr>
          <p:cNvPr id="1331" name="Google Shape;1331;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Product infographic</a:t>
            </a:r>
            <a:endParaRPr/>
          </a:p>
        </p:txBody>
      </p:sp>
      <p:sp>
        <p:nvSpPr>
          <p:cNvPr id="1332" name="Google Shape;1332;p42"/>
          <p:cNvSpPr txBox="1"/>
          <p:nvPr/>
        </p:nvSpPr>
        <p:spPr>
          <a:xfrm>
            <a:off x="723900" y="1286544"/>
            <a:ext cx="1757100" cy="617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Epilogue"/>
                <a:ea typeface="Epilogue"/>
                <a:cs typeface="Epilogue"/>
                <a:sym typeface="Epilogue"/>
              </a:rPr>
              <a:t>Visuals</a:t>
            </a:r>
            <a:endParaRPr sz="1800" b="1">
              <a:solidFill>
                <a:schemeClr val="dk1"/>
              </a:solidFill>
              <a:latin typeface="Epilogue"/>
              <a:ea typeface="Epilogue"/>
              <a:cs typeface="Epilogue"/>
              <a:sym typeface="Epilogue"/>
            </a:endParaRPr>
          </a:p>
        </p:txBody>
      </p:sp>
      <p:sp>
        <p:nvSpPr>
          <p:cNvPr id="1333" name="Google Shape;1333;p42"/>
          <p:cNvSpPr txBox="1"/>
          <p:nvPr/>
        </p:nvSpPr>
        <p:spPr>
          <a:xfrm>
            <a:off x="723900" y="2427996"/>
            <a:ext cx="1757100" cy="617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Epilogue"/>
                <a:ea typeface="Epilogue"/>
                <a:cs typeface="Epilogue"/>
                <a:sym typeface="Epilogue"/>
              </a:rPr>
              <a:t>Price</a:t>
            </a:r>
            <a:endParaRPr sz="1800" b="1">
              <a:solidFill>
                <a:schemeClr val="dk1"/>
              </a:solidFill>
              <a:latin typeface="Epilogue"/>
              <a:ea typeface="Epilogue"/>
              <a:cs typeface="Epilogue"/>
              <a:sym typeface="Epilogue"/>
            </a:endParaRPr>
          </a:p>
        </p:txBody>
      </p:sp>
      <p:sp>
        <p:nvSpPr>
          <p:cNvPr id="1334" name="Google Shape;1334;p42"/>
          <p:cNvSpPr txBox="1"/>
          <p:nvPr/>
        </p:nvSpPr>
        <p:spPr>
          <a:xfrm>
            <a:off x="723900" y="3569521"/>
            <a:ext cx="1757100" cy="617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Epilogue"/>
                <a:ea typeface="Epilogue"/>
                <a:cs typeface="Epilogue"/>
                <a:sym typeface="Epilogue"/>
              </a:rPr>
              <a:t>Availability</a:t>
            </a:r>
            <a:endParaRPr sz="1800" b="1">
              <a:solidFill>
                <a:schemeClr val="dk1"/>
              </a:solidFill>
              <a:latin typeface="Epilogue"/>
              <a:ea typeface="Epilogue"/>
              <a:cs typeface="Epilogue"/>
              <a:sym typeface="Epilogue"/>
            </a:endParaRPr>
          </a:p>
        </p:txBody>
      </p:sp>
      <p:sp>
        <p:nvSpPr>
          <p:cNvPr id="1335" name="Google Shape;1335;p42"/>
          <p:cNvSpPr txBox="1"/>
          <p:nvPr/>
        </p:nvSpPr>
        <p:spPr>
          <a:xfrm>
            <a:off x="6619450" y="1286544"/>
            <a:ext cx="1757100" cy="6174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b="1">
                <a:solidFill>
                  <a:schemeClr val="dk1"/>
                </a:solidFill>
                <a:latin typeface="Epilogue"/>
                <a:ea typeface="Epilogue"/>
                <a:cs typeface="Epilogue"/>
                <a:sym typeface="Epilogue"/>
              </a:rPr>
              <a:t>Features</a:t>
            </a:r>
            <a:endParaRPr sz="1800" b="1">
              <a:solidFill>
                <a:schemeClr val="dk1"/>
              </a:solidFill>
              <a:latin typeface="Epilogue"/>
              <a:ea typeface="Epilogue"/>
              <a:cs typeface="Epilogue"/>
              <a:sym typeface="Epilogue"/>
            </a:endParaRPr>
          </a:p>
        </p:txBody>
      </p:sp>
      <p:sp>
        <p:nvSpPr>
          <p:cNvPr id="1336" name="Google Shape;1336;p42"/>
          <p:cNvSpPr txBox="1"/>
          <p:nvPr/>
        </p:nvSpPr>
        <p:spPr>
          <a:xfrm>
            <a:off x="6619450" y="2427996"/>
            <a:ext cx="1757100" cy="6174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b="1">
                <a:solidFill>
                  <a:schemeClr val="dk1"/>
                </a:solidFill>
                <a:latin typeface="Epilogue"/>
                <a:ea typeface="Epilogue"/>
                <a:cs typeface="Epilogue"/>
                <a:sym typeface="Epilogue"/>
              </a:rPr>
              <a:t>Users</a:t>
            </a:r>
            <a:endParaRPr sz="1800" b="1">
              <a:solidFill>
                <a:schemeClr val="dk1"/>
              </a:solidFill>
              <a:latin typeface="Epilogue"/>
              <a:ea typeface="Epilogue"/>
              <a:cs typeface="Epilogue"/>
              <a:sym typeface="Epilogue"/>
            </a:endParaRPr>
          </a:p>
        </p:txBody>
      </p:sp>
      <p:sp>
        <p:nvSpPr>
          <p:cNvPr id="1337" name="Google Shape;1337;p42"/>
          <p:cNvSpPr txBox="1"/>
          <p:nvPr/>
        </p:nvSpPr>
        <p:spPr>
          <a:xfrm>
            <a:off x="6619450" y="3569521"/>
            <a:ext cx="1757100" cy="6174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b="1">
                <a:solidFill>
                  <a:schemeClr val="dk1"/>
                </a:solidFill>
                <a:latin typeface="Epilogue"/>
                <a:ea typeface="Epilogue"/>
                <a:cs typeface="Epilogue"/>
                <a:sym typeface="Epilogue"/>
              </a:rPr>
              <a:t>Updates</a:t>
            </a:r>
            <a:endParaRPr sz="1800" b="1">
              <a:solidFill>
                <a:schemeClr val="dk1"/>
              </a:solidFill>
              <a:latin typeface="Epilogue"/>
              <a:ea typeface="Epilogue"/>
              <a:cs typeface="Epilogue"/>
              <a:sym typeface="Epilogue"/>
            </a:endParaRPr>
          </a:p>
        </p:txBody>
      </p:sp>
      <p:sp>
        <p:nvSpPr>
          <p:cNvPr id="1338" name="Google Shape;1338;p42"/>
          <p:cNvSpPr/>
          <p:nvPr/>
        </p:nvSpPr>
        <p:spPr>
          <a:xfrm>
            <a:off x="3088263" y="1484157"/>
            <a:ext cx="471300" cy="471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2"/>
          <p:cNvSpPr/>
          <p:nvPr/>
        </p:nvSpPr>
        <p:spPr>
          <a:xfrm>
            <a:off x="3088263" y="2625682"/>
            <a:ext cx="471300" cy="471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2"/>
          <p:cNvSpPr/>
          <p:nvPr/>
        </p:nvSpPr>
        <p:spPr>
          <a:xfrm>
            <a:off x="3088263" y="3767207"/>
            <a:ext cx="471300" cy="471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2"/>
          <p:cNvSpPr/>
          <p:nvPr/>
        </p:nvSpPr>
        <p:spPr>
          <a:xfrm>
            <a:off x="5584438" y="1484157"/>
            <a:ext cx="471300" cy="471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2"/>
          <p:cNvSpPr/>
          <p:nvPr/>
        </p:nvSpPr>
        <p:spPr>
          <a:xfrm>
            <a:off x="5584438" y="2625682"/>
            <a:ext cx="471300" cy="471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2"/>
          <p:cNvSpPr/>
          <p:nvPr/>
        </p:nvSpPr>
        <p:spPr>
          <a:xfrm>
            <a:off x="5584438" y="3767207"/>
            <a:ext cx="471300" cy="4713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2"/>
          <p:cNvSpPr txBox="1"/>
          <p:nvPr/>
        </p:nvSpPr>
        <p:spPr>
          <a:xfrm>
            <a:off x="723900" y="1813085"/>
            <a:ext cx="17571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Showcase the design of your product</a:t>
            </a:r>
            <a:endParaRPr sz="1200">
              <a:solidFill>
                <a:schemeClr val="dk1"/>
              </a:solidFill>
              <a:latin typeface="Lato"/>
              <a:ea typeface="Lato"/>
              <a:cs typeface="Lato"/>
              <a:sym typeface="Lato"/>
            </a:endParaRPr>
          </a:p>
        </p:txBody>
      </p:sp>
      <p:sp>
        <p:nvSpPr>
          <p:cNvPr id="1345" name="Google Shape;1345;p42"/>
          <p:cNvSpPr txBox="1"/>
          <p:nvPr/>
        </p:nvSpPr>
        <p:spPr>
          <a:xfrm>
            <a:off x="723900" y="2954606"/>
            <a:ext cx="17571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Share the cost and price with investors</a:t>
            </a:r>
            <a:endParaRPr sz="1200">
              <a:solidFill>
                <a:schemeClr val="dk1"/>
              </a:solidFill>
              <a:latin typeface="Lato"/>
              <a:ea typeface="Lato"/>
              <a:cs typeface="Lato"/>
              <a:sym typeface="Lato"/>
            </a:endParaRPr>
          </a:p>
        </p:txBody>
      </p:sp>
      <p:sp>
        <p:nvSpPr>
          <p:cNvPr id="1346" name="Google Shape;1346;p42"/>
          <p:cNvSpPr txBox="1"/>
          <p:nvPr/>
        </p:nvSpPr>
        <p:spPr>
          <a:xfrm>
            <a:off x="723900" y="4096131"/>
            <a:ext cx="17571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When is the product expected to be ready?</a:t>
            </a:r>
            <a:endParaRPr sz="1200">
              <a:solidFill>
                <a:schemeClr val="dk1"/>
              </a:solidFill>
              <a:latin typeface="Lato"/>
              <a:ea typeface="Lato"/>
              <a:cs typeface="Lato"/>
              <a:sym typeface="Lato"/>
            </a:endParaRPr>
          </a:p>
        </p:txBody>
      </p:sp>
      <p:sp>
        <p:nvSpPr>
          <p:cNvPr id="1347" name="Google Shape;1347;p42"/>
          <p:cNvSpPr txBox="1"/>
          <p:nvPr/>
        </p:nvSpPr>
        <p:spPr>
          <a:xfrm>
            <a:off x="6619450" y="1813085"/>
            <a:ext cx="17571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Lato"/>
                <a:ea typeface="Lato"/>
                <a:cs typeface="Lato"/>
                <a:sym typeface="Lato"/>
              </a:rPr>
              <a:t>What makes your product unique?</a:t>
            </a:r>
            <a:endParaRPr sz="1200">
              <a:solidFill>
                <a:schemeClr val="dk1"/>
              </a:solidFill>
              <a:latin typeface="Lato"/>
              <a:ea typeface="Lato"/>
              <a:cs typeface="Lato"/>
              <a:sym typeface="Lato"/>
            </a:endParaRPr>
          </a:p>
        </p:txBody>
      </p:sp>
      <p:sp>
        <p:nvSpPr>
          <p:cNvPr id="1348" name="Google Shape;1348;p42"/>
          <p:cNvSpPr txBox="1"/>
          <p:nvPr/>
        </p:nvSpPr>
        <p:spPr>
          <a:xfrm>
            <a:off x="6619450" y="2954606"/>
            <a:ext cx="17571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Lato"/>
                <a:ea typeface="Lato"/>
                <a:cs typeface="Lato"/>
                <a:sym typeface="Lato"/>
              </a:rPr>
              <a:t>Speak about the target audience</a:t>
            </a:r>
            <a:endParaRPr sz="1200">
              <a:solidFill>
                <a:schemeClr val="dk1"/>
              </a:solidFill>
              <a:latin typeface="Lato"/>
              <a:ea typeface="Lato"/>
              <a:cs typeface="Lato"/>
              <a:sym typeface="Lato"/>
            </a:endParaRPr>
          </a:p>
        </p:txBody>
      </p:sp>
      <p:sp>
        <p:nvSpPr>
          <p:cNvPr id="1349" name="Google Shape;1349;p42"/>
          <p:cNvSpPr txBox="1"/>
          <p:nvPr/>
        </p:nvSpPr>
        <p:spPr>
          <a:xfrm>
            <a:off x="6619450" y="4096131"/>
            <a:ext cx="17571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Lato"/>
                <a:ea typeface="Lato"/>
                <a:cs typeface="Lato"/>
                <a:sym typeface="Lato"/>
              </a:rPr>
              <a:t>Do you plan on updating it?</a:t>
            </a:r>
            <a:endParaRPr sz="1200">
              <a:solidFill>
                <a:schemeClr val="dk1"/>
              </a:solidFill>
              <a:latin typeface="Lato"/>
              <a:ea typeface="Lato"/>
              <a:cs typeface="Lato"/>
              <a:sym typeface="Lato"/>
            </a:endParaRPr>
          </a:p>
        </p:txBody>
      </p:sp>
      <p:grpSp>
        <p:nvGrpSpPr>
          <p:cNvPr id="1350" name="Google Shape;1350;p42"/>
          <p:cNvGrpSpPr/>
          <p:nvPr/>
        </p:nvGrpSpPr>
        <p:grpSpPr>
          <a:xfrm>
            <a:off x="3146528" y="1550189"/>
            <a:ext cx="354778" cy="339271"/>
            <a:chOff x="5045500" y="842250"/>
            <a:chExt cx="503875" cy="481850"/>
          </a:xfrm>
        </p:grpSpPr>
        <p:sp>
          <p:nvSpPr>
            <p:cNvPr id="1351" name="Google Shape;1351;p42"/>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52" name="Google Shape;1352;p42"/>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53" name="Google Shape;1353;p42"/>
          <p:cNvGrpSpPr/>
          <p:nvPr/>
        </p:nvGrpSpPr>
        <p:grpSpPr>
          <a:xfrm>
            <a:off x="3155438" y="2717933"/>
            <a:ext cx="336965" cy="286833"/>
            <a:chOff x="5645200" y="879425"/>
            <a:chExt cx="478575" cy="407375"/>
          </a:xfrm>
        </p:grpSpPr>
        <p:sp>
          <p:nvSpPr>
            <p:cNvPr id="1354" name="Google Shape;1354;p42"/>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55" name="Google Shape;1355;p42"/>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56" name="Google Shape;1356;p42"/>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57" name="Google Shape;1357;p42"/>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58" name="Google Shape;1358;p42"/>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59" name="Google Shape;1359;p42"/>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60" name="Google Shape;1360;p42"/>
          <p:cNvGrpSpPr/>
          <p:nvPr/>
        </p:nvGrpSpPr>
        <p:grpSpPr>
          <a:xfrm>
            <a:off x="3155452" y="3833212"/>
            <a:ext cx="339253" cy="339253"/>
            <a:chOff x="1492675" y="4992125"/>
            <a:chExt cx="481825" cy="481825"/>
          </a:xfrm>
        </p:grpSpPr>
        <p:sp>
          <p:nvSpPr>
            <p:cNvPr id="1361" name="Google Shape;1361;p42"/>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62" name="Google Shape;1362;p42"/>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63" name="Google Shape;1363;p42"/>
          <p:cNvGrpSpPr/>
          <p:nvPr/>
        </p:nvGrpSpPr>
        <p:grpSpPr>
          <a:xfrm>
            <a:off x="5650474" y="1550196"/>
            <a:ext cx="339253" cy="339253"/>
            <a:chOff x="1492675" y="2027925"/>
            <a:chExt cx="481825" cy="481825"/>
          </a:xfrm>
        </p:grpSpPr>
        <p:sp>
          <p:nvSpPr>
            <p:cNvPr id="1364" name="Google Shape;1364;p42"/>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65" name="Google Shape;1365;p42"/>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66" name="Google Shape;1366;p42"/>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67" name="Google Shape;1367;p42"/>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68" name="Google Shape;1368;p42"/>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69" name="Google Shape;1369;p42"/>
          <p:cNvGrpSpPr/>
          <p:nvPr/>
        </p:nvGrpSpPr>
        <p:grpSpPr>
          <a:xfrm>
            <a:off x="5740575" y="2691709"/>
            <a:ext cx="159039" cy="339253"/>
            <a:chOff x="4584850" y="4399275"/>
            <a:chExt cx="225875" cy="481825"/>
          </a:xfrm>
        </p:grpSpPr>
        <p:sp>
          <p:nvSpPr>
            <p:cNvPr id="1370" name="Google Shape;1370;p42"/>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71" name="Google Shape;1371;p42"/>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72" name="Google Shape;1372;p42"/>
          <p:cNvGrpSpPr/>
          <p:nvPr/>
        </p:nvGrpSpPr>
        <p:grpSpPr>
          <a:xfrm>
            <a:off x="5649251" y="3833252"/>
            <a:ext cx="340573" cy="339271"/>
            <a:chOff x="2085450" y="842250"/>
            <a:chExt cx="483700" cy="481850"/>
          </a:xfrm>
        </p:grpSpPr>
        <p:sp>
          <p:nvSpPr>
            <p:cNvPr id="1373" name="Google Shape;1373;p42"/>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74" name="Google Shape;1374;p42"/>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75" name="Google Shape;1375;p42"/>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76" name="Google Shape;1376;p42"/>
          <p:cNvSpPr/>
          <p:nvPr/>
        </p:nvSpPr>
        <p:spPr>
          <a:xfrm>
            <a:off x="3868216" y="1511468"/>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 name="Google Shape;1377;p42"/>
          <p:cNvGrpSpPr/>
          <p:nvPr/>
        </p:nvGrpSpPr>
        <p:grpSpPr>
          <a:xfrm>
            <a:off x="3796102" y="1357102"/>
            <a:ext cx="1551654" cy="3149588"/>
            <a:chOff x="5186401" y="494525"/>
            <a:chExt cx="1834973" cy="3724678"/>
          </a:xfrm>
        </p:grpSpPr>
        <p:sp>
          <p:nvSpPr>
            <p:cNvPr id="1378" name="Google Shape;1378;p42"/>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2"/>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80" name="Google Shape;1380;p42"/>
          <p:cNvPicPr preferRelativeResize="0"/>
          <p:nvPr/>
        </p:nvPicPr>
        <p:blipFill rotWithShape="1">
          <a:blip r:embed="rId3">
            <a:alphaModFix/>
          </a:blip>
          <a:srcRect l="66075" r="4445"/>
          <a:stretch/>
        </p:blipFill>
        <p:spPr>
          <a:xfrm>
            <a:off x="3868224" y="1511471"/>
            <a:ext cx="1407612" cy="2685913"/>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384"/>
        <p:cNvGrpSpPr/>
        <p:nvPr/>
      </p:nvGrpSpPr>
      <p:grpSpPr>
        <a:xfrm>
          <a:off x="0" y="0"/>
          <a:ext cx="0" cy="0"/>
          <a:chOff x="0" y="0"/>
          <a:chExt cx="0" cy="0"/>
        </a:xfrm>
      </p:grpSpPr>
      <p:sp>
        <p:nvSpPr>
          <p:cNvPr id="1385" name="Google Shape;1385;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Timeline of your presentation</a:t>
            </a:r>
            <a:endParaRPr/>
          </a:p>
        </p:txBody>
      </p:sp>
      <p:sp>
        <p:nvSpPr>
          <p:cNvPr id="1386" name="Google Shape;1386;p43"/>
          <p:cNvSpPr/>
          <p:nvPr/>
        </p:nvSpPr>
        <p:spPr>
          <a:xfrm>
            <a:off x="1531125" y="136170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3"/>
          <p:cNvSpPr/>
          <p:nvPr/>
        </p:nvSpPr>
        <p:spPr>
          <a:xfrm>
            <a:off x="3495025" y="136170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3"/>
          <p:cNvSpPr/>
          <p:nvPr/>
        </p:nvSpPr>
        <p:spPr>
          <a:xfrm>
            <a:off x="5458925" y="136170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3"/>
          <p:cNvSpPr/>
          <p:nvPr/>
        </p:nvSpPr>
        <p:spPr>
          <a:xfrm>
            <a:off x="7422825" y="136170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3"/>
          <p:cNvSpPr txBox="1"/>
          <p:nvPr/>
        </p:nvSpPr>
        <p:spPr>
          <a:xfrm flipH="1">
            <a:off x="6966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Provide a brief </a:t>
            </a:r>
            <a:r>
              <a:rPr lang="en" sz="1200" b="1">
                <a:solidFill>
                  <a:schemeClr val="dk1"/>
                </a:solidFill>
                <a:latin typeface="Lato"/>
                <a:ea typeface="Lato"/>
                <a:cs typeface="Lato"/>
                <a:sym typeface="Lato"/>
              </a:rPr>
              <a:t>overview </a:t>
            </a:r>
            <a:r>
              <a:rPr lang="en" sz="1200">
                <a:solidFill>
                  <a:schemeClr val="dk1"/>
                </a:solidFill>
                <a:latin typeface="Lato"/>
                <a:ea typeface="Lato"/>
                <a:cs typeface="Lato"/>
                <a:sym typeface="Lato"/>
              </a:rPr>
              <a:t>of the pitch deck's content</a:t>
            </a:r>
            <a:endParaRPr sz="1200">
              <a:solidFill>
                <a:schemeClr val="dk1"/>
              </a:solidFill>
              <a:latin typeface="Lato"/>
              <a:ea typeface="Lato"/>
              <a:cs typeface="Lato"/>
              <a:sym typeface="Lato"/>
            </a:endParaRPr>
          </a:p>
        </p:txBody>
      </p:sp>
      <p:sp>
        <p:nvSpPr>
          <p:cNvPr id="1391" name="Google Shape;1391;p43"/>
          <p:cNvSpPr txBox="1"/>
          <p:nvPr/>
        </p:nvSpPr>
        <p:spPr>
          <a:xfrm flipH="1">
            <a:off x="26605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Engage the audience with a compelling </a:t>
            </a:r>
            <a:r>
              <a:rPr lang="en" sz="1200" b="1">
                <a:solidFill>
                  <a:schemeClr val="dk1"/>
                </a:solidFill>
                <a:latin typeface="Lato"/>
                <a:ea typeface="Lato"/>
                <a:cs typeface="Lato"/>
                <a:sym typeface="Lato"/>
              </a:rPr>
              <a:t>introduction</a:t>
            </a:r>
            <a:endParaRPr sz="1200" b="1">
              <a:solidFill>
                <a:schemeClr val="dk1"/>
              </a:solidFill>
              <a:latin typeface="Lato"/>
              <a:ea typeface="Lato"/>
              <a:cs typeface="Lato"/>
              <a:sym typeface="Lato"/>
            </a:endParaRPr>
          </a:p>
        </p:txBody>
      </p:sp>
      <p:sp>
        <p:nvSpPr>
          <p:cNvPr id="1392" name="Google Shape;1392;p43"/>
          <p:cNvSpPr txBox="1"/>
          <p:nvPr/>
        </p:nvSpPr>
        <p:spPr>
          <a:xfrm flipH="1">
            <a:off x="46244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Identify the customer's pain points</a:t>
            </a:r>
            <a:endParaRPr sz="1200">
              <a:solidFill>
                <a:schemeClr val="dk1"/>
              </a:solidFill>
              <a:latin typeface="Lato"/>
              <a:ea typeface="Lato"/>
              <a:cs typeface="Lato"/>
              <a:sym typeface="Lato"/>
            </a:endParaRPr>
          </a:p>
          <a:p>
            <a:pPr marL="0" lvl="0" indent="0" algn="ctr" rtl="0">
              <a:spcBef>
                <a:spcPts val="0"/>
              </a:spcBef>
              <a:spcAft>
                <a:spcPts val="0"/>
              </a:spcAft>
              <a:buNone/>
            </a:pPr>
            <a:r>
              <a:rPr lang="en" sz="1200">
                <a:solidFill>
                  <a:schemeClr val="dk1"/>
                </a:solidFill>
                <a:latin typeface="Lato"/>
                <a:ea typeface="Lato"/>
                <a:cs typeface="Lato"/>
                <a:sym typeface="Lato"/>
              </a:rPr>
              <a:t>and</a:t>
            </a:r>
            <a:r>
              <a:rPr lang="en" sz="1200" b="1">
                <a:solidFill>
                  <a:schemeClr val="dk1"/>
                </a:solidFill>
                <a:latin typeface="Lato"/>
                <a:ea typeface="Lato"/>
                <a:cs typeface="Lato"/>
                <a:sym typeface="Lato"/>
              </a:rPr>
              <a:t> challenges</a:t>
            </a:r>
            <a:endParaRPr sz="1200">
              <a:solidFill>
                <a:schemeClr val="dk1"/>
              </a:solidFill>
              <a:latin typeface="Lato"/>
              <a:ea typeface="Lato"/>
              <a:cs typeface="Lato"/>
              <a:sym typeface="Lato"/>
            </a:endParaRPr>
          </a:p>
        </p:txBody>
      </p:sp>
      <p:sp>
        <p:nvSpPr>
          <p:cNvPr id="1393" name="Google Shape;1393;p43"/>
          <p:cNvSpPr txBox="1"/>
          <p:nvPr/>
        </p:nvSpPr>
        <p:spPr>
          <a:xfrm flipH="1">
            <a:off x="6588325" y="18625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Describe how your product or service can </a:t>
            </a:r>
            <a:r>
              <a:rPr lang="en" sz="1200" b="1">
                <a:solidFill>
                  <a:schemeClr val="dk1"/>
                </a:solidFill>
                <a:latin typeface="Lato"/>
                <a:ea typeface="Lato"/>
                <a:cs typeface="Lato"/>
                <a:sym typeface="Lato"/>
              </a:rPr>
              <a:t>solve the problem</a:t>
            </a:r>
            <a:endParaRPr sz="1200" b="1">
              <a:solidFill>
                <a:schemeClr val="dk1"/>
              </a:solidFill>
              <a:latin typeface="Lato"/>
              <a:ea typeface="Lato"/>
              <a:cs typeface="Lato"/>
              <a:sym typeface="Lato"/>
            </a:endParaRPr>
          </a:p>
        </p:txBody>
      </p:sp>
      <p:cxnSp>
        <p:nvCxnSpPr>
          <p:cNvPr id="1394" name="Google Shape;1394;p43"/>
          <p:cNvCxnSpPr>
            <a:stCxn id="1386" idx="6"/>
            <a:endCxn id="1387" idx="2"/>
          </p:cNvCxnSpPr>
          <p:nvPr/>
        </p:nvCxnSpPr>
        <p:spPr>
          <a:xfrm>
            <a:off x="1707525" y="1449900"/>
            <a:ext cx="1787400" cy="0"/>
          </a:xfrm>
          <a:prstGeom prst="straightConnector1">
            <a:avLst/>
          </a:prstGeom>
          <a:noFill/>
          <a:ln w="9525" cap="flat" cmpd="sng">
            <a:solidFill>
              <a:schemeClr val="accent4"/>
            </a:solidFill>
            <a:prstDash val="dashDot"/>
            <a:round/>
            <a:headEnd type="none" w="med" len="med"/>
            <a:tailEnd type="none" w="med" len="med"/>
          </a:ln>
        </p:spPr>
      </p:cxnSp>
      <p:cxnSp>
        <p:nvCxnSpPr>
          <p:cNvPr id="1395" name="Google Shape;1395;p43"/>
          <p:cNvCxnSpPr>
            <a:stCxn id="1387" idx="6"/>
            <a:endCxn id="1388" idx="2"/>
          </p:cNvCxnSpPr>
          <p:nvPr/>
        </p:nvCxnSpPr>
        <p:spPr>
          <a:xfrm>
            <a:off x="3671425" y="1449900"/>
            <a:ext cx="1787400" cy="0"/>
          </a:xfrm>
          <a:prstGeom prst="straightConnector1">
            <a:avLst/>
          </a:prstGeom>
          <a:noFill/>
          <a:ln w="9525" cap="flat" cmpd="sng">
            <a:solidFill>
              <a:schemeClr val="accent4"/>
            </a:solidFill>
            <a:prstDash val="dashDot"/>
            <a:round/>
            <a:headEnd type="none" w="med" len="med"/>
            <a:tailEnd type="none" w="med" len="med"/>
          </a:ln>
        </p:spPr>
      </p:cxnSp>
      <p:cxnSp>
        <p:nvCxnSpPr>
          <p:cNvPr id="1396" name="Google Shape;1396;p43"/>
          <p:cNvCxnSpPr>
            <a:stCxn id="1388" idx="6"/>
            <a:endCxn id="1389" idx="2"/>
          </p:cNvCxnSpPr>
          <p:nvPr/>
        </p:nvCxnSpPr>
        <p:spPr>
          <a:xfrm>
            <a:off x="5635325" y="1449900"/>
            <a:ext cx="1787400" cy="0"/>
          </a:xfrm>
          <a:prstGeom prst="straightConnector1">
            <a:avLst/>
          </a:prstGeom>
          <a:noFill/>
          <a:ln w="9525" cap="flat" cmpd="sng">
            <a:solidFill>
              <a:schemeClr val="accent4"/>
            </a:solidFill>
            <a:prstDash val="dashDot"/>
            <a:round/>
            <a:headEnd type="none" w="med" len="med"/>
            <a:tailEnd type="none" w="med" len="med"/>
          </a:ln>
        </p:spPr>
      </p:cxnSp>
      <p:cxnSp>
        <p:nvCxnSpPr>
          <p:cNvPr id="1397" name="Google Shape;1397;p43"/>
          <p:cNvCxnSpPr>
            <a:stCxn id="1386" idx="4"/>
            <a:endCxn id="1390" idx="0"/>
          </p:cNvCxnSpPr>
          <p:nvPr/>
        </p:nvCxnSpPr>
        <p:spPr>
          <a:xfrm flipH="1">
            <a:off x="1610925" y="153810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398" name="Google Shape;1398;p43"/>
          <p:cNvCxnSpPr>
            <a:stCxn id="1387" idx="4"/>
            <a:endCxn id="1391" idx="0"/>
          </p:cNvCxnSpPr>
          <p:nvPr/>
        </p:nvCxnSpPr>
        <p:spPr>
          <a:xfrm flipH="1">
            <a:off x="3574825" y="153810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399" name="Google Shape;1399;p43"/>
          <p:cNvCxnSpPr>
            <a:stCxn id="1388" idx="4"/>
            <a:endCxn id="1392" idx="0"/>
          </p:cNvCxnSpPr>
          <p:nvPr/>
        </p:nvCxnSpPr>
        <p:spPr>
          <a:xfrm flipH="1">
            <a:off x="5538725" y="153810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400" name="Google Shape;1400;p43"/>
          <p:cNvCxnSpPr>
            <a:stCxn id="1389" idx="4"/>
            <a:endCxn id="1393" idx="0"/>
          </p:cNvCxnSpPr>
          <p:nvPr/>
        </p:nvCxnSpPr>
        <p:spPr>
          <a:xfrm flipH="1">
            <a:off x="7502625" y="1538100"/>
            <a:ext cx="8400" cy="324600"/>
          </a:xfrm>
          <a:prstGeom prst="straightConnector1">
            <a:avLst/>
          </a:prstGeom>
          <a:noFill/>
          <a:ln w="9525" cap="flat" cmpd="sng">
            <a:solidFill>
              <a:schemeClr val="accent4"/>
            </a:solidFill>
            <a:prstDash val="dashDot"/>
            <a:round/>
            <a:headEnd type="none" w="med" len="med"/>
            <a:tailEnd type="none" w="med" len="med"/>
          </a:ln>
        </p:spPr>
      </p:cxnSp>
      <p:sp>
        <p:nvSpPr>
          <p:cNvPr id="1401" name="Google Shape;1401;p43"/>
          <p:cNvSpPr/>
          <p:nvPr/>
        </p:nvSpPr>
        <p:spPr>
          <a:xfrm>
            <a:off x="1531125" y="319615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3"/>
          <p:cNvSpPr/>
          <p:nvPr/>
        </p:nvSpPr>
        <p:spPr>
          <a:xfrm>
            <a:off x="3495025" y="319615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3"/>
          <p:cNvSpPr/>
          <p:nvPr/>
        </p:nvSpPr>
        <p:spPr>
          <a:xfrm>
            <a:off x="5458925" y="319615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3"/>
          <p:cNvSpPr/>
          <p:nvPr/>
        </p:nvSpPr>
        <p:spPr>
          <a:xfrm>
            <a:off x="7422825" y="3196150"/>
            <a:ext cx="176400" cy="176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3"/>
          <p:cNvSpPr txBox="1"/>
          <p:nvPr/>
        </p:nvSpPr>
        <p:spPr>
          <a:xfrm flipH="1">
            <a:off x="6966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Highlight the unique value proposition and </a:t>
            </a:r>
            <a:r>
              <a:rPr lang="en" sz="1200" b="1">
                <a:solidFill>
                  <a:schemeClr val="dk1"/>
                </a:solidFill>
                <a:latin typeface="Lato"/>
                <a:ea typeface="Lato"/>
                <a:cs typeface="Lato"/>
                <a:sym typeface="Lato"/>
              </a:rPr>
              <a:t>benefits </a:t>
            </a:r>
            <a:r>
              <a:rPr lang="en" sz="1200">
                <a:solidFill>
                  <a:schemeClr val="dk1"/>
                </a:solidFill>
                <a:latin typeface="Lato"/>
                <a:ea typeface="Lato"/>
                <a:cs typeface="Lato"/>
                <a:sym typeface="Lato"/>
              </a:rPr>
              <a:t>of your solution</a:t>
            </a:r>
            <a:endParaRPr sz="1200">
              <a:solidFill>
                <a:schemeClr val="dk1"/>
              </a:solidFill>
              <a:latin typeface="Lato"/>
              <a:ea typeface="Lato"/>
              <a:cs typeface="Lato"/>
              <a:sym typeface="Lato"/>
            </a:endParaRPr>
          </a:p>
        </p:txBody>
      </p:sp>
      <p:sp>
        <p:nvSpPr>
          <p:cNvPr id="1406" name="Google Shape;1406;p43"/>
          <p:cNvSpPr txBox="1"/>
          <p:nvPr/>
        </p:nvSpPr>
        <p:spPr>
          <a:xfrm flipH="1">
            <a:off x="26605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b="1">
                <a:solidFill>
                  <a:schemeClr val="dk1"/>
                </a:solidFill>
                <a:latin typeface="Lato"/>
                <a:ea typeface="Lato"/>
                <a:cs typeface="Lato"/>
                <a:sym typeface="Lato"/>
              </a:rPr>
              <a:t>Analyze </a:t>
            </a:r>
            <a:r>
              <a:rPr lang="en" sz="1200">
                <a:solidFill>
                  <a:schemeClr val="dk1"/>
                </a:solidFill>
                <a:latin typeface="Lato"/>
                <a:ea typeface="Lato"/>
                <a:cs typeface="Lato"/>
                <a:sym typeface="Lato"/>
              </a:rPr>
              <a:t>the target market size, growth potential, and competition briefly</a:t>
            </a:r>
            <a:endParaRPr sz="1200">
              <a:solidFill>
                <a:schemeClr val="dk1"/>
              </a:solidFill>
              <a:latin typeface="Lato"/>
              <a:ea typeface="Lato"/>
              <a:cs typeface="Lato"/>
              <a:sym typeface="Lato"/>
            </a:endParaRPr>
          </a:p>
        </p:txBody>
      </p:sp>
      <p:sp>
        <p:nvSpPr>
          <p:cNvPr id="1407" name="Google Shape;1407;p43"/>
          <p:cNvSpPr txBox="1"/>
          <p:nvPr/>
        </p:nvSpPr>
        <p:spPr>
          <a:xfrm flipH="1">
            <a:off x="46244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Explain your financial needs and briefly outline your </a:t>
            </a:r>
            <a:r>
              <a:rPr lang="en" sz="1200" b="1">
                <a:solidFill>
                  <a:schemeClr val="dk1"/>
                </a:solidFill>
                <a:latin typeface="Lato"/>
                <a:ea typeface="Lato"/>
                <a:cs typeface="Lato"/>
                <a:sym typeface="Lato"/>
              </a:rPr>
              <a:t>allocation</a:t>
            </a:r>
            <a:endParaRPr sz="1200" b="1">
              <a:solidFill>
                <a:schemeClr val="dk1"/>
              </a:solidFill>
              <a:latin typeface="Lato"/>
              <a:ea typeface="Lato"/>
              <a:cs typeface="Lato"/>
              <a:sym typeface="Lato"/>
            </a:endParaRPr>
          </a:p>
        </p:txBody>
      </p:sp>
      <p:sp>
        <p:nvSpPr>
          <p:cNvPr id="1408" name="Google Shape;1408;p43"/>
          <p:cNvSpPr txBox="1"/>
          <p:nvPr/>
        </p:nvSpPr>
        <p:spPr>
          <a:xfrm flipH="1">
            <a:off x="6588325" y="36970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End with a clear and concise </a:t>
            </a:r>
            <a:r>
              <a:rPr lang="en" sz="1200" b="1">
                <a:solidFill>
                  <a:schemeClr val="dk1"/>
                </a:solidFill>
                <a:latin typeface="Lato"/>
                <a:ea typeface="Lato"/>
                <a:cs typeface="Lato"/>
                <a:sym typeface="Lato"/>
              </a:rPr>
              <a:t>call to action</a:t>
            </a:r>
            <a:endParaRPr sz="1200" b="1">
              <a:solidFill>
                <a:schemeClr val="dk1"/>
              </a:solidFill>
              <a:latin typeface="Lato"/>
              <a:ea typeface="Lato"/>
              <a:cs typeface="Lato"/>
              <a:sym typeface="Lato"/>
            </a:endParaRPr>
          </a:p>
        </p:txBody>
      </p:sp>
      <p:cxnSp>
        <p:nvCxnSpPr>
          <p:cNvPr id="1409" name="Google Shape;1409;p43"/>
          <p:cNvCxnSpPr>
            <a:stCxn id="1401" idx="6"/>
            <a:endCxn id="1402" idx="2"/>
          </p:cNvCxnSpPr>
          <p:nvPr/>
        </p:nvCxnSpPr>
        <p:spPr>
          <a:xfrm>
            <a:off x="1707525" y="3284350"/>
            <a:ext cx="1787400" cy="0"/>
          </a:xfrm>
          <a:prstGeom prst="straightConnector1">
            <a:avLst/>
          </a:prstGeom>
          <a:noFill/>
          <a:ln w="9525" cap="flat" cmpd="sng">
            <a:solidFill>
              <a:schemeClr val="accent4"/>
            </a:solidFill>
            <a:prstDash val="dashDot"/>
            <a:round/>
            <a:headEnd type="none" w="med" len="med"/>
            <a:tailEnd type="none" w="med" len="med"/>
          </a:ln>
        </p:spPr>
      </p:cxnSp>
      <p:cxnSp>
        <p:nvCxnSpPr>
          <p:cNvPr id="1410" name="Google Shape;1410;p43"/>
          <p:cNvCxnSpPr>
            <a:stCxn id="1402" idx="6"/>
            <a:endCxn id="1403" idx="2"/>
          </p:cNvCxnSpPr>
          <p:nvPr/>
        </p:nvCxnSpPr>
        <p:spPr>
          <a:xfrm>
            <a:off x="3671425" y="3284350"/>
            <a:ext cx="1787400" cy="0"/>
          </a:xfrm>
          <a:prstGeom prst="straightConnector1">
            <a:avLst/>
          </a:prstGeom>
          <a:noFill/>
          <a:ln w="9525" cap="flat" cmpd="sng">
            <a:solidFill>
              <a:schemeClr val="accent4"/>
            </a:solidFill>
            <a:prstDash val="dashDot"/>
            <a:round/>
            <a:headEnd type="none" w="med" len="med"/>
            <a:tailEnd type="none" w="med" len="med"/>
          </a:ln>
        </p:spPr>
      </p:cxnSp>
      <p:cxnSp>
        <p:nvCxnSpPr>
          <p:cNvPr id="1411" name="Google Shape;1411;p43"/>
          <p:cNvCxnSpPr>
            <a:stCxn id="1403" idx="6"/>
            <a:endCxn id="1404" idx="2"/>
          </p:cNvCxnSpPr>
          <p:nvPr/>
        </p:nvCxnSpPr>
        <p:spPr>
          <a:xfrm>
            <a:off x="5635325" y="3284350"/>
            <a:ext cx="1787400" cy="0"/>
          </a:xfrm>
          <a:prstGeom prst="straightConnector1">
            <a:avLst/>
          </a:prstGeom>
          <a:noFill/>
          <a:ln w="9525" cap="flat" cmpd="sng">
            <a:solidFill>
              <a:schemeClr val="accent4"/>
            </a:solidFill>
            <a:prstDash val="dashDot"/>
            <a:round/>
            <a:headEnd type="none" w="med" len="med"/>
            <a:tailEnd type="none" w="med" len="med"/>
          </a:ln>
        </p:spPr>
      </p:cxnSp>
      <p:cxnSp>
        <p:nvCxnSpPr>
          <p:cNvPr id="1412" name="Google Shape;1412;p43"/>
          <p:cNvCxnSpPr>
            <a:stCxn id="1401" idx="4"/>
            <a:endCxn id="1405" idx="0"/>
          </p:cNvCxnSpPr>
          <p:nvPr/>
        </p:nvCxnSpPr>
        <p:spPr>
          <a:xfrm flipH="1">
            <a:off x="1610925" y="337255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413" name="Google Shape;1413;p43"/>
          <p:cNvCxnSpPr>
            <a:stCxn id="1402" idx="4"/>
            <a:endCxn id="1406" idx="0"/>
          </p:cNvCxnSpPr>
          <p:nvPr/>
        </p:nvCxnSpPr>
        <p:spPr>
          <a:xfrm flipH="1">
            <a:off x="3574825" y="337255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414" name="Google Shape;1414;p43"/>
          <p:cNvCxnSpPr>
            <a:stCxn id="1403" idx="4"/>
            <a:endCxn id="1407" idx="0"/>
          </p:cNvCxnSpPr>
          <p:nvPr/>
        </p:nvCxnSpPr>
        <p:spPr>
          <a:xfrm flipH="1">
            <a:off x="5538725" y="337255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415" name="Google Shape;1415;p43"/>
          <p:cNvCxnSpPr>
            <a:stCxn id="1404" idx="4"/>
            <a:endCxn id="1408" idx="0"/>
          </p:cNvCxnSpPr>
          <p:nvPr/>
        </p:nvCxnSpPr>
        <p:spPr>
          <a:xfrm flipH="1">
            <a:off x="7502625" y="3372550"/>
            <a:ext cx="8400" cy="324600"/>
          </a:xfrm>
          <a:prstGeom prst="straightConnector1">
            <a:avLst/>
          </a:prstGeom>
          <a:noFill/>
          <a:ln w="9525" cap="flat" cmpd="sng">
            <a:solidFill>
              <a:schemeClr val="accent4"/>
            </a:solidFill>
            <a:prstDash val="dashDot"/>
            <a:round/>
            <a:headEnd type="none" w="med" len="med"/>
            <a:tailEnd type="none" w="med" len="med"/>
          </a:ln>
        </p:spPr>
      </p:cxnSp>
      <p:cxnSp>
        <p:nvCxnSpPr>
          <p:cNvPr id="1416" name="Google Shape;1416;p43"/>
          <p:cNvCxnSpPr>
            <a:stCxn id="1389" idx="6"/>
            <a:endCxn id="1401" idx="2"/>
          </p:cNvCxnSpPr>
          <p:nvPr/>
        </p:nvCxnSpPr>
        <p:spPr>
          <a:xfrm flipH="1">
            <a:off x="1531125" y="1449900"/>
            <a:ext cx="6068100" cy="1834500"/>
          </a:xfrm>
          <a:prstGeom prst="bentConnector5">
            <a:avLst>
              <a:gd name="adj1" fmla="val -14010"/>
              <a:gd name="adj2" fmla="val 72114"/>
              <a:gd name="adj3" fmla="val 103924"/>
            </a:avLst>
          </a:prstGeom>
          <a:noFill/>
          <a:ln w="9525" cap="flat" cmpd="sng">
            <a:solidFill>
              <a:schemeClr val="accent4"/>
            </a:solidFill>
            <a:prstDash val="dashDot"/>
            <a:round/>
            <a:headEnd type="none" w="med" len="med"/>
            <a:tailEnd type="none"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420"/>
        <p:cNvGrpSpPr/>
        <p:nvPr/>
      </p:nvGrpSpPr>
      <p:grpSpPr>
        <a:xfrm>
          <a:off x="0" y="0"/>
          <a:ext cx="0" cy="0"/>
          <a:chOff x="0" y="0"/>
          <a:chExt cx="0" cy="0"/>
        </a:xfrm>
      </p:grpSpPr>
      <p:sp>
        <p:nvSpPr>
          <p:cNvPr id="1421" name="Google Shape;1421;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422" name="Google Shape;1422;p44"/>
          <p:cNvCxnSpPr>
            <a:stCxn id="1423" idx="2"/>
            <a:endCxn id="1424" idx="0"/>
          </p:cNvCxnSpPr>
          <p:nvPr/>
        </p:nvCxnSpPr>
        <p:spPr>
          <a:xfrm rot="-5400000" flipH="1">
            <a:off x="5100697" y="1094450"/>
            <a:ext cx="489600" cy="1546200"/>
          </a:xfrm>
          <a:prstGeom prst="bentConnector3">
            <a:avLst>
              <a:gd name="adj1" fmla="val 49997"/>
            </a:avLst>
          </a:prstGeom>
          <a:noFill/>
          <a:ln w="9525" cap="flat" cmpd="sng">
            <a:solidFill>
              <a:schemeClr val="accent4"/>
            </a:solidFill>
            <a:prstDash val="dashDot"/>
            <a:miter lim="8000"/>
            <a:headEnd type="none" w="sm" len="sm"/>
            <a:tailEnd type="none" w="sm" len="sm"/>
          </a:ln>
        </p:spPr>
      </p:cxnSp>
      <p:cxnSp>
        <p:nvCxnSpPr>
          <p:cNvPr id="1425" name="Google Shape;1425;p44"/>
          <p:cNvCxnSpPr>
            <a:stCxn id="1426" idx="0"/>
            <a:endCxn id="1423" idx="2"/>
          </p:cNvCxnSpPr>
          <p:nvPr/>
        </p:nvCxnSpPr>
        <p:spPr>
          <a:xfrm rot="-5400000">
            <a:off x="3554608" y="1094416"/>
            <a:ext cx="489600" cy="1546200"/>
          </a:xfrm>
          <a:prstGeom prst="bentConnector3">
            <a:avLst>
              <a:gd name="adj1" fmla="val 49997"/>
            </a:avLst>
          </a:prstGeom>
          <a:noFill/>
          <a:ln w="9525" cap="flat" cmpd="sng">
            <a:solidFill>
              <a:schemeClr val="accent4"/>
            </a:solidFill>
            <a:prstDash val="dashDot"/>
            <a:miter lim="8000"/>
            <a:headEnd type="none" w="sm" len="sm"/>
            <a:tailEnd type="none" w="sm" len="sm"/>
          </a:ln>
        </p:spPr>
      </p:cxnSp>
      <p:cxnSp>
        <p:nvCxnSpPr>
          <p:cNvPr id="1427" name="Google Shape;1427;p44"/>
          <p:cNvCxnSpPr>
            <a:stCxn id="1426" idx="2"/>
            <a:endCxn id="1428" idx="0"/>
          </p:cNvCxnSpPr>
          <p:nvPr/>
        </p:nvCxnSpPr>
        <p:spPr>
          <a:xfrm rot="-5400000" flipH="1">
            <a:off x="3131308" y="2378116"/>
            <a:ext cx="528000" cy="7380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29" name="Google Shape;1429;p44"/>
          <p:cNvCxnSpPr>
            <a:stCxn id="1430" idx="0"/>
            <a:endCxn id="1426" idx="2"/>
          </p:cNvCxnSpPr>
          <p:nvPr/>
        </p:nvCxnSpPr>
        <p:spPr>
          <a:xfrm rot="-5400000">
            <a:off x="2393179" y="2378000"/>
            <a:ext cx="528000" cy="7383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31" name="Google Shape;1431;p44"/>
          <p:cNvCxnSpPr>
            <a:stCxn id="1424" idx="2"/>
            <a:endCxn id="1432" idx="0"/>
          </p:cNvCxnSpPr>
          <p:nvPr/>
        </p:nvCxnSpPr>
        <p:spPr>
          <a:xfrm rot="-5400000" flipH="1">
            <a:off x="6223482" y="2378116"/>
            <a:ext cx="528000" cy="7380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33" name="Google Shape;1433;p44"/>
          <p:cNvCxnSpPr>
            <a:stCxn id="1434" idx="0"/>
            <a:endCxn id="1424" idx="2"/>
          </p:cNvCxnSpPr>
          <p:nvPr/>
        </p:nvCxnSpPr>
        <p:spPr>
          <a:xfrm rot="-5400000">
            <a:off x="5485352" y="2378000"/>
            <a:ext cx="528000" cy="7383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35" name="Google Shape;1435;p44"/>
          <p:cNvCxnSpPr>
            <a:stCxn id="1436" idx="0"/>
            <a:endCxn id="1430" idx="2"/>
          </p:cNvCxnSpPr>
          <p:nvPr/>
        </p:nvCxnSpPr>
        <p:spPr>
          <a:xfrm rot="-5400000">
            <a:off x="1688600" y="3310583"/>
            <a:ext cx="528000" cy="6708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37" name="Google Shape;1437;p44"/>
          <p:cNvCxnSpPr>
            <a:stCxn id="1438" idx="0"/>
            <a:endCxn id="1430" idx="2"/>
          </p:cNvCxnSpPr>
          <p:nvPr/>
        </p:nvCxnSpPr>
        <p:spPr>
          <a:xfrm rot="5400000" flipH="1">
            <a:off x="2426844" y="3243233"/>
            <a:ext cx="528000" cy="8055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39" name="Google Shape;1439;p44"/>
          <p:cNvCxnSpPr>
            <a:stCxn id="1440" idx="0"/>
            <a:endCxn id="1434" idx="2"/>
          </p:cNvCxnSpPr>
          <p:nvPr/>
        </p:nvCxnSpPr>
        <p:spPr>
          <a:xfrm rot="-5400000">
            <a:off x="4713388" y="3243233"/>
            <a:ext cx="528000" cy="8055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41" name="Google Shape;1441;p44"/>
          <p:cNvCxnSpPr>
            <a:stCxn id="1442" idx="0"/>
            <a:endCxn id="1434" idx="2"/>
          </p:cNvCxnSpPr>
          <p:nvPr/>
        </p:nvCxnSpPr>
        <p:spPr>
          <a:xfrm rot="5400000" flipH="1">
            <a:off x="5451631" y="3310583"/>
            <a:ext cx="528000" cy="670800"/>
          </a:xfrm>
          <a:prstGeom prst="bentConnector3">
            <a:avLst>
              <a:gd name="adj1" fmla="val 50003"/>
            </a:avLst>
          </a:prstGeom>
          <a:noFill/>
          <a:ln w="9525" cap="flat" cmpd="sng">
            <a:solidFill>
              <a:schemeClr val="accent4"/>
            </a:solidFill>
            <a:prstDash val="dashDot"/>
            <a:miter lim="8000"/>
            <a:headEnd type="none" w="sm" len="sm"/>
            <a:tailEnd type="none" w="sm" len="sm"/>
          </a:ln>
        </p:spPr>
      </p:cxnSp>
      <p:cxnSp>
        <p:nvCxnSpPr>
          <p:cNvPr id="1443" name="Google Shape;1443;p44"/>
          <p:cNvCxnSpPr>
            <a:stCxn id="1444" idx="0"/>
            <a:endCxn id="1434" idx="2"/>
          </p:cNvCxnSpPr>
          <p:nvPr/>
        </p:nvCxnSpPr>
        <p:spPr>
          <a:xfrm rot="5400000" flipH="1">
            <a:off x="6189875" y="2572433"/>
            <a:ext cx="528000" cy="2147100"/>
          </a:xfrm>
          <a:prstGeom prst="bentConnector3">
            <a:avLst>
              <a:gd name="adj1" fmla="val 50003"/>
            </a:avLst>
          </a:prstGeom>
          <a:noFill/>
          <a:ln w="9525" cap="flat" cmpd="sng">
            <a:solidFill>
              <a:schemeClr val="accent4"/>
            </a:solidFill>
            <a:prstDash val="dashDot"/>
            <a:miter lim="8000"/>
            <a:headEnd type="none" w="sm" len="sm"/>
            <a:tailEnd type="none" w="sm" len="sm"/>
          </a:ln>
        </p:spPr>
      </p:cxnSp>
      <p:sp>
        <p:nvSpPr>
          <p:cNvPr id="1423" name="Google Shape;1423;p44"/>
          <p:cNvSpPr txBox="1"/>
          <p:nvPr/>
        </p:nvSpPr>
        <p:spPr>
          <a:xfrm>
            <a:off x="3899647" y="1251950"/>
            <a:ext cx="1345500" cy="3708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Jane Doe</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CEO</a:t>
            </a:r>
            <a:endParaRPr sz="1100">
              <a:solidFill>
                <a:srgbClr val="191919"/>
              </a:solidFill>
              <a:latin typeface="Lato"/>
              <a:ea typeface="Lato"/>
              <a:cs typeface="Lato"/>
              <a:sym typeface="Lato"/>
            </a:endParaRPr>
          </a:p>
        </p:txBody>
      </p:sp>
      <p:sp>
        <p:nvSpPr>
          <p:cNvPr id="1426" name="Google Shape;1426;p44"/>
          <p:cNvSpPr txBox="1"/>
          <p:nvPr/>
        </p:nvSpPr>
        <p:spPr>
          <a:xfrm>
            <a:off x="2354608" y="2112316"/>
            <a:ext cx="13434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John Smith</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Department Head</a:t>
            </a:r>
            <a:endParaRPr sz="1100">
              <a:solidFill>
                <a:srgbClr val="191919"/>
              </a:solidFill>
              <a:latin typeface="Lato"/>
              <a:ea typeface="Lato"/>
              <a:cs typeface="Lato"/>
              <a:sym typeface="Lato"/>
            </a:endParaRPr>
          </a:p>
        </p:txBody>
      </p:sp>
      <p:sp>
        <p:nvSpPr>
          <p:cNvPr id="1424" name="Google Shape;1424;p44"/>
          <p:cNvSpPr txBox="1"/>
          <p:nvPr/>
        </p:nvSpPr>
        <p:spPr>
          <a:xfrm>
            <a:off x="5446782" y="2112316"/>
            <a:ext cx="13434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Maya Willson</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Department Head</a:t>
            </a:r>
            <a:endParaRPr sz="1100">
              <a:solidFill>
                <a:srgbClr val="191919"/>
              </a:solidFill>
              <a:latin typeface="Lato"/>
              <a:ea typeface="Lato"/>
              <a:cs typeface="Lato"/>
              <a:sym typeface="Lato"/>
            </a:endParaRPr>
          </a:p>
        </p:txBody>
      </p:sp>
      <p:sp>
        <p:nvSpPr>
          <p:cNvPr id="1432" name="Google Shape;1432;p44"/>
          <p:cNvSpPr txBox="1"/>
          <p:nvPr/>
        </p:nvSpPr>
        <p:spPr>
          <a:xfrm>
            <a:off x="6268296" y="3011150"/>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Steven Ander</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Manager</a:t>
            </a:r>
            <a:endParaRPr sz="1100" b="1">
              <a:solidFill>
                <a:srgbClr val="191919"/>
              </a:solidFill>
              <a:latin typeface="Lato"/>
              <a:ea typeface="Lato"/>
              <a:cs typeface="Lato"/>
              <a:sym typeface="Lato"/>
            </a:endParaRPr>
          </a:p>
        </p:txBody>
      </p:sp>
      <p:sp>
        <p:nvSpPr>
          <p:cNvPr id="1434" name="Google Shape;1434;p44"/>
          <p:cNvSpPr txBox="1"/>
          <p:nvPr/>
        </p:nvSpPr>
        <p:spPr>
          <a:xfrm>
            <a:off x="4791902" y="3011150"/>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Sarah Williams</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Manager</a:t>
            </a:r>
            <a:endParaRPr sz="1100" b="1">
              <a:solidFill>
                <a:srgbClr val="191919"/>
              </a:solidFill>
              <a:latin typeface="Lato"/>
              <a:ea typeface="Lato"/>
              <a:cs typeface="Lato"/>
              <a:sym typeface="Lato"/>
            </a:endParaRPr>
          </a:p>
        </p:txBody>
      </p:sp>
      <p:sp>
        <p:nvSpPr>
          <p:cNvPr id="1428" name="Google Shape;1428;p44"/>
          <p:cNvSpPr txBox="1"/>
          <p:nvPr/>
        </p:nvSpPr>
        <p:spPr>
          <a:xfrm>
            <a:off x="3176123" y="3011150"/>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Richard Taylor</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Manager</a:t>
            </a:r>
            <a:endParaRPr sz="1100" b="1">
              <a:solidFill>
                <a:srgbClr val="191919"/>
              </a:solidFill>
              <a:latin typeface="Lato"/>
              <a:ea typeface="Lato"/>
              <a:cs typeface="Lato"/>
              <a:sym typeface="Lato"/>
            </a:endParaRPr>
          </a:p>
        </p:txBody>
      </p:sp>
      <p:sp>
        <p:nvSpPr>
          <p:cNvPr id="1430" name="Google Shape;1430;p44"/>
          <p:cNvSpPr txBox="1"/>
          <p:nvPr/>
        </p:nvSpPr>
        <p:spPr>
          <a:xfrm>
            <a:off x="1699729" y="3011150"/>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Emma Miller</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Manager</a:t>
            </a:r>
            <a:endParaRPr sz="1100">
              <a:solidFill>
                <a:srgbClr val="191919"/>
              </a:solidFill>
              <a:latin typeface="Lato"/>
              <a:ea typeface="Lato"/>
              <a:cs typeface="Lato"/>
              <a:sym typeface="Lato"/>
            </a:endParaRPr>
          </a:p>
        </p:txBody>
      </p:sp>
      <p:sp>
        <p:nvSpPr>
          <p:cNvPr id="1442" name="Google Shape;1442;p44"/>
          <p:cNvSpPr txBox="1"/>
          <p:nvPr/>
        </p:nvSpPr>
        <p:spPr>
          <a:xfrm>
            <a:off x="5462731" y="3909983"/>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William Young</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Employee</a:t>
            </a:r>
            <a:endParaRPr sz="1100" b="1">
              <a:solidFill>
                <a:srgbClr val="191919"/>
              </a:solidFill>
              <a:latin typeface="Lato"/>
              <a:ea typeface="Lato"/>
              <a:cs typeface="Lato"/>
              <a:sym typeface="Lato"/>
            </a:endParaRPr>
          </a:p>
        </p:txBody>
      </p:sp>
      <p:sp>
        <p:nvSpPr>
          <p:cNvPr id="1440" name="Google Shape;1440;p44"/>
          <p:cNvSpPr txBox="1"/>
          <p:nvPr/>
        </p:nvSpPr>
        <p:spPr>
          <a:xfrm>
            <a:off x="3986338" y="3909983"/>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James Scott</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Employee</a:t>
            </a:r>
            <a:endParaRPr sz="1100" b="1">
              <a:solidFill>
                <a:srgbClr val="191919"/>
              </a:solidFill>
              <a:latin typeface="Lato"/>
              <a:ea typeface="Lato"/>
              <a:cs typeface="Lato"/>
              <a:sym typeface="Lato"/>
            </a:endParaRPr>
          </a:p>
        </p:txBody>
      </p:sp>
      <p:sp>
        <p:nvSpPr>
          <p:cNvPr id="1438" name="Google Shape;1438;p44"/>
          <p:cNvSpPr txBox="1"/>
          <p:nvPr/>
        </p:nvSpPr>
        <p:spPr>
          <a:xfrm>
            <a:off x="2505294" y="3909983"/>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Michelle García</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Employee</a:t>
            </a:r>
            <a:endParaRPr sz="1100" b="1">
              <a:solidFill>
                <a:srgbClr val="191919"/>
              </a:solidFill>
              <a:latin typeface="Lato"/>
              <a:ea typeface="Lato"/>
              <a:cs typeface="Lato"/>
              <a:sym typeface="Lato"/>
            </a:endParaRPr>
          </a:p>
        </p:txBody>
      </p:sp>
      <p:sp>
        <p:nvSpPr>
          <p:cNvPr id="1436" name="Google Shape;1436;p44"/>
          <p:cNvSpPr txBox="1"/>
          <p:nvPr/>
        </p:nvSpPr>
        <p:spPr>
          <a:xfrm>
            <a:off x="1028900" y="3909983"/>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Brian Clark</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Employee</a:t>
            </a:r>
            <a:endParaRPr sz="1100">
              <a:solidFill>
                <a:srgbClr val="191919"/>
              </a:solidFill>
              <a:latin typeface="Lato"/>
              <a:ea typeface="Lato"/>
              <a:cs typeface="Lato"/>
              <a:sym typeface="Lato"/>
            </a:endParaRPr>
          </a:p>
        </p:txBody>
      </p:sp>
      <p:sp>
        <p:nvSpPr>
          <p:cNvPr id="1444" name="Google Shape;1444;p44"/>
          <p:cNvSpPr txBox="1"/>
          <p:nvPr/>
        </p:nvSpPr>
        <p:spPr>
          <a:xfrm>
            <a:off x="6939125" y="3909983"/>
            <a:ext cx="1176600" cy="37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solidFill>
                  <a:srgbClr val="191919"/>
                </a:solidFill>
                <a:latin typeface="Lato"/>
                <a:ea typeface="Lato"/>
                <a:cs typeface="Lato"/>
                <a:sym typeface="Lato"/>
              </a:rPr>
              <a:t>Alan Turner</a:t>
            </a:r>
            <a:endParaRPr sz="1100" b="1">
              <a:solidFill>
                <a:srgbClr val="191919"/>
              </a:solidFill>
              <a:latin typeface="Lato"/>
              <a:ea typeface="Lato"/>
              <a:cs typeface="Lato"/>
              <a:sym typeface="Lato"/>
            </a:endParaRPr>
          </a:p>
          <a:p>
            <a:pPr marL="0" lvl="0" indent="0" algn="ctr" rtl="0">
              <a:spcBef>
                <a:spcPts val="0"/>
              </a:spcBef>
              <a:spcAft>
                <a:spcPts val="0"/>
              </a:spcAft>
              <a:buNone/>
            </a:pPr>
            <a:r>
              <a:rPr lang="en" sz="1100">
                <a:solidFill>
                  <a:srgbClr val="191919"/>
                </a:solidFill>
                <a:latin typeface="Lato"/>
                <a:ea typeface="Lato"/>
                <a:cs typeface="Lato"/>
                <a:sym typeface="Lato"/>
              </a:rPr>
              <a:t>Employee</a:t>
            </a:r>
            <a:endParaRPr sz="1100" b="1">
              <a:solidFill>
                <a:srgbClr val="191919"/>
              </a:solidFill>
              <a:latin typeface="Lato"/>
              <a:ea typeface="Lato"/>
              <a:cs typeface="Lato"/>
              <a:sym typeface="Lato"/>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448"/>
        <p:cNvGrpSpPr/>
        <p:nvPr/>
      </p:nvGrpSpPr>
      <p:grpSpPr>
        <a:xfrm>
          <a:off x="0" y="0"/>
          <a:ext cx="0" cy="0"/>
          <a:chOff x="0" y="0"/>
          <a:chExt cx="0" cy="0"/>
        </a:xfrm>
      </p:grpSpPr>
      <p:sp>
        <p:nvSpPr>
          <p:cNvPr id="1449" name="Google Shape;1449;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 size overview</a:t>
            </a:r>
            <a:endParaRPr/>
          </a:p>
        </p:txBody>
      </p:sp>
      <p:sp>
        <p:nvSpPr>
          <p:cNvPr id="1450" name="Google Shape;1450;p45"/>
          <p:cNvSpPr/>
          <p:nvPr/>
        </p:nvSpPr>
        <p:spPr>
          <a:xfrm>
            <a:off x="867850" y="1354675"/>
            <a:ext cx="3249300" cy="324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5"/>
          <p:cNvSpPr/>
          <p:nvPr/>
        </p:nvSpPr>
        <p:spPr>
          <a:xfrm>
            <a:off x="1144900" y="1908750"/>
            <a:ext cx="2695200" cy="26952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5"/>
          <p:cNvSpPr/>
          <p:nvPr/>
        </p:nvSpPr>
        <p:spPr>
          <a:xfrm>
            <a:off x="1677550" y="2974125"/>
            <a:ext cx="1629900" cy="1629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5"/>
          <p:cNvSpPr txBox="1"/>
          <p:nvPr/>
        </p:nvSpPr>
        <p:spPr>
          <a:xfrm>
            <a:off x="1820375" y="1345750"/>
            <a:ext cx="1269900" cy="55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Epilogue"/>
                <a:ea typeface="Epilogue"/>
                <a:cs typeface="Epilogue"/>
                <a:sym typeface="Epilogue"/>
              </a:rPr>
              <a:t>$100M</a:t>
            </a:r>
            <a:endParaRPr sz="2400" b="1">
              <a:solidFill>
                <a:schemeClr val="dk1"/>
              </a:solidFill>
              <a:latin typeface="Epilogue"/>
              <a:ea typeface="Epilogue"/>
              <a:cs typeface="Epilogue"/>
              <a:sym typeface="Epilogue"/>
            </a:endParaRPr>
          </a:p>
        </p:txBody>
      </p:sp>
      <p:sp>
        <p:nvSpPr>
          <p:cNvPr id="1454" name="Google Shape;1454;p45"/>
          <p:cNvSpPr txBox="1"/>
          <p:nvPr/>
        </p:nvSpPr>
        <p:spPr>
          <a:xfrm>
            <a:off x="1820375" y="2227875"/>
            <a:ext cx="1269900" cy="55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Epilogue"/>
                <a:ea typeface="Epilogue"/>
                <a:cs typeface="Epilogue"/>
                <a:sym typeface="Epilogue"/>
              </a:rPr>
              <a:t>$20M</a:t>
            </a:r>
            <a:endParaRPr sz="2400" b="1">
              <a:solidFill>
                <a:schemeClr val="dk1"/>
              </a:solidFill>
              <a:latin typeface="Epilogue"/>
              <a:ea typeface="Epilogue"/>
              <a:cs typeface="Epilogue"/>
              <a:sym typeface="Epilogue"/>
            </a:endParaRPr>
          </a:p>
        </p:txBody>
      </p:sp>
      <p:sp>
        <p:nvSpPr>
          <p:cNvPr id="1455" name="Google Shape;1455;p45"/>
          <p:cNvSpPr txBox="1"/>
          <p:nvPr/>
        </p:nvSpPr>
        <p:spPr>
          <a:xfrm>
            <a:off x="1820375" y="3617875"/>
            <a:ext cx="1269900" cy="55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Epilogue"/>
                <a:ea typeface="Epilogue"/>
                <a:cs typeface="Epilogue"/>
                <a:sym typeface="Epilogue"/>
              </a:rPr>
              <a:t>$5M</a:t>
            </a:r>
            <a:endParaRPr sz="2400" b="1">
              <a:solidFill>
                <a:schemeClr val="dk1"/>
              </a:solidFill>
              <a:latin typeface="Epilogue"/>
              <a:ea typeface="Epilogue"/>
              <a:cs typeface="Epilogue"/>
              <a:sym typeface="Epilogue"/>
            </a:endParaRPr>
          </a:p>
        </p:txBody>
      </p:sp>
      <p:sp>
        <p:nvSpPr>
          <p:cNvPr id="1456" name="Google Shape;1456;p45"/>
          <p:cNvSpPr/>
          <p:nvPr/>
        </p:nvSpPr>
        <p:spPr>
          <a:xfrm>
            <a:off x="4385775" y="1198717"/>
            <a:ext cx="288900" cy="288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5"/>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Epilogue"/>
                <a:ea typeface="Epilogue"/>
                <a:cs typeface="Epilogue"/>
                <a:sym typeface="Epilogue"/>
              </a:rPr>
              <a:t>Outer circle</a:t>
            </a:r>
            <a:endParaRPr sz="1800" b="1">
              <a:solidFill>
                <a:schemeClr val="dk1"/>
              </a:solidFill>
              <a:latin typeface="Epilogue"/>
              <a:ea typeface="Epilogue"/>
              <a:cs typeface="Epilogue"/>
              <a:sym typeface="Epilogue"/>
            </a:endParaRPr>
          </a:p>
        </p:txBody>
      </p:sp>
      <p:sp>
        <p:nvSpPr>
          <p:cNvPr id="1458" name="Google Shape;1458;p45"/>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Include the total size of the market, which represents the entire potential customer base for the product or service</a:t>
            </a:r>
            <a:endParaRPr sz="1200">
              <a:solidFill>
                <a:schemeClr val="dk1"/>
              </a:solidFill>
              <a:latin typeface="Lato"/>
              <a:ea typeface="Lato"/>
              <a:cs typeface="Lato"/>
              <a:sym typeface="Lato"/>
            </a:endParaRPr>
          </a:p>
        </p:txBody>
      </p:sp>
      <p:sp>
        <p:nvSpPr>
          <p:cNvPr id="1459" name="Google Shape;1459;p45"/>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Epilogue"/>
                <a:ea typeface="Epilogue"/>
                <a:cs typeface="Epilogue"/>
                <a:sym typeface="Epilogue"/>
              </a:rPr>
              <a:t>Middle circle</a:t>
            </a:r>
            <a:endParaRPr sz="1800" b="1">
              <a:solidFill>
                <a:schemeClr val="dk1"/>
              </a:solidFill>
              <a:latin typeface="Epilogue"/>
              <a:ea typeface="Epilogue"/>
              <a:cs typeface="Epilogue"/>
              <a:sym typeface="Epilogue"/>
            </a:endParaRPr>
          </a:p>
        </p:txBody>
      </p:sp>
      <p:sp>
        <p:nvSpPr>
          <p:cNvPr id="1460" name="Google Shape;1460;p45"/>
          <p:cNvSpPr txBox="1"/>
          <p:nvPr/>
        </p:nvSpPr>
        <p:spPr>
          <a:xfrm>
            <a:off x="4840100" y="2590639"/>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Identify the target market for the product or service, which may be a subset of the total market. This could be based on factors such as demographics, geography, or specific needs</a:t>
            </a:r>
            <a:endParaRPr sz="1200">
              <a:solidFill>
                <a:schemeClr val="dk1"/>
              </a:solidFill>
              <a:latin typeface="Lato"/>
              <a:ea typeface="Lato"/>
              <a:cs typeface="Lato"/>
              <a:sym typeface="Lato"/>
            </a:endParaRPr>
          </a:p>
        </p:txBody>
      </p:sp>
      <p:sp>
        <p:nvSpPr>
          <p:cNvPr id="1461" name="Google Shape;1461;p45"/>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b="1">
                <a:solidFill>
                  <a:schemeClr val="dk1"/>
                </a:solidFill>
                <a:latin typeface="Epilogue"/>
                <a:ea typeface="Epilogue"/>
                <a:cs typeface="Epilogue"/>
                <a:sym typeface="Epilogue"/>
              </a:rPr>
              <a:t>Inner circle</a:t>
            </a:r>
            <a:endParaRPr sz="1800" b="1">
              <a:solidFill>
                <a:schemeClr val="dk1"/>
              </a:solidFill>
              <a:latin typeface="Epilogue"/>
              <a:ea typeface="Epilogue"/>
              <a:cs typeface="Epilogue"/>
              <a:sym typeface="Epilogue"/>
            </a:endParaRPr>
          </a:p>
        </p:txBody>
      </p:sp>
      <p:sp>
        <p:nvSpPr>
          <p:cNvPr id="1462" name="Google Shape;1462;p45"/>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Indicate the current market size, which represents the portion of the target market that the company has successfully captured</a:t>
            </a:r>
            <a:endParaRPr sz="1200">
              <a:solidFill>
                <a:schemeClr val="dk1"/>
              </a:solidFill>
              <a:latin typeface="Lato"/>
              <a:ea typeface="Lato"/>
              <a:cs typeface="Lato"/>
              <a:sym typeface="Lato"/>
            </a:endParaRPr>
          </a:p>
        </p:txBody>
      </p:sp>
      <p:sp>
        <p:nvSpPr>
          <p:cNvPr id="1463" name="Google Shape;1463;p45"/>
          <p:cNvSpPr/>
          <p:nvPr/>
        </p:nvSpPr>
        <p:spPr>
          <a:xfrm>
            <a:off x="4385775" y="2374542"/>
            <a:ext cx="288900" cy="288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5"/>
          <p:cNvSpPr/>
          <p:nvPr/>
        </p:nvSpPr>
        <p:spPr>
          <a:xfrm>
            <a:off x="4385775" y="3550367"/>
            <a:ext cx="288900" cy="288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468"/>
        <p:cNvGrpSpPr/>
        <p:nvPr/>
      </p:nvGrpSpPr>
      <p:grpSpPr>
        <a:xfrm>
          <a:off x="0" y="0"/>
          <a:ext cx="0" cy="0"/>
          <a:chOff x="0" y="0"/>
          <a:chExt cx="0" cy="0"/>
        </a:xfrm>
      </p:grpSpPr>
      <p:sp>
        <p:nvSpPr>
          <p:cNvPr id="1469" name="Google Shape;1469;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Roadmap infographic</a:t>
            </a:r>
            <a:endParaRPr/>
          </a:p>
        </p:txBody>
      </p:sp>
      <p:graphicFrame>
        <p:nvGraphicFramePr>
          <p:cNvPr id="1470" name="Google Shape;1470;p46"/>
          <p:cNvGraphicFramePr/>
          <p:nvPr/>
        </p:nvGraphicFramePr>
        <p:xfrm>
          <a:off x="726875" y="1224388"/>
          <a:ext cx="7704050" cy="3342250"/>
        </p:xfrm>
        <a:graphic>
          <a:graphicData uri="http://schemas.openxmlformats.org/drawingml/2006/table">
            <a:tbl>
              <a:tblPr>
                <a:noFill/>
                <a:tableStyleId>{08535B50-5E39-4E54-B0A7-2BF578302548}</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Initiative</a:t>
                      </a:r>
                      <a:endParaRPr sz="1800" b="1">
                        <a:solidFill>
                          <a:schemeClr val="dk1"/>
                        </a:solidFill>
                        <a:latin typeface="Epilogue"/>
                        <a:ea typeface="Epilogue"/>
                        <a:cs typeface="Epilogue"/>
                        <a:sym typeface="Epilogue"/>
                      </a:endParaRPr>
                    </a:p>
                  </a:txBody>
                  <a:tcPr marL="91425" marR="91425" marT="68575" marB="68575"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Objective</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Jan</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Feb</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Mar</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Epilogue"/>
                          <a:ea typeface="Epilogue"/>
                          <a:cs typeface="Epilogue"/>
                          <a:sym typeface="Epilogue"/>
                        </a:rPr>
                        <a:t>Apr</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May</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Jun</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Jul</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Aug</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Sep</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Oct</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Epilogue"/>
                          <a:ea typeface="Epilogue"/>
                          <a:cs typeface="Epilogue"/>
                          <a:sym typeface="Epilogue"/>
                        </a:rPr>
                        <a:t>Nov</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Epilogue"/>
                          <a:ea typeface="Epilogue"/>
                          <a:cs typeface="Epilogue"/>
                          <a:sym typeface="Epilogue"/>
                        </a:rPr>
                        <a:t>Dec</a:t>
                      </a:r>
                      <a:endParaRPr sz="1200" b="1">
                        <a:solidFill>
                          <a:schemeClr val="dk1"/>
                        </a:solidFill>
                        <a:latin typeface="Epilogue"/>
                        <a:ea typeface="Epilogue"/>
                        <a:cs typeface="Epilogue"/>
                        <a:sym typeface="Epilogue"/>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alpha val="0"/>
                        </a:srgbClr>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dk2"/>
                    </a:solidFill>
                  </a:tcPr>
                </a:tc>
                <a:extLst>
                  <a:ext uri="{0D108BD9-81ED-4DB2-BD59-A6C34878D82A}">
                    <a16:rowId xmlns:a16="http://schemas.microsoft.com/office/drawing/2014/main" val="10000"/>
                  </a:ext>
                </a:extLst>
              </a:tr>
              <a:tr h="450800">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Understanding</a:t>
                      </a:r>
                      <a:endParaRPr sz="1000">
                        <a:solidFill>
                          <a:schemeClr val="dk1"/>
                        </a:solidFill>
                        <a:latin typeface="Lato"/>
                        <a:ea typeface="Lato"/>
                        <a:cs typeface="Lato"/>
                        <a:sym typeface="Lato"/>
                      </a:endParaRPr>
                    </a:p>
                  </a:txBody>
                  <a:tcPr marL="45700" marR="45700" marT="45700" marB="45700"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Analyze and understand the needs of your target audience</a:t>
                      </a:r>
                      <a:endParaRPr sz="1000">
                        <a:solidFill>
                          <a:schemeClr val="dk1"/>
                        </a:solidFill>
                        <a:latin typeface="Lato"/>
                        <a:ea typeface="Lato"/>
                        <a:cs typeface="Lato"/>
                        <a:sym typeface="Lato"/>
                      </a:endParaRPr>
                    </a:p>
                  </a:txBody>
                  <a:tcPr marL="45700" marR="45700" marT="45700" marB="4570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extLst>
                  <a:ext uri="{0D108BD9-81ED-4DB2-BD59-A6C34878D82A}">
                    <a16:rowId xmlns:a16="http://schemas.microsoft.com/office/drawing/2014/main" val="10001"/>
                  </a:ext>
                </a:extLst>
              </a:tr>
              <a:tr h="450800">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Conduct research</a:t>
                      </a:r>
                      <a:endParaRPr sz="1000">
                        <a:solidFill>
                          <a:schemeClr val="dk1"/>
                        </a:solidFill>
                        <a:latin typeface="Lato"/>
                        <a:ea typeface="Lato"/>
                        <a:cs typeface="Lato"/>
                        <a:sym typeface="Lato"/>
                      </a:endParaRPr>
                    </a:p>
                  </a:txBody>
                  <a:tcPr marL="45700" marR="45700" marT="45700" marB="45700"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Research existing products in the industry and analyze how successful they are</a:t>
                      </a:r>
                      <a:endParaRPr sz="1000">
                        <a:solidFill>
                          <a:schemeClr val="dk1"/>
                        </a:solidFill>
                        <a:latin typeface="Lato"/>
                        <a:ea typeface="Lato"/>
                        <a:cs typeface="Lato"/>
                        <a:sym typeface="Lato"/>
                      </a:endParaRPr>
                    </a:p>
                  </a:txBody>
                  <a:tcPr marL="45700" marR="45700" marT="45700" marB="4570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extLst>
                  <a:ext uri="{0D108BD9-81ED-4DB2-BD59-A6C34878D82A}">
                    <a16:rowId xmlns:a16="http://schemas.microsoft.com/office/drawing/2014/main" val="10002"/>
                  </a:ext>
                </a:extLst>
              </a:tr>
              <a:tr h="450800">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Brainstorm ideas</a:t>
                      </a:r>
                      <a:endParaRPr sz="1000">
                        <a:solidFill>
                          <a:schemeClr val="dk1"/>
                        </a:solidFill>
                        <a:latin typeface="Lato"/>
                        <a:ea typeface="Lato"/>
                        <a:cs typeface="Lato"/>
                        <a:sym typeface="Lato"/>
                      </a:endParaRPr>
                    </a:p>
                  </a:txBody>
                  <a:tcPr marL="45700" marR="45700" marT="45700" marB="45700"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Generate ideas based on user feedback and research findings</a:t>
                      </a:r>
                      <a:endParaRPr sz="1000">
                        <a:solidFill>
                          <a:schemeClr val="dk1"/>
                        </a:solidFill>
                        <a:latin typeface="Lato"/>
                        <a:ea typeface="Lato"/>
                        <a:cs typeface="Lato"/>
                        <a:sym typeface="Lato"/>
                      </a:endParaRPr>
                    </a:p>
                  </a:txBody>
                  <a:tcPr marL="45700" marR="45700" marT="45700" marB="4570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extLst>
                  <a:ext uri="{0D108BD9-81ED-4DB2-BD59-A6C34878D82A}">
                    <a16:rowId xmlns:a16="http://schemas.microsoft.com/office/drawing/2014/main" val="10003"/>
                  </a:ext>
                </a:extLst>
              </a:tr>
              <a:tr h="450800">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Develop a prototype</a:t>
                      </a:r>
                      <a:endParaRPr sz="1000">
                        <a:solidFill>
                          <a:schemeClr val="dk1"/>
                        </a:solidFill>
                        <a:latin typeface="Lato"/>
                        <a:ea typeface="Lato"/>
                        <a:cs typeface="Lato"/>
                        <a:sym typeface="Lato"/>
                      </a:endParaRPr>
                    </a:p>
                  </a:txBody>
                  <a:tcPr marL="45700" marR="45700" marT="45700" marB="45700"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Create a basic version of the product to show investors</a:t>
                      </a:r>
                      <a:endParaRPr sz="1000">
                        <a:solidFill>
                          <a:schemeClr val="dk1"/>
                        </a:solidFill>
                        <a:latin typeface="Lato"/>
                        <a:ea typeface="Lato"/>
                        <a:cs typeface="Lato"/>
                        <a:sym typeface="Lato"/>
                      </a:endParaRPr>
                    </a:p>
                  </a:txBody>
                  <a:tcPr marL="45700" marR="45700" marT="45700" marB="4570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extLst>
                  <a:ext uri="{0D108BD9-81ED-4DB2-BD59-A6C34878D82A}">
                    <a16:rowId xmlns:a16="http://schemas.microsoft.com/office/drawing/2014/main" val="10004"/>
                  </a:ext>
                </a:extLst>
              </a:tr>
              <a:tr h="450800">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Test for usability</a:t>
                      </a:r>
                      <a:endParaRPr sz="1000">
                        <a:solidFill>
                          <a:schemeClr val="dk1"/>
                        </a:solidFill>
                        <a:latin typeface="Lato"/>
                        <a:ea typeface="Lato"/>
                        <a:cs typeface="Lato"/>
                        <a:sym typeface="Lato"/>
                      </a:endParaRPr>
                    </a:p>
                  </a:txBody>
                  <a:tcPr marL="45700" marR="45700" marT="45700" marB="45700"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Put the prototype through rigorous testing processes to ensure that it meets user requirements </a:t>
                      </a:r>
                      <a:endParaRPr sz="1000">
                        <a:solidFill>
                          <a:schemeClr val="dk1"/>
                        </a:solidFill>
                        <a:latin typeface="Lato"/>
                        <a:ea typeface="Lato"/>
                        <a:cs typeface="Lato"/>
                        <a:sym typeface="Lato"/>
                      </a:endParaRPr>
                    </a:p>
                  </a:txBody>
                  <a:tcPr marL="45700" marR="45700" marT="45700" marB="4570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solidFill>
                      <a:prstDash val="dashDot"/>
                      <a:round/>
                      <a:headEnd type="none" w="sm" len="sm"/>
                      <a:tailEnd type="none" w="sm" len="sm"/>
                    </a:lnB>
                  </a:tcPr>
                </a:tc>
                <a:extLst>
                  <a:ext uri="{0D108BD9-81ED-4DB2-BD59-A6C34878D82A}">
                    <a16:rowId xmlns:a16="http://schemas.microsoft.com/office/drawing/2014/main" val="10005"/>
                  </a:ext>
                </a:extLst>
              </a:tr>
              <a:tr h="450800">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Analyze feedback</a:t>
                      </a:r>
                      <a:endParaRPr sz="1000">
                        <a:solidFill>
                          <a:schemeClr val="dk1"/>
                        </a:solidFill>
                        <a:latin typeface="Lato"/>
                        <a:ea typeface="Lato"/>
                        <a:cs typeface="Lato"/>
                        <a:sym typeface="Lato"/>
                      </a:endParaRPr>
                    </a:p>
                  </a:txBody>
                  <a:tcPr marL="45700" marR="45700" marT="45700" marB="45700" anchor="ctr">
                    <a:lnL w="9525" cap="flat" cmpd="sng">
                      <a:solidFill>
                        <a:srgbClr val="595959">
                          <a:alpha val="0"/>
                        </a:srgbClr>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Understand the opinion of the users who tried your product</a:t>
                      </a:r>
                      <a:endParaRPr sz="1000">
                        <a:solidFill>
                          <a:schemeClr val="dk1"/>
                        </a:solidFill>
                        <a:latin typeface="Lato"/>
                        <a:ea typeface="Lato"/>
                        <a:cs typeface="Lato"/>
                        <a:sym typeface="Lato"/>
                      </a:endParaRPr>
                    </a:p>
                  </a:txBody>
                  <a:tcPr marL="45700" marR="45700" marT="45700" marB="4570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Lato"/>
                        <a:ea typeface="Lato"/>
                        <a:cs typeface="Lato"/>
                        <a:sym typeface="Lato"/>
                      </a:endParaRPr>
                    </a:p>
                  </a:txBody>
                  <a:tcPr marL="0" marR="0" marT="0" marB="0" anchor="ctr">
                    <a:lnL w="9525" cap="flat" cmpd="sng">
                      <a:solidFill>
                        <a:srgbClr val="595959"/>
                      </a:solidFill>
                      <a:prstDash val="dashDot"/>
                      <a:round/>
                      <a:headEnd type="none" w="sm" len="sm"/>
                      <a:tailEnd type="none" w="sm" len="sm"/>
                    </a:lnL>
                    <a:lnR w="9525" cap="flat" cmpd="sng">
                      <a:solidFill>
                        <a:srgbClr val="595959">
                          <a:alpha val="0"/>
                        </a:srgbClr>
                      </a:solidFill>
                      <a:prstDash val="dashDot"/>
                      <a:round/>
                      <a:headEnd type="none" w="sm" len="sm"/>
                      <a:tailEnd type="none" w="sm" len="sm"/>
                    </a:lnR>
                    <a:lnT w="9525" cap="flat" cmpd="sng">
                      <a:solidFill>
                        <a:srgbClr val="595959"/>
                      </a:solidFill>
                      <a:prstDash val="dashDot"/>
                      <a:round/>
                      <a:headEnd type="none" w="sm" len="sm"/>
                      <a:tailEnd type="none" w="sm" len="sm"/>
                    </a:lnT>
                    <a:lnB w="9525" cap="flat" cmpd="sng">
                      <a:solidFill>
                        <a:srgbClr val="595959">
                          <a:alpha val="0"/>
                        </a:srgbClr>
                      </a:solidFill>
                      <a:prstDash val="dashDot"/>
                      <a:round/>
                      <a:headEnd type="none" w="sm" len="sm"/>
                      <a:tailEnd type="none" w="sm" len="sm"/>
                    </a:lnB>
                    <a:solidFill>
                      <a:schemeClr val="accen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474"/>
        <p:cNvGrpSpPr/>
        <p:nvPr/>
      </p:nvGrpSpPr>
      <p:grpSpPr>
        <a:xfrm>
          <a:off x="0" y="0"/>
          <a:ext cx="0" cy="0"/>
          <a:chOff x="0" y="0"/>
          <a:chExt cx="0" cy="0"/>
        </a:xfrm>
      </p:grpSpPr>
      <p:sp>
        <p:nvSpPr>
          <p:cNvPr id="1475" name="Google Shape;1475;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KPI dashboard</a:t>
            </a:r>
            <a:endParaRPr/>
          </a:p>
        </p:txBody>
      </p:sp>
      <p:graphicFrame>
        <p:nvGraphicFramePr>
          <p:cNvPr id="1476" name="Google Shape;1476;p47"/>
          <p:cNvGraphicFramePr/>
          <p:nvPr/>
        </p:nvGraphicFramePr>
        <p:xfrm>
          <a:off x="720000" y="1186325"/>
          <a:ext cx="3439600" cy="3417725"/>
        </p:xfrm>
        <a:graphic>
          <a:graphicData uri="http://schemas.openxmlformats.org/drawingml/2006/table">
            <a:tbl>
              <a:tblPr>
                <a:noFill/>
                <a:tableStyleId>{49064342-CC3E-41E9-A069-EDB3E7D4C846}</a:tableStyleId>
              </a:tblPr>
              <a:tblGrid>
                <a:gridCol w="961450">
                  <a:extLst>
                    <a:ext uri="{9D8B030D-6E8A-4147-A177-3AD203B41FA5}">
                      <a16:colId xmlns:a16="http://schemas.microsoft.com/office/drawing/2014/main" val="20000"/>
                    </a:ext>
                  </a:extLst>
                </a:gridCol>
                <a:gridCol w="826050">
                  <a:extLst>
                    <a:ext uri="{9D8B030D-6E8A-4147-A177-3AD203B41FA5}">
                      <a16:colId xmlns:a16="http://schemas.microsoft.com/office/drawing/2014/main" val="20001"/>
                    </a:ext>
                  </a:extLst>
                </a:gridCol>
                <a:gridCol w="874150">
                  <a:extLst>
                    <a:ext uri="{9D8B030D-6E8A-4147-A177-3AD203B41FA5}">
                      <a16:colId xmlns:a16="http://schemas.microsoft.com/office/drawing/2014/main" val="20002"/>
                    </a:ext>
                  </a:extLst>
                </a:gridCol>
                <a:gridCol w="777950">
                  <a:extLst>
                    <a:ext uri="{9D8B030D-6E8A-4147-A177-3AD203B41FA5}">
                      <a16:colId xmlns:a16="http://schemas.microsoft.com/office/drawing/2014/main" val="20003"/>
                    </a:ext>
                  </a:extLst>
                </a:gridCol>
              </a:tblGrid>
              <a:tr h="381725">
                <a:tc>
                  <a:txBody>
                    <a:bodyPr/>
                    <a:lstStyle/>
                    <a:p>
                      <a:pPr marL="0" lvl="0" indent="0" algn="l" rtl="0">
                        <a:spcBef>
                          <a:spcPts val="0"/>
                        </a:spcBef>
                        <a:spcAft>
                          <a:spcPts val="0"/>
                        </a:spcAft>
                        <a:buNone/>
                      </a:pPr>
                      <a:r>
                        <a:rPr lang="en" sz="1200" b="1">
                          <a:solidFill>
                            <a:schemeClr val="dk1"/>
                          </a:solidFill>
                          <a:latin typeface="Epilogue"/>
                          <a:ea typeface="Epilogue"/>
                          <a:cs typeface="Epilogue"/>
                          <a:sym typeface="Epilogue"/>
                        </a:rPr>
                        <a:t>Product</a:t>
                      </a:r>
                      <a:endParaRPr sz="1200" b="1">
                        <a:solidFill>
                          <a:schemeClr val="dk1"/>
                        </a:solidFill>
                        <a:latin typeface="Epilogue"/>
                        <a:ea typeface="Epilogue"/>
                        <a:cs typeface="Epilogue"/>
                        <a:sym typeface="Epilogue"/>
                      </a:endParaRPr>
                    </a:p>
                  </a:txBody>
                  <a:tcPr marL="91425" marR="91425" marT="45700" marB="45700">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200" b="1">
                          <a:solidFill>
                            <a:schemeClr val="dk1"/>
                          </a:solidFill>
                          <a:latin typeface="Epilogue"/>
                          <a:ea typeface="Epilogue"/>
                          <a:cs typeface="Epilogue"/>
                          <a:sym typeface="Epilogue"/>
                        </a:rPr>
                        <a:t>Units</a:t>
                      </a:r>
                      <a:endParaRPr sz="1200" b="1">
                        <a:solidFill>
                          <a:schemeClr val="dk1"/>
                        </a:solidFill>
                        <a:latin typeface="Epilogue"/>
                        <a:ea typeface="Epilogue"/>
                        <a:cs typeface="Epilogue"/>
                        <a:sym typeface="Epilogue"/>
                      </a:endParaRPr>
                    </a:p>
                  </a:txBody>
                  <a:tcPr marL="91425" marR="91425" marT="45700" marB="45700">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200" b="1">
                          <a:solidFill>
                            <a:schemeClr val="dk1"/>
                          </a:solidFill>
                          <a:latin typeface="Epilogue"/>
                          <a:ea typeface="Epilogue"/>
                          <a:cs typeface="Epilogue"/>
                          <a:sym typeface="Epilogue"/>
                        </a:rPr>
                        <a:t>Revenue</a:t>
                      </a:r>
                      <a:endParaRPr sz="1200" b="1">
                        <a:solidFill>
                          <a:schemeClr val="dk1"/>
                        </a:solidFill>
                        <a:latin typeface="Epilogue"/>
                        <a:ea typeface="Epilogue"/>
                        <a:cs typeface="Epilogue"/>
                        <a:sym typeface="Epilogue"/>
                      </a:endParaRPr>
                    </a:p>
                  </a:txBody>
                  <a:tcPr marL="91425" marR="91425" marT="45700" marB="45700">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accent5"/>
                    </a:solidFill>
                  </a:tcPr>
                </a:tc>
                <a:tc>
                  <a:txBody>
                    <a:bodyPr/>
                    <a:lstStyle/>
                    <a:p>
                      <a:pPr marL="0" lvl="0" indent="0" algn="l" rtl="0">
                        <a:spcBef>
                          <a:spcPts val="0"/>
                        </a:spcBef>
                        <a:spcAft>
                          <a:spcPts val="0"/>
                        </a:spcAft>
                        <a:buNone/>
                      </a:pPr>
                      <a:r>
                        <a:rPr lang="en" sz="1200" b="1">
                          <a:solidFill>
                            <a:schemeClr val="dk1"/>
                          </a:solidFill>
                          <a:latin typeface="Epilogue"/>
                          <a:ea typeface="Epilogue"/>
                          <a:cs typeface="Epilogue"/>
                          <a:sym typeface="Epilogue"/>
                        </a:rPr>
                        <a:t>Return</a:t>
                      </a:r>
                      <a:endParaRPr b="1">
                        <a:solidFill>
                          <a:schemeClr val="dk1"/>
                        </a:solidFill>
                        <a:latin typeface="Epilogue"/>
                        <a:ea typeface="Epilogue"/>
                        <a:cs typeface="Epilogue"/>
                        <a:sym typeface="Epilogue"/>
                      </a:endParaRPr>
                    </a:p>
                  </a:txBody>
                  <a:tcPr marL="91425" marR="91425" marT="45700" marB="45700">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alpha val="0"/>
                        </a:schemeClr>
                      </a:solidFill>
                      <a:prstDash val="dashDot"/>
                      <a:round/>
                      <a:headEnd type="none" w="sm" len="sm"/>
                      <a:tailEnd type="none" w="sm" len="sm"/>
                    </a:lnT>
                    <a:lnB w="9525" cap="flat" cmpd="sng">
                      <a:solidFill>
                        <a:schemeClr val="accent4"/>
                      </a:solidFill>
                      <a:prstDash val="dashDot"/>
                      <a:round/>
                      <a:headEnd type="none" w="sm" len="sm"/>
                      <a:tailEnd type="none" w="sm" len="sm"/>
                    </a:lnB>
                    <a:solidFill>
                      <a:schemeClr val="accent5"/>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1</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2</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3</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250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1,500,000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300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4</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5</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6</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250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1,500,000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300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7</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500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2,000,000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40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solidFill>
                      <a:prstDash val="dashDot"/>
                      <a:round/>
                      <a:headEnd type="none" w="sm" len="sm"/>
                      <a:tailEnd type="none" w="sm" len="sm"/>
                    </a:lnB>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Epilogue"/>
                          <a:ea typeface="Epilogue"/>
                          <a:cs typeface="Epilogue"/>
                          <a:sym typeface="Epilogue"/>
                        </a:rPr>
                        <a:t>Item 8</a:t>
                      </a:r>
                      <a:endParaRPr sz="1000" b="1">
                        <a:solidFill>
                          <a:schemeClr val="dk1"/>
                        </a:solidFill>
                        <a:latin typeface="Epilogue"/>
                        <a:ea typeface="Epilogue"/>
                        <a:cs typeface="Epilogue"/>
                        <a:sym typeface="Epilogue"/>
                      </a:endParaRPr>
                    </a:p>
                  </a:txBody>
                  <a:tcPr marL="91425" marR="91425" marT="0" marB="0" anchor="ctr">
                    <a:lnL w="9525" cap="flat" cmpd="sng">
                      <a:solidFill>
                        <a:schemeClr val="accent4">
                          <a:alpha val="0"/>
                        </a:schemeClr>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alpha val="0"/>
                        </a:schemeClr>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1,000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alpha val="0"/>
                        </a:schemeClr>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50,750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alpha val="0"/>
                        </a:schemeClr>
                      </a:solidFill>
                      <a:prstDash val="dashDot"/>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10</a:t>
                      </a:r>
                      <a:endParaRPr sz="1000">
                        <a:solidFill>
                          <a:schemeClr val="dk1"/>
                        </a:solidFill>
                        <a:latin typeface="Lato"/>
                        <a:ea typeface="Lato"/>
                        <a:cs typeface="Lato"/>
                        <a:sym typeface="Lato"/>
                      </a:endParaRPr>
                    </a:p>
                  </a:txBody>
                  <a:tcPr marL="91425" marR="91425" marT="0" marB="0" anchor="ctr">
                    <a:lnL w="9525" cap="flat" cmpd="sng">
                      <a:solidFill>
                        <a:schemeClr val="accent4"/>
                      </a:solidFill>
                      <a:prstDash val="dashDot"/>
                      <a:round/>
                      <a:headEnd type="none" w="sm" len="sm"/>
                      <a:tailEnd type="none" w="sm" len="sm"/>
                    </a:lnL>
                    <a:lnR w="9525" cap="flat" cmpd="sng">
                      <a:solidFill>
                        <a:schemeClr val="accent4">
                          <a:alpha val="0"/>
                        </a:schemeClr>
                      </a:solidFill>
                      <a:prstDash val="dashDot"/>
                      <a:round/>
                      <a:headEnd type="none" w="sm" len="sm"/>
                      <a:tailEnd type="none" w="sm" len="sm"/>
                    </a:lnR>
                    <a:lnT w="9525" cap="flat" cmpd="sng">
                      <a:solidFill>
                        <a:schemeClr val="accent4"/>
                      </a:solidFill>
                      <a:prstDash val="dashDot"/>
                      <a:round/>
                      <a:headEnd type="none" w="sm" len="sm"/>
                      <a:tailEnd type="none" w="sm" len="sm"/>
                    </a:lnT>
                    <a:lnB w="9525" cap="flat" cmpd="sng">
                      <a:solidFill>
                        <a:schemeClr val="accent4">
                          <a:alpha val="0"/>
                        </a:schemeClr>
                      </a:solidFill>
                      <a:prstDash val="dashDot"/>
                      <a:round/>
                      <a:headEnd type="none" w="sm" len="sm"/>
                      <a:tailEnd type="none" w="sm" len="sm"/>
                    </a:lnB>
                  </a:tcPr>
                </a:tc>
                <a:extLst>
                  <a:ext uri="{0D108BD9-81ED-4DB2-BD59-A6C34878D82A}">
                    <a16:rowId xmlns:a16="http://schemas.microsoft.com/office/drawing/2014/main" val="10008"/>
                  </a:ext>
                </a:extLst>
              </a:tr>
            </a:tbl>
          </a:graphicData>
        </a:graphic>
      </p:graphicFrame>
      <p:sp>
        <p:nvSpPr>
          <p:cNvPr id="1477" name="Google Shape;1477;p47"/>
          <p:cNvSpPr txBox="1"/>
          <p:nvPr/>
        </p:nvSpPr>
        <p:spPr>
          <a:xfrm>
            <a:off x="4310950" y="1186325"/>
            <a:ext cx="13731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dk1"/>
                </a:solidFill>
                <a:latin typeface="Epilogue"/>
                <a:ea typeface="Epilogue"/>
                <a:cs typeface="Epilogue"/>
                <a:sym typeface="Epilogue"/>
              </a:rPr>
              <a:t>$4,000,000</a:t>
            </a:r>
            <a:endParaRPr sz="1700" b="1">
              <a:solidFill>
                <a:schemeClr val="dk1"/>
              </a:solidFill>
              <a:latin typeface="Epilogue"/>
              <a:ea typeface="Epilogue"/>
              <a:cs typeface="Epilogue"/>
              <a:sym typeface="Epilogue"/>
            </a:endParaRPr>
          </a:p>
        </p:txBody>
      </p:sp>
      <p:sp>
        <p:nvSpPr>
          <p:cNvPr id="1478" name="Google Shape;1478;p47"/>
          <p:cNvSpPr txBox="1"/>
          <p:nvPr/>
        </p:nvSpPr>
        <p:spPr>
          <a:xfrm>
            <a:off x="5684150" y="1186325"/>
            <a:ext cx="13731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dk1"/>
                </a:solidFill>
                <a:latin typeface="Epilogue"/>
                <a:ea typeface="Epilogue"/>
                <a:cs typeface="Epilogue"/>
                <a:sym typeface="Epilogue"/>
              </a:rPr>
              <a:t>$100,000</a:t>
            </a:r>
            <a:endParaRPr sz="1700" b="1">
              <a:solidFill>
                <a:schemeClr val="dk1"/>
              </a:solidFill>
              <a:latin typeface="Epilogue"/>
              <a:ea typeface="Epilogue"/>
              <a:cs typeface="Epilogue"/>
              <a:sym typeface="Epilogue"/>
            </a:endParaRPr>
          </a:p>
        </p:txBody>
      </p:sp>
      <p:sp>
        <p:nvSpPr>
          <p:cNvPr id="1479" name="Google Shape;1479;p47"/>
          <p:cNvSpPr txBox="1"/>
          <p:nvPr/>
        </p:nvSpPr>
        <p:spPr>
          <a:xfrm>
            <a:off x="7057350" y="1186325"/>
            <a:ext cx="13731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chemeClr val="dk1"/>
                </a:solidFill>
                <a:latin typeface="Epilogue"/>
                <a:ea typeface="Epilogue"/>
                <a:cs typeface="Epilogue"/>
                <a:sym typeface="Epilogue"/>
              </a:rPr>
              <a:t>$5,000</a:t>
            </a:r>
            <a:endParaRPr sz="1700" b="1">
              <a:solidFill>
                <a:schemeClr val="dk1"/>
              </a:solidFill>
              <a:latin typeface="Epilogue"/>
              <a:ea typeface="Epilogue"/>
              <a:cs typeface="Epilogue"/>
              <a:sym typeface="Epilogue"/>
            </a:endParaRPr>
          </a:p>
        </p:txBody>
      </p:sp>
      <p:sp>
        <p:nvSpPr>
          <p:cNvPr id="1480" name="Google Shape;1480;p47"/>
          <p:cNvSpPr txBox="1"/>
          <p:nvPr/>
        </p:nvSpPr>
        <p:spPr>
          <a:xfrm>
            <a:off x="4310950" y="1586525"/>
            <a:ext cx="13731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Revenue</a:t>
            </a:r>
            <a:endParaRPr sz="1200">
              <a:solidFill>
                <a:schemeClr val="dk1"/>
              </a:solidFill>
              <a:latin typeface="Lato"/>
              <a:ea typeface="Lato"/>
              <a:cs typeface="Lato"/>
              <a:sym typeface="Lato"/>
            </a:endParaRPr>
          </a:p>
        </p:txBody>
      </p:sp>
      <p:sp>
        <p:nvSpPr>
          <p:cNvPr id="1481" name="Google Shape;1481;p47"/>
          <p:cNvSpPr txBox="1"/>
          <p:nvPr/>
        </p:nvSpPr>
        <p:spPr>
          <a:xfrm>
            <a:off x="5684150" y="1586525"/>
            <a:ext cx="13731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General costs</a:t>
            </a:r>
            <a:endParaRPr sz="1200">
              <a:solidFill>
                <a:schemeClr val="dk1"/>
              </a:solidFill>
              <a:latin typeface="Lato"/>
              <a:ea typeface="Lato"/>
              <a:cs typeface="Lato"/>
              <a:sym typeface="Lato"/>
            </a:endParaRPr>
          </a:p>
        </p:txBody>
      </p:sp>
      <p:sp>
        <p:nvSpPr>
          <p:cNvPr id="1482" name="Google Shape;1482;p47"/>
          <p:cNvSpPr txBox="1"/>
          <p:nvPr/>
        </p:nvSpPr>
        <p:spPr>
          <a:xfrm>
            <a:off x="7057350" y="1586525"/>
            <a:ext cx="13731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Lato"/>
                <a:ea typeface="Lato"/>
                <a:cs typeface="Lato"/>
                <a:sym typeface="Lato"/>
              </a:rPr>
              <a:t>Profit</a:t>
            </a:r>
            <a:endParaRPr sz="1200">
              <a:solidFill>
                <a:schemeClr val="dk1"/>
              </a:solidFill>
              <a:latin typeface="Lato"/>
              <a:ea typeface="Lato"/>
              <a:cs typeface="Lato"/>
              <a:sym typeface="Lato"/>
            </a:endParaRPr>
          </a:p>
        </p:txBody>
      </p:sp>
      <p:sp>
        <p:nvSpPr>
          <p:cNvPr id="1483" name="Google Shape;1483;p47"/>
          <p:cNvSpPr txBox="1"/>
          <p:nvPr/>
        </p:nvSpPr>
        <p:spPr>
          <a:xfrm>
            <a:off x="4555475" y="4356799"/>
            <a:ext cx="3696000" cy="24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lang="en" sz="1000" b="1" u="sng">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Lato"/>
              <a:ea typeface="Lato"/>
              <a:cs typeface="Lato"/>
              <a:sym typeface="Lato"/>
            </a:endParaRPr>
          </a:p>
        </p:txBody>
      </p:sp>
      <p:pic>
        <p:nvPicPr>
          <p:cNvPr id="1484" name="Google Shape;1484;p47" title="Chart">
            <a:hlinkClick r:id="rId4"/>
          </p:cNvPr>
          <p:cNvPicPr preferRelativeResize="0"/>
          <p:nvPr/>
        </p:nvPicPr>
        <p:blipFill>
          <a:blip r:embed="rId5">
            <a:alphaModFix/>
          </a:blip>
          <a:stretch>
            <a:fillRect/>
          </a:stretch>
        </p:blipFill>
        <p:spPr>
          <a:xfrm>
            <a:off x="4482696" y="1956061"/>
            <a:ext cx="3880041" cy="239917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488"/>
        <p:cNvGrpSpPr/>
        <p:nvPr/>
      </p:nvGrpSpPr>
      <p:grpSpPr>
        <a:xfrm>
          <a:off x="0" y="0"/>
          <a:ext cx="0" cy="0"/>
          <a:chOff x="0" y="0"/>
          <a:chExt cx="0" cy="0"/>
        </a:xfrm>
      </p:grpSpPr>
      <p:sp>
        <p:nvSpPr>
          <p:cNvPr id="1489" name="Google Shape;1489;p48"/>
          <p:cNvSpPr txBox="1">
            <a:spLocks noGrp="1"/>
          </p:cNvSpPr>
          <p:nvPr>
            <p:ph type="title"/>
          </p:nvPr>
        </p:nvSpPr>
        <p:spPr>
          <a:xfrm>
            <a:off x="2347938" y="997200"/>
            <a:ext cx="4448100" cy="1058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1490" name="Google Shape;1490;p48"/>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t>Do you have any questions?</a:t>
            </a:r>
            <a:endParaRPr b="1"/>
          </a:p>
          <a:p>
            <a:pPr marL="0" lvl="0" indent="0" algn="ctr" rtl="0">
              <a:spcBef>
                <a:spcPts val="0"/>
              </a:spcBef>
              <a:spcAft>
                <a:spcPts val="0"/>
              </a:spcAft>
              <a:buNone/>
            </a:pPr>
            <a:r>
              <a:rPr lang="en"/>
              <a:t>youremail@freepik.com</a:t>
            </a:r>
            <a:endParaRPr/>
          </a:p>
          <a:p>
            <a:pPr marL="0" lvl="0" indent="0" algn="ctr" rtl="0">
              <a:spcBef>
                <a:spcPts val="0"/>
              </a:spcBef>
              <a:spcAft>
                <a:spcPts val="0"/>
              </a:spcAft>
              <a:buNone/>
            </a:pPr>
            <a:r>
              <a:rPr lang="en"/>
              <a:t>+34 654 321 432</a:t>
            </a:r>
            <a:endParaRPr/>
          </a:p>
          <a:p>
            <a:pPr marL="0" lvl="0" indent="0" algn="ctr" rtl="0">
              <a:spcBef>
                <a:spcPts val="0"/>
              </a:spcBef>
              <a:spcAft>
                <a:spcPts val="0"/>
              </a:spcAft>
              <a:buNone/>
            </a:pPr>
            <a:r>
              <a:rPr lang="en"/>
              <a:t>yourwebsite.com</a:t>
            </a:r>
            <a:endParaRPr/>
          </a:p>
        </p:txBody>
      </p:sp>
      <p:sp>
        <p:nvSpPr>
          <p:cNvPr id="1491" name="Google Shape;1491;p48"/>
          <p:cNvSpPr txBox="1"/>
          <p:nvPr/>
        </p:nvSpPr>
        <p:spPr>
          <a:xfrm>
            <a:off x="2496150" y="4125850"/>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Open Sans"/>
                <a:ea typeface="Open Sans"/>
                <a:cs typeface="Open Sans"/>
                <a:sym typeface="Open Sans"/>
              </a:rPr>
              <a:t>Please keep this slide for attribution</a:t>
            </a:r>
            <a:endParaRPr sz="1200">
              <a:solidFill>
                <a:schemeClr val="dk1"/>
              </a:solidFill>
              <a:latin typeface="Open Sans"/>
              <a:ea typeface="Open Sans"/>
              <a:cs typeface="Open Sans"/>
              <a:sym typeface="Open Sans"/>
            </a:endParaRPr>
          </a:p>
        </p:txBody>
      </p:sp>
      <p:grpSp>
        <p:nvGrpSpPr>
          <p:cNvPr id="1492" name="Google Shape;1492;p48"/>
          <p:cNvGrpSpPr/>
          <p:nvPr/>
        </p:nvGrpSpPr>
        <p:grpSpPr>
          <a:xfrm>
            <a:off x="5298511" y="3061398"/>
            <a:ext cx="369882" cy="364325"/>
            <a:chOff x="1190200" y="238125"/>
            <a:chExt cx="5306767" cy="5212083"/>
          </a:xfrm>
        </p:grpSpPr>
        <p:grpSp>
          <p:nvGrpSpPr>
            <p:cNvPr id="1493" name="Google Shape;1493;p48"/>
            <p:cNvGrpSpPr/>
            <p:nvPr/>
          </p:nvGrpSpPr>
          <p:grpSpPr>
            <a:xfrm>
              <a:off x="1190200" y="238125"/>
              <a:ext cx="5212075" cy="5212075"/>
              <a:chOff x="1190200" y="238125"/>
              <a:chExt cx="5212075" cy="5212075"/>
            </a:xfrm>
          </p:grpSpPr>
          <p:sp>
            <p:nvSpPr>
              <p:cNvPr id="1494" name="Google Shape;1494;p48"/>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8"/>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 name="Google Shape;1496;p48"/>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5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48"/>
          <p:cNvGrpSpPr/>
          <p:nvPr/>
        </p:nvGrpSpPr>
        <p:grpSpPr>
          <a:xfrm>
            <a:off x="4386849" y="3065432"/>
            <a:ext cx="363314" cy="356576"/>
            <a:chOff x="3763184" y="3817357"/>
            <a:chExt cx="363314" cy="356576"/>
          </a:xfrm>
        </p:grpSpPr>
        <p:sp>
          <p:nvSpPr>
            <p:cNvPr id="1498" name="Google Shape;1498;p48"/>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8"/>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15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8"/>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8"/>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8"/>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48"/>
          <p:cNvGrpSpPr/>
          <p:nvPr/>
        </p:nvGrpSpPr>
        <p:grpSpPr>
          <a:xfrm>
            <a:off x="4842864" y="3065432"/>
            <a:ext cx="362947" cy="356576"/>
            <a:chOff x="4211985" y="3817357"/>
            <a:chExt cx="362947" cy="356576"/>
          </a:xfrm>
        </p:grpSpPr>
        <p:sp>
          <p:nvSpPr>
            <p:cNvPr id="1504" name="Google Shape;1504;p48"/>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8"/>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15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8"/>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 name="Google Shape;1507;p48"/>
          <p:cNvGrpSpPr/>
          <p:nvPr/>
        </p:nvGrpSpPr>
        <p:grpSpPr>
          <a:xfrm>
            <a:off x="3931228" y="3065432"/>
            <a:ext cx="362920" cy="356865"/>
            <a:chOff x="3314750" y="3817357"/>
            <a:chExt cx="362920" cy="356865"/>
          </a:xfrm>
        </p:grpSpPr>
        <p:grpSp>
          <p:nvGrpSpPr>
            <p:cNvPr id="1508" name="Google Shape;1508;p48"/>
            <p:cNvGrpSpPr/>
            <p:nvPr/>
          </p:nvGrpSpPr>
          <p:grpSpPr>
            <a:xfrm>
              <a:off x="3314750" y="3817357"/>
              <a:ext cx="362920" cy="356865"/>
              <a:chOff x="3314750" y="3817357"/>
              <a:chExt cx="362920" cy="356865"/>
            </a:xfrm>
          </p:grpSpPr>
          <p:sp>
            <p:nvSpPr>
              <p:cNvPr id="1509" name="Google Shape;1509;p48"/>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8"/>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0000">
                  <a:alpha val="15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 name="Google Shape;1511;p48"/>
            <p:cNvGrpSpPr/>
            <p:nvPr/>
          </p:nvGrpSpPr>
          <p:grpSpPr>
            <a:xfrm>
              <a:off x="3394986" y="3894612"/>
              <a:ext cx="202339" cy="202323"/>
              <a:chOff x="935197" y="1793977"/>
              <a:chExt cx="256451" cy="256430"/>
            </a:xfrm>
          </p:grpSpPr>
          <p:sp>
            <p:nvSpPr>
              <p:cNvPr id="1512" name="Google Shape;1512;p4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4" name="Google Shape;1514;p48"/>
          <p:cNvGrpSpPr/>
          <p:nvPr/>
        </p:nvGrpSpPr>
        <p:grpSpPr>
          <a:xfrm>
            <a:off x="3475607" y="3065432"/>
            <a:ext cx="362920" cy="356865"/>
            <a:chOff x="2866317" y="3817357"/>
            <a:chExt cx="362920" cy="356865"/>
          </a:xfrm>
        </p:grpSpPr>
        <p:sp>
          <p:nvSpPr>
            <p:cNvPr id="1515" name="Google Shape;1515;p4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8"/>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5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8"/>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48"/>
          <p:cNvGrpSpPr/>
          <p:nvPr/>
        </p:nvGrpSpPr>
        <p:grpSpPr>
          <a:xfrm>
            <a:off x="8425930" y="3262140"/>
            <a:ext cx="27232" cy="532378"/>
            <a:chOff x="3534917" y="4467129"/>
            <a:chExt cx="24765" cy="484156"/>
          </a:xfrm>
        </p:grpSpPr>
        <p:sp>
          <p:nvSpPr>
            <p:cNvPr id="1519" name="Google Shape;1519;p48"/>
            <p:cNvSpPr/>
            <p:nvPr/>
          </p:nvSpPr>
          <p:spPr>
            <a:xfrm>
              <a:off x="3547300" y="4478845"/>
              <a:ext cx="9525" cy="460724"/>
            </a:xfrm>
            <a:custGeom>
              <a:avLst/>
              <a:gdLst/>
              <a:ahLst/>
              <a:cxnLst/>
              <a:rect l="l" t="t" r="r" b="b"/>
              <a:pathLst>
                <a:path w="9525" h="460724" extrusionOk="0">
                  <a:moveTo>
                    <a:pt x="0" y="460724"/>
                  </a:moveTo>
                  <a:lnTo>
                    <a:pt x="0" y="0"/>
                  </a:lnTo>
                </a:path>
              </a:pathLst>
            </a:custGeom>
            <a:noFill/>
            <a:ln w="10950" cap="flat" cmpd="sng">
              <a:solidFill>
                <a:schemeClr val="accent4"/>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0" name="Google Shape;1520;p48"/>
            <p:cNvSpPr/>
            <p:nvPr/>
          </p:nvSpPr>
          <p:spPr>
            <a:xfrm>
              <a:off x="3534917" y="4926520"/>
              <a:ext cx="24765" cy="24765"/>
            </a:xfrm>
            <a:custGeom>
              <a:avLst/>
              <a:gdLst/>
              <a:ahLst/>
              <a:cxnLst/>
              <a:rect l="l" t="t" r="r" b="b"/>
              <a:pathLst>
                <a:path w="24765" h="24765" extrusionOk="0">
                  <a:moveTo>
                    <a:pt x="24765" y="12382"/>
                  </a:moveTo>
                  <a:cubicBezTo>
                    <a:pt x="24765" y="19240"/>
                    <a:pt x="19241" y="24765"/>
                    <a:pt x="12383" y="24765"/>
                  </a:cubicBezTo>
                  <a:cubicBezTo>
                    <a:pt x="5525" y="24765"/>
                    <a:pt x="0" y="19240"/>
                    <a:pt x="0" y="12382"/>
                  </a:cubicBezTo>
                  <a:cubicBezTo>
                    <a:pt x="0" y="5524"/>
                    <a:pt x="5525" y="0"/>
                    <a:pt x="12383" y="0"/>
                  </a:cubicBezTo>
                  <a:cubicBezTo>
                    <a:pt x="19241" y="0"/>
                    <a:pt x="24765" y="5524"/>
                    <a:pt x="24765" y="12382"/>
                  </a:cubicBezTo>
                  <a:close/>
                </a:path>
              </a:pathLst>
            </a:custGeom>
            <a:solidFill>
              <a:srgbClr val="6F7082"/>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1" name="Google Shape;1521;p48"/>
            <p:cNvSpPr/>
            <p:nvPr/>
          </p:nvSpPr>
          <p:spPr>
            <a:xfrm>
              <a:off x="3534917" y="4467129"/>
              <a:ext cx="24765" cy="24765"/>
            </a:xfrm>
            <a:custGeom>
              <a:avLst/>
              <a:gdLst/>
              <a:ahLst/>
              <a:cxnLst/>
              <a:rect l="l" t="t" r="r" b="b"/>
              <a:pathLst>
                <a:path w="24765" h="24765" extrusionOk="0">
                  <a:moveTo>
                    <a:pt x="24765" y="12383"/>
                  </a:moveTo>
                  <a:cubicBezTo>
                    <a:pt x="24765" y="5525"/>
                    <a:pt x="19241" y="0"/>
                    <a:pt x="12383" y="0"/>
                  </a:cubicBezTo>
                  <a:cubicBezTo>
                    <a:pt x="5525" y="0"/>
                    <a:pt x="0" y="5525"/>
                    <a:pt x="0" y="12383"/>
                  </a:cubicBezTo>
                  <a:cubicBezTo>
                    <a:pt x="0" y="19241"/>
                    <a:pt x="5525" y="24765"/>
                    <a:pt x="12383" y="24765"/>
                  </a:cubicBezTo>
                  <a:cubicBezTo>
                    <a:pt x="19241" y="24765"/>
                    <a:pt x="24765" y="19241"/>
                    <a:pt x="24765" y="12383"/>
                  </a:cubicBezTo>
                  <a:close/>
                </a:path>
              </a:pathLst>
            </a:custGeom>
            <a:solidFill>
              <a:srgbClr val="6F7082"/>
            </a:solidFill>
            <a:ln w="9525"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22" name="Google Shape;1522;p48"/>
          <p:cNvGrpSpPr/>
          <p:nvPr/>
        </p:nvGrpSpPr>
        <p:grpSpPr>
          <a:xfrm>
            <a:off x="8191599" y="2664093"/>
            <a:ext cx="479083" cy="595031"/>
            <a:chOff x="5580610" y="1953710"/>
            <a:chExt cx="392498" cy="487491"/>
          </a:xfrm>
        </p:grpSpPr>
        <p:grpSp>
          <p:nvGrpSpPr>
            <p:cNvPr id="1523" name="Google Shape;1523;p48"/>
            <p:cNvGrpSpPr/>
            <p:nvPr/>
          </p:nvGrpSpPr>
          <p:grpSpPr>
            <a:xfrm>
              <a:off x="5580610" y="1953710"/>
              <a:ext cx="392498" cy="487491"/>
              <a:chOff x="7385113" y="1535430"/>
              <a:chExt cx="435673" cy="541115"/>
            </a:xfrm>
          </p:grpSpPr>
          <p:sp>
            <p:nvSpPr>
              <p:cNvPr id="1524" name="Google Shape;1524;p48"/>
              <p:cNvSpPr/>
              <p:nvPr/>
            </p:nvSpPr>
            <p:spPr>
              <a:xfrm>
                <a:off x="7385113" y="1535430"/>
                <a:ext cx="435673" cy="541115"/>
              </a:xfrm>
              <a:custGeom>
                <a:avLst/>
                <a:gdLst/>
                <a:ahLst/>
                <a:cxnLst/>
                <a:rect l="l" t="t" r="r" b="b"/>
                <a:pathLst>
                  <a:path w="435673" h="541115" extrusionOk="0">
                    <a:moveTo>
                      <a:pt x="394621" y="0"/>
                    </a:moveTo>
                    <a:cubicBezTo>
                      <a:pt x="417294" y="0"/>
                      <a:pt x="435674" y="18380"/>
                      <a:pt x="435674" y="41053"/>
                    </a:cubicBezTo>
                    <a:lnTo>
                      <a:pt x="435674" y="500062"/>
                    </a:lnTo>
                    <a:cubicBezTo>
                      <a:pt x="435674" y="522735"/>
                      <a:pt x="417294" y="541115"/>
                      <a:pt x="394621" y="541115"/>
                    </a:cubicBezTo>
                    <a:lnTo>
                      <a:pt x="41053" y="541115"/>
                    </a:lnTo>
                    <a:cubicBezTo>
                      <a:pt x="18380" y="541115"/>
                      <a:pt x="0" y="522735"/>
                      <a:pt x="0" y="500062"/>
                    </a:cubicBezTo>
                    <a:lnTo>
                      <a:pt x="0" y="41053"/>
                    </a:lnTo>
                    <a:cubicBezTo>
                      <a:pt x="0" y="18380"/>
                      <a:pt x="18380" y="0"/>
                      <a:pt x="41053"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525" name="Google Shape;1525;p48"/>
              <p:cNvGrpSpPr/>
              <p:nvPr/>
            </p:nvGrpSpPr>
            <p:grpSpPr>
              <a:xfrm>
                <a:off x="7612094" y="1566576"/>
                <a:ext cx="164781" cy="41529"/>
                <a:chOff x="7612094" y="1566576"/>
                <a:chExt cx="164781" cy="41529"/>
              </a:xfrm>
            </p:grpSpPr>
            <p:sp>
              <p:nvSpPr>
                <p:cNvPr id="1526" name="Google Shape;1526;p48"/>
                <p:cNvSpPr/>
                <p:nvPr/>
              </p:nvSpPr>
              <p:spPr>
                <a:xfrm>
                  <a:off x="7735347" y="1566576"/>
                  <a:ext cx="41528" cy="41529"/>
                </a:xfrm>
                <a:custGeom>
                  <a:avLst/>
                  <a:gdLst/>
                  <a:ahLst/>
                  <a:cxnLst/>
                  <a:rect l="l" t="t" r="r" b="b"/>
                  <a:pathLst>
                    <a:path w="41528"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7" name="Google Shape;1527;p48"/>
                <p:cNvSpPr/>
                <p:nvPr/>
              </p:nvSpPr>
              <p:spPr>
                <a:xfrm>
                  <a:off x="7673721" y="1566576"/>
                  <a:ext cx="41528" cy="41529"/>
                </a:xfrm>
                <a:custGeom>
                  <a:avLst/>
                  <a:gdLst/>
                  <a:ahLst/>
                  <a:cxnLst/>
                  <a:rect l="l" t="t" r="r" b="b"/>
                  <a:pathLst>
                    <a:path w="41528" h="41529" extrusionOk="0">
                      <a:moveTo>
                        <a:pt x="41529" y="20765"/>
                      </a:moveTo>
                      <a:cubicBezTo>
                        <a:pt x="41529" y="32290"/>
                        <a:pt x="32195" y="41529"/>
                        <a:pt x="20764" y="41529"/>
                      </a:cubicBezTo>
                      <a:cubicBezTo>
                        <a:pt x="9334" y="41529"/>
                        <a:pt x="0" y="32194"/>
                        <a:pt x="0" y="20765"/>
                      </a:cubicBezTo>
                      <a:cubicBezTo>
                        <a:pt x="0" y="9334"/>
                        <a:pt x="9334" y="0"/>
                        <a:pt x="20764" y="0"/>
                      </a:cubicBezTo>
                      <a:cubicBezTo>
                        <a:pt x="32195" y="0"/>
                        <a:pt x="41529" y="9334"/>
                        <a:pt x="41529" y="207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28" name="Google Shape;1528;p48"/>
                <p:cNvSpPr/>
                <p:nvPr/>
              </p:nvSpPr>
              <p:spPr>
                <a:xfrm>
                  <a:off x="7612094" y="1566576"/>
                  <a:ext cx="41529" cy="41529"/>
                </a:xfrm>
                <a:custGeom>
                  <a:avLst/>
                  <a:gdLst/>
                  <a:ahLst/>
                  <a:cxnLst/>
                  <a:rect l="l" t="t" r="r" b="b"/>
                  <a:pathLst>
                    <a:path w="41529" h="41529" extrusionOk="0">
                      <a:moveTo>
                        <a:pt x="41529" y="20765"/>
                      </a:moveTo>
                      <a:cubicBezTo>
                        <a:pt x="41529" y="32290"/>
                        <a:pt x="32195" y="41529"/>
                        <a:pt x="20764" y="41529"/>
                      </a:cubicBezTo>
                      <a:cubicBezTo>
                        <a:pt x="9335" y="41529"/>
                        <a:pt x="0" y="32194"/>
                        <a:pt x="0" y="20765"/>
                      </a:cubicBezTo>
                      <a:cubicBezTo>
                        <a:pt x="0" y="9334"/>
                        <a:pt x="9335" y="0"/>
                        <a:pt x="20764" y="0"/>
                      </a:cubicBezTo>
                      <a:cubicBezTo>
                        <a:pt x="32195" y="0"/>
                        <a:pt x="41529" y="9334"/>
                        <a:pt x="41529" y="207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529" name="Google Shape;1529;p48"/>
            <p:cNvGrpSpPr/>
            <p:nvPr/>
          </p:nvGrpSpPr>
          <p:grpSpPr>
            <a:xfrm>
              <a:off x="5612446" y="2047672"/>
              <a:ext cx="323505" cy="338352"/>
              <a:chOff x="7420451" y="1639728"/>
              <a:chExt cx="359091" cy="375571"/>
            </a:xfrm>
          </p:grpSpPr>
          <p:sp>
            <p:nvSpPr>
              <p:cNvPr id="1530" name="Google Shape;1530;p48"/>
              <p:cNvSpPr/>
              <p:nvPr/>
            </p:nvSpPr>
            <p:spPr>
              <a:xfrm>
                <a:off x="7420451" y="1852041"/>
                <a:ext cx="357473" cy="163258"/>
              </a:xfrm>
              <a:custGeom>
                <a:avLst/>
                <a:gdLst/>
                <a:ahLst/>
                <a:cxnLst/>
                <a:rect l="l" t="t" r="r" b="b"/>
                <a:pathLst>
                  <a:path w="357473" h="163258" extrusionOk="0">
                    <a:moveTo>
                      <a:pt x="40196" y="72962"/>
                    </a:moveTo>
                    <a:lnTo>
                      <a:pt x="0" y="72962"/>
                    </a:lnTo>
                    <a:lnTo>
                      <a:pt x="0" y="90297"/>
                    </a:lnTo>
                    <a:lnTo>
                      <a:pt x="40196" y="90297"/>
                    </a:lnTo>
                    <a:lnTo>
                      <a:pt x="40196" y="72962"/>
                    </a:lnTo>
                    <a:close/>
                    <a:moveTo>
                      <a:pt x="185166" y="126778"/>
                    </a:moveTo>
                    <a:lnTo>
                      <a:pt x="294894" y="126778"/>
                    </a:lnTo>
                    <a:lnTo>
                      <a:pt x="294894" y="109347"/>
                    </a:lnTo>
                    <a:lnTo>
                      <a:pt x="185166" y="109347"/>
                    </a:lnTo>
                    <a:lnTo>
                      <a:pt x="185166" y="126778"/>
                    </a:lnTo>
                    <a:close/>
                    <a:moveTo>
                      <a:pt x="294894" y="0"/>
                    </a:moveTo>
                    <a:lnTo>
                      <a:pt x="38291" y="0"/>
                    </a:lnTo>
                    <a:lnTo>
                      <a:pt x="38291" y="17335"/>
                    </a:lnTo>
                    <a:lnTo>
                      <a:pt x="294894" y="17335"/>
                    </a:lnTo>
                    <a:lnTo>
                      <a:pt x="294894" y="0"/>
                    </a:lnTo>
                    <a:close/>
                    <a:moveTo>
                      <a:pt x="0" y="163259"/>
                    </a:moveTo>
                    <a:lnTo>
                      <a:pt x="99632" y="163259"/>
                    </a:lnTo>
                    <a:lnTo>
                      <a:pt x="99632" y="145828"/>
                    </a:lnTo>
                    <a:lnTo>
                      <a:pt x="0" y="145828"/>
                    </a:lnTo>
                    <a:lnTo>
                      <a:pt x="0" y="163259"/>
                    </a:lnTo>
                    <a:close/>
                    <a:moveTo>
                      <a:pt x="76581" y="36481"/>
                    </a:moveTo>
                    <a:lnTo>
                      <a:pt x="0" y="36481"/>
                    </a:lnTo>
                    <a:lnTo>
                      <a:pt x="0" y="53816"/>
                    </a:lnTo>
                    <a:lnTo>
                      <a:pt x="76581" y="53816"/>
                    </a:lnTo>
                    <a:lnTo>
                      <a:pt x="76581" y="36481"/>
                    </a:lnTo>
                    <a:close/>
                    <a:moveTo>
                      <a:pt x="52483" y="90297"/>
                    </a:moveTo>
                    <a:lnTo>
                      <a:pt x="207836" y="90297"/>
                    </a:lnTo>
                    <a:lnTo>
                      <a:pt x="207836" y="72962"/>
                    </a:lnTo>
                    <a:lnTo>
                      <a:pt x="52483" y="72962"/>
                    </a:lnTo>
                    <a:lnTo>
                      <a:pt x="52483" y="90297"/>
                    </a:lnTo>
                    <a:close/>
                    <a:moveTo>
                      <a:pt x="164402" y="109347"/>
                    </a:moveTo>
                    <a:lnTo>
                      <a:pt x="0" y="109347"/>
                    </a:lnTo>
                    <a:lnTo>
                      <a:pt x="0" y="126778"/>
                    </a:lnTo>
                    <a:lnTo>
                      <a:pt x="164402" y="126778"/>
                    </a:lnTo>
                    <a:lnTo>
                      <a:pt x="164402" y="109347"/>
                    </a:lnTo>
                    <a:close/>
                    <a:moveTo>
                      <a:pt x="220218" y="90297"/>
                    </a:moveTo>
                    <a:lnTo>
                      <a:pt x="357378" y="90297"/>
                    </a:lnTo>
                    <a:lnTo>
                      <a:pt x="357378" y="72962"/>
                    </a:lnTo>
                    <a:lnTo>
                      <a:pt x="220218" y="72962"/>
                    </a:lnTo>
                    <a:lnTo>
                      <a:pt x="220218" y="90297"/>
                    </a:lnTo>
                    <a:close/>
                    <a:moveTo>
                      <a:pt x="97441" y="53816"/>
                    </a:moveTo>
                    <a:lnTo>
                      <a:pt x="357474" y="53816"/>
                    </a:lnTo>
                    <a:lnTo>
                      <a:pt x="357474" y="36481"/>
                    </a:lnTo>
                    <a:lnTo>
                      <a:pt x="97441" y="36481"/>
                    </a:lnTo>
                    <a:lnTo>
                      <a:pt x="97441" y="53816"/>
                    </a:lnTo>
                    <a:close/>
                    <a:moveTo>
                      <a:pt x="305371" y="0"/>
                    </a:moveTo>
                    <a:lnTo>
                      <a:pt x="305371" y="17335"/>
                    </a:lnTo>
                    <a:lnTo>
                      <a:pt x="357378" y="17335"/>
                    </a:lnTo>
                    <a:lnTo>
                      <a:pt x="357378" y="0"/>
                    </a:lnTo>
                    <a:lnTo>
                      <a:pt x="305371" y="0"/>
                    </a:lnTo>
                    <a:close/>
                    <a:moveTo>
                      <a:pt x="315659" y="126778"/>
                    </a:moveTo>
                    <a:lnTo>
                      <a:pt x="357378" y="126778"/>
                    </a:lnTo>
                    <a:lnTo>
                      <a:pt x="357378" y="109347"/>
                    </a:lnTo>
                    <a:lnTo>
                      <a:pt x="315659" y="109347"/>
                    </a:lnTo>
                    <a:lnTo>
                      <a:pt x="315659" y="126778"/>
                    </a:lnTo>
                    <a:close/>
                    <a:moveTo>
                      <a:pt x="120396" y="163259"/>
                    </a:moveTo>
                    <a:lnTo>
                      <a:pt x="222981" y="163259"/>
                    </a:lnTo>
                    <a:lnTo>
                      <a:pt x="222981" y="145828"/>
                    </a:lnTo>
                    <a:lnTo>
                      <a:pt x="120396" y="145828"/>
                    </a:lnTo>
                    <a:lnTo>
                      <a:pt x="120396" y="163259"/>
                    </a:lnTo>
                    <a:close/>
                    <a:moveTo>
                      <a:pt x="235363" y="163259"/>
                    </a:moveTo>
                    <a:lnTo>
                      <a:pt x="313563" y="163259"/>
                    </a:lnTo>
                    <a:lnTo>
                      <a:pt x="313563" y="145828"/>
                    </a:lnTo>
                    <a:lnTo>
                      <a:pt x="235363" y="145828"/>
                    </a:lnTo>
                    <a:lnTo>
                      <a:pt x="235363" y="163259"/>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1" name="Google Shape;1531;p48"/>
              <p:cNvSpPr/>
              <p:nvPr/>
            </p:nvSpPr>
            <p:spPr>
              <a:xfrm>
                <a:off x="7425594" y="1639728"/>
                <a:ext cx="353948" cy="180117"/>
              </a:xfrm>
              <a:custGeom>
                <a:avLst/>
                <a:gdLst/>
                <a:ahLst/>
                <a:cxnLst/>
                <a:rect l="l" t="t" r="r" b="b"/>
                <a:pathLst>
                  <a:path w="353948" h="180117" extrusionOk="0">
                    <a:moveTo>
                      <a:pt x="0" y="0"/>
                    </a:moveTo>
                    <a:lnTo>
                      <a:pt x="353949" y="0"/>
                    </a:lnTo>
                    <a:lnTo>
                      <a:pt x="353949" y="180118"/>
                    </a:lnTo>
                    <a:lnTo>
                      <a:pt x="0" y="180118"/>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532" name="Google Shape;1532;p48"/>
          <p:cNvGrpSpPr/>
          <p:nvPr/>
        </p:nvGrpSpPr>
        <p:grpSpPr>
          <a:xfrm>
            <a:off x="136103" y="321913"/>
            <a:ext cx="1153901" cy="1166750"/>
            <a:chOff x="6568493" y="8"/>
            <a:chExt cx="1820608" cy="1840590"/>
          </a:xfrm>
        </p:grpSpPr>
        <p:sp>
          <p:nvSpPr>
            <p:cNvPr id="1533" name="Google Shape;1533;p48"/>
            <p:cNvSpPr/>
            <p:nvPr/>
          </p:nvSpPr>
          <p:spPr>
            <a:xfrm>
              <a:off x="6737915" y="169351"/>
              <a:ext cx="1651185" cy="1671247"/>
            </a:xfrm>
            <a:custGeom>
              <a:avLst/>
              <a:gdLst/>
              <a:ahLst/>
              <a:cxnLst/>
              <a:rect l="l" t="t" r="r" b="b"/>
              <a:pathLst>
                <a:path w="1959864" h="1983676" extrusionOk="0">
                  <a:moveTo>
                    <a:pt x="1868520" y="0"/>
                  </a:moveTo>
                  <a:lnTo>
                    <a:pt x="91345" y="0"/>
                  </a:lnTo>
                  <a:cubicBezTo>
                    <a:pt x="40958" y="0"/>
                    <a:pt x="0" y="40958"/>
                    <a:pt x="0" y="91345"/>
                  </a:cubicBezTo>
                  <a:lnTo>
                    <a:pt x="0" y="1892427"/>
                  </a:lnTo>
                  <a:cubicBezTo>
                    <a:pt x="0" y="1942814"/>
                    <a:pt x="40958" y="1983677"/>
                    <a:pt x="91345" y="1983677"/>
                  </a:cubicBezTo>
                  <a:lnTo>
                    <a:pt x="1868520" y="1983677"/>
                  </a:lnTo>
                  <a:cubicBezTo>
                    <a:pt x="1918906" y="1983677"/>
                    <a:pt x="1959864" y="1942814"/>
                    <a:pt x="1959864" y="1892427"/>
                  </a:cubicBezTo>
                  <a:lnTo>
                    <a:pt x="1959864" y="91345"/>
                  </a:lnTo>
                  <a:cubicBezTo>
                    <a:pt x="1959864" y="40958"/>
                    <a:pt x="1918906" y="0"/>
                    <a:pt x="1868520"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4" name="Google Shape;1534;p48"/>
            <p:cNvSpPr/>
            <p:nvPr/>
          </p:nvSpPr>
          <p:spPr>
            <a:xfrm>
              <a:off x="6653203" y="8"/>
              <a:ext cx="1651185" cy="1671247"/>
            </a:xfrm>
            <a:custGeom>
              <a:avLst/>
              <a:gdLst/>
              <a:ahLst/>
              <a:cxnLst/>
              <a:rect l="l" t="t" r="r" b="b"/>
              <a:pathLst>
                <a:path w="1959864" h="1983676" extrusionOk="0">
                  <a:moveTo>
                    <a:pt x="1868519" y="0"/>
                  </a:moveTo>
                  <a:lnTo>
                    <a:pt x="91345" y="0"/>
                  </a:lnTo>
                  <a:cubicBezTo>
                    <a:pt x="40958" y="0"/>
                    <a:pt x="0" y="40958"/>
                    <a:pt x="0" y="91345"/>
                  </a:cubicBezTo>
                  <a:lnTo>
                    <a:pt x="0" y="1892427"/>
                  </a:lnTo>
                  <a:cubicBezTo>
                    <a:pt x="0" y="1942814"/>
                    <a:pt x="40958" y="1983677"/>
                    <a:pt x="91345" y="1983677"/>
                  </a:cubicBezTo>
                  <a:lnTo>
                    <a:pt x="1868519" y="1983677"/>
                  </a:lnTo>
                  <a:cubicBezTo>
                    <a:pt x="1918907" y="1983677"/>
                    <a:pt x="1959865" y="1942814"/>
                    <a:pt x="1959865" y="1892427"/>
                  </a:cubicBezTo>
                  <a:lnTo>
                    <a:pt x="1959865" y="91345"/>
                  </a:lnTo>
                  <a:cubicBezTo>
                    <a:pt x="1959865" y="40958"/>
                    <a:pt x="1918907" y="0"/>
                    <a:pt x="1868519"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535" name="Google Shape;1535;p48"/>
            <p:cNvGrpSpPr/>
            <p:nvPr/>
          </p:nvGrpSpPr>
          <p:grpSpPr>
            <a:xfrm>
              <a:off x="6568493" y="84720"/>
              <a:ext cx="1649109" cy="1669065"/>
              <a:chOff x="8921020" y="472154"/>
              <a:chExt cx="1959958" cy="1983676"/>
            </a:xfrm>
          </p:grpSpPr>
          <p:sp>
            <p:nvSpPr>
              <p:cNvPr id="1536" name="Google Shape;1536;p48"/>
              <p:cNvSpPr/>
              <p:nvPr/>
            </p:nvSpPr>
            <p:spPr>
              <a:xfrm>
                <a:off x="8921114" y="472154"/>
                <a:ext cx="1959864" cy="1983676"/>
              </a:xfrm>
              <a:custGeom>
                <a:avLst/>
                <a:gdLst/>
                <a:ahLst/>
                <a:cxnLst/>
                <a:rect l="l" t="t" r="r" b="b"/>
                <a:pathLst>
                  <a:path w="1959864" h="1983676" extrusionOk="0">
                    <a:moveTo>
                      <a:pt x="1959864" y="91345"/>
                    </a:moveTo>
                    <a:lnTo>
                      <a:pt x="1959864" y="1892427"/>
                    </a:lnTo>
                    <a:cubicBezTo>
                      <a:pt x="1959864" y="1942814"/>
                      <a:pt x="1918907" y="1983677"/>
                      <a:pt x="1868520" y="1983677"/>
                    </a:cubicBezTo>
                    <a:lnTo>
                      <a:pt x="91345" y="1983677"/>
                    </a:lnTo>
                    <a:cubicBezTo>
                      <a:pt x="40958" y="1983677"/>
                      <a:pt x="0" y="1942814"/>
                      <a:pt x="0" y="1892427"/>
                    </a:cubicBezTo>
                    <a:lnTo>
                      <a:pt x="0" y="91345"/>
                    </a:lnTo>
                    <a:cubicBezTo>
                      <a:pt x="0" y="40958"/>
                      <a:pt x="40958" y="0"/>
                      <a:pt x="91345" y="0"/>
                    </a:cubicBezTo>
                    <a:lnTo>
                      <a:pt x="1868520" y="0"/>
                    </a:lnTo>
                    <a:cubicBezTo>
                      <a:pt x="1918907" y="0"/>
                      <a:pt x="1959864" y="40958"/>
                      <a:pt x="1959864" y="9134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37" name="Google Shape;1537;p48"/>
              <p:cNvSpPr/>
              <p:nvPr/>
            </p:nvSpPr>
            <p:spPr>
              <a:xfrm>
                <a:off x="8921020" y="472154"/>
                <a:ext cx="1959958" cy="172307"/>
              </a:xfrm>
              <a:custGeom>
                <a:avLst/>
                <a:gdLst/>
                <a:ahLst/>
                <a:cxnLst/>
                <a:rect l="l" t="t" r="r" b="b"/>
                <a:pathLst>
                  <a:path w="1959958" h="172307" extrusionOk="0">
                    <a:moveTo>
                      <a:pt x="1959959" y="91345"/>
                    </a:moveTo>
                    <a:lnTo>
                      <a:pt x="1959959" y="172307"/>
                    </a:lnTo>
                    <a:lnTo>
                      <a:pt x="0" y="172307"/>
                    </a:lnTo>
                    <a:lnTo>
                      <a:pt x="0" y="91345"/>
                    </a:lnTo>
                    <a:cubicBezTo>
                      <a:pt x="0" y="40958"/>
                      <a:pt x="40957" y="0"/>
                      <a:pt x="91344" y="0"/>
                    </a:cubicBezTo>
                    <a:lnTo>
                      <a:pt x="1868519" y="0"/>
                    </a:lnTo>
                    <a:cubicBezTo>
                      <a:pt x="1918906" y="0"/>
                      <a:pt x="1959864" y="40958"/>
                      <a:pt x="1959864" y="91345"/>
                    </a:cubicBezTo>
                    <a:close/>
                  </a:path>
                </a:pathLst>
              </a:custGeom>
              <a:solidFill>
                <a:srgbClr val="000000">
                  <a:alpha val="1006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538" name="Google Shape;1538;p48"/>
              <p:cNvGrpSpPr/>
              <p:nvPr/>
            </p:nvGrpSpPr>
            <p:grpSpPr>
              <a:xfrm>
                <a:off x="9011888" y="537781"/>
                <a:ext cx="255174" cy="64389"/>
                <a:chOff x="9011888" y="537781"/>
                <a:chExt cx="255174" cy="64389"/>
              </a:xfrm>
            </p:grpSpPr>
            <p:sp>
              <p:nvSpPr>
                <p:cNvPr id="1539" name="Google Shape;1539;p48"/>
                <p:cNvSpPr/>
                <p:nvPr/>
              </p:nvSpPr>
              <p:spPr>
                <a:xfrm>
                  <a:off x="9202673"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0" name="Google Shape;1540;p48"/>
                <p:cNvSpPr/>
                <p:nvPr/>
              </p:nvSpPr>
              <p:spPr>
                <a:xfrm>
                  <a:off x="9107233"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1" name="Google Shape;1541;p48"/>
                <p:cNvSpPr/>
                <p:nvPr/>
              </p:nvSpPr>
              <p:spPr>
                <a:xfrm>
                  <a:off x="9011888" y="537781"/>
                  <a:ext cx="64389" cy="64389"/>
                </a:xfrm>
                <a:custGeom>
                  <a:avLst/>
                  <a:gdLst/>
                  <a:ahLst/>
                  <a:cxnLst/>
                  <a:rect l="l" t="t" r="r" b="b"/>
                  <a:pathLst>
                    <a:path w="64389" h="64389" extrusionOk="0">
                      <a:moveTo>
                        <a:pt x="64389" y="32195"/>
                      </a:moveTo>
                      <a:cubicBezTo>
                        <a:pt x="64389" y="50006"/>
                        <a:pt x="50006" y="64389"/>
                        <a:pt x="32195" y="64389"/>
                      </a:cubicBezTo>
                      <a:cubicBezTo>
                        <a:pt x="14383" y="64389"/>
                        <a:pt x="0" y="50006"/>
                        <a:pt x="0" y="32195"/>
                      </a:cubicBezTo>
                      <a:cubicBezTo>
                        <a:pt x="0" y="14383"/>
                        <a:pt x="14383" y="0"/>
                        <a:pt x="32195" y="0"/>
                      </a:cubicBezTo>
                      <a:cubicBezTo>
                        <a:pt x="50006" y="0"/>
                        <a:pt x="64389" y="14383"/>
                        <a:pt x="64389" y="321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542" name="Google Shape;1542;p48"/>
            <p:cNvGrpSpPr/>
            <p:nvPr/>
          </p:nvGrpSpPr>
          <p:grpSpPr>
            <a:xfrm>
              <a:off x="6795939" y="406335"/>
              <a:ext cx="1194216" cy="1228757"/>
              <a:chOff x="9191339" y="854392"/>
              <a:chExt cx="1419320" cy="1460372"/>
            </a:xfrm>
          </p:grpSpPr>
          <p:grpSp>
            <p:nvGrpSpPr>
              <p:cNvPr id="1543" name="Google Shape;1543;p48"/>
              <p:cNvGrpSpPr/>
              <p:nvPr/>
            </p:nvGrpSpPr>
            <p:grpSpPr>
              <a:xfrm>
                <a:off x="9191339" y="1884045"/>
                <a:ext cx="604932" cy="420243"/>
                <a:chOff x="9191339" y="1884045"/>
                <a:chExt cx="604932" cy="420243"/>
              </a:xfrm>
            </p:grpSpPr>
            <p:sp>
              <p:nvSpPr>
                <p:cNvPr id="1544" name="Google Shape;1544;p48"/>
                <p:cNvSpPr/>
                <p:nvPr/>
              </p:nvSpPr>
              <p:spPr>
                <a:xfrm>
                  <a:off x="9191339" y="1884045"/>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5" name="Google Shape;1545;p48"/>
                <p:cNvSpPr/>
                <p:nvPr/>
              </p:nvSpPr>
              <p:spPr>
                <a:xfrm>
                  <a:off x="9449466" y="1884045"/>
                  <a:ext cx="182498" cy="52959"/>
                </a:xfrm>
                <a:custGeom>
                  <a:avLst/>
                  <a:gdLst/>
                  <a:ahLst/>
                  <a:cxnLst/>
                  <a:rect l="l" t="t" r="r" b="b"/>
                  <a:pathLst>
                    <a:path w="182498" h="52959" extrusionOk="0">
                      <a:moveTo>
                        <a:pt x="0" y="0"/>
                      </a:moveTo>
                      <a:lnTo>
                        <a:pt x="182499" y="0"/>
                      </a:lnTo>
                      <a:lnTo>
                        <a:pt x="18249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6" name="Google Shape;1546;p48"/>
                <p:cNvSpPr/>
                <p:nvPr/>
              </p:nvSpPr>
              <p:spPr>
                <a:xfrm>
                  <a:off x="9651396" y="1884045"/>
                  <a:ext cx="144875" cy="52959"/>
                </a:xfrm>
                <a:custGeom>
                  <a:avLst/>
                  <a:gdLst/>
                  <a:ahLst/>
                  <a:cxnLst/>
                  <a:rect l="l" t="t" r="r" b="b"/>
                  <a:pathLst>
                    <a:path w="144875" h="52959" extrusionOk="0">
                      <a:moveTo>
                        <a:pt x="0" y="0"/>
                      </a:moveTo>
                      <a:lnTo>
                        <a:pt x="144876" y="0"/>
                      </a:lnTo>
                      <a:lnTo>
                        <a:pt x="14487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7" name="Google Shape;1547;p48"/>
                <p:cNvSpPr/>
                <p:nvPr/>
              </p:nvSpPr>
              <p:spPr>
                <a:xfrm>
                  <a:off x="9308306" y="2006536"/>
                  <a:ext cx="487965" cy="52959"/>
                </a:xfrm>
                <a:custGeom>
                  <a:avLst/>
                  <a:gdLst/>
                  <a:ahLst/>
                  <a:cxnLst/>
                  <a:rect l="l" t="t" r="r" b="b"/>
                  <a:pathLst>
                    <a:path w="487965" h="52959" extrusionOk="0">
                      <a:moveTo>
                        <a:pt x="0" y="0"/>
                      </a:moveTo>
                      <a:lnTo>
                        <a:pt x="487966" y="0"/>
                      </a:lnTo>
                      <a:lnTo>
                        <a:pt x="48796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8" name="Google Shape;1548;p48"/>
                <p:cNvSpPr/>
                <p:nvPr/>
              </p:nvSpPr>
              <p:spPr>
                <a:xfrm>
                  <a:off x="9191339" y="2006536"/>
                  <a:ext cx="89630" cy="52959"/>
                </a:xfrm>
                <a:custGeom>
                  <a:avLst/>
                  <a:gdLst/>
                  <a:ahLst/>
                  <a:cxnLst/>
                  <a:rect l="l" t="t" r="r" b="b"/>
                  <a:pathLst>
                    <a:path w="89630" h="52959" extrusionOk="0">
                      <a:moveTo>
                        <a:pt x="0" y="0"/>
                      </a:moveTo>
                      <a:lnTo>
                        <a:pt x="89630" y="0"/>
                      </a:lnTo>
                      <a:lnTo>
                        <a:pt x="8963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49" name="Google Shape;1549;p48"/>
                <p:cNvSpPr/>
                <p:nvPr/>
              </p:nvSpPr>
              <p:spPr>
                <a:xfrm>
                  <a:off x="9460325" y="2128932"/>
                  <a:ext cx="230790" cy="52959"/>
                </a:xfrm>
                <a:custGeom>
                  <a:avLst/>
                  <a:gdLst/>
                  <a:ahLst/>
                  <a:cxnLst/>
                  <a:rect l="l" t="t" r="r" b="b"/>
                  <a:pathLst>
                    <a:path w="230790" h="52959" extrusionOk="0">
                      <a:moveTo>
                        <a:pt x="0" y="0"/>
                      </a:moveTo>
                      <a:lnTo>
                        <a:pt x="230791" y="0"/>
                      </a:lnTo>
                      <a:lnTo>
                        <a:pt x="230791"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0" name="Google Shape;1550;p48"/>
                <p:cNvSpPr/>
                <p:nvPr/>
              </p:nvSpPr>
              <p:spPr>
                <a:xfrm>
                  <a:off x="9713023" y="2128932"/>
                  <a:ext cx="83248" cy="52959"/>
                </a:xfrm>
                <a:custGeom>
                  <a:avLst/>
                  <a:gdLst/>
                  <a:ahLst/>
                  <a:cxnLst/>
                  <a:rect l="l" t="t" r="r" b="b"/>
                  <a:pathLst>
                    <a:path w="83248" h="52959" extrusionOk="0">
                      <a:moveTo>
                        <a:pt x="0" y="0"/>
                      </a:moveTo>
                      <a:lnTo>
                        <a:pt x="83248" y="0"/>
                      </a:lnTo>
                      <a:lnTo>
                        <a:pt x="8324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1" name="Google Shape;1551;p48"/>
                <p:cNvSpPr/>
                <p:nvPr/>
              </p:nvSpPr>
              <p:spPr>
                <a:xfrm>
                  <a:off x="9191339" y="2128932"/>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2" name="Google Shape;1552;p48"/>
                <p:cNvSpPr/>
                <p:nvPr/>
              </p:nvSpPr>
              <p:spPr>
                <a:xfrm>
                  <a:off x="9365170" y="2251329"/>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3" name="Google Shape;1553;p48"/>
                <p:cNvSpPr/>
                <p:nvPr/>
              </p:nvSpPr>
              <p:spPr>
                <a:xfrm>
                  <a:off x="9191339" y="2251329"/>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54" name="Google Shape;1554;p48"/>
              <p:cNvGrpSpPr/>
              <p:nvPr/>
            </p:nvGrpSpPr>
            <p:grpSpPr>
              <a:xfrm>
                <a:off x="10004774" y="854392"/>
                <a:ext cx="604932" cy="420243"/>
                <a:chOff x="10004774" y="854392"/>
                <a:chExt cx="604932" cy="420243"/>
              </a:xfrm>
            </p:grpSpPr>
            <p:sp>
              <p:nvSpPr>
                <p:cNvPr id="1555" name="Google Shape;1555;p48"/>
                <p:cNvSpPr/>
                <p:nvPr/>
              </p:nvSpPr>
              <p:spPr>
                <a:xfrm>
                  <a:off x="10004774" y="854392"/>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6" name="Google Shape;1556;p48"/>
                <p:cNvSpPr/>
                <p:nvPr/>
              </p:nvSpPr>
              <p:spPr>
                <a:xfrm>
                  <a:off x="10262901" y="854392"/>
                  <a:ext cx="182498" cy="52959"/>
                </a:xfrm>
                <a:custGeom>
                  <a:avLst/>
                  <a:gdLst/>
                  <a:ahLst/>
                  <a:cxnLst/>
                  <a:rect l="l" t="t" r="r" b="b"/>
                  <a:pathLst>
                    <a:path w="182498" h="52959" extrusionOk="0">
                      <a:moveTo>
                        <a:pt x="0" y="0"/>
                      </a:moveTo>
                      <a:lnTo>
                        <a:pt x="182498" y="0"/>
                      </a:lnTo>
                      <a:lnTo>
                        <a:pt x="18249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7" name="Google Shape;1557;p48"/>
                <p:cNvSpPr/>
                <p:nvPr/>
              </p:nvSpPr>
              <p:spPr>
                <a:xfrm>
                  <a:off x="10464831" y="854392"/>
                  <a:ext cx="144875" cy="52959"/>
                </a:xfrm>
                <a:custGeom>
                  <a:avLst/>
                  <a:gdLst/>
                  <a:ahLst/>
                  <a:cxnLst/>
                  <a:rect l="l" t="t" r="r" b="b"/>
                  <a:pathLst>
                    <a:path w="144875" h="52959" extrusionOk="0">
                      <a:moveTo>
                        <a:pt x="0" y="0"/>
                      </a:moveTo>
                      <a:lnTo>
                        <a:pt x="144875" y="0"/>
                      </a:lnTo>
                      <a:lnTo>
                        <a:pt x="144875"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8" name="Google Shape;1558;p48"/>
                <p:cNvSpPr/>
                <p:nvPr/>
              </p:nvSpPr>
              <p:spPr>
                <a:xfrm>
                  <a:off x="10121741" y="976788"/>
                  <a:ext cx="487965" cy="52959"/>
                </a:xfrm>
                <a:custGeom>
                  <a:avLst/>
                  <a:gdLst/>
                  <a:ahLst/>
                  <a:cxnLst/>
                  <a:rect l="l" t="t" r="r" b="b"/>
                  <a:pathLst>
                    <a:path w="487965" h="52959" extrusionOk="0">
                      <a:moveTo>
                        <a:pt x="0" y="0"/>
                      </a:moveTo>
                      <a:lnTo>
                        <a:pt x="487966" y="0"/>
                      </a:lnTo>
                      <a:lnTo>
                        <a:pt x="48796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9" name="Google Shape;1559;p48"/>
                <p:cNvSpPr/>
                <p:nvPr/>
              </p:nvSpPr>
              <p:spPr>
                <a:xfrm>
                  <a:off x="10004774" y="976788"/>
                  <a:ext cx="89630" cy="52959"/>
                </a:xfrm>
                <a:custGeom>
                  <a:avLst/>
                  <a:gdLst/>
                  <a:ahLst/>
                  <a:cxnLst/>
                  <a:rect l="l" t="t" r="r" b="b"/>
                  <a:pathLst>
                    <a:path w="89630" h="52959" extrusionOk="0">
                      <a:moveTo>
                        <a:pt x="0" y="0"/>
                      </a:moveTo>
                      <a:lnTo>
                        <a:pt x="89630" y="0"/>
                      </a:lnTo>
                      <a:lnTo>
                        <a:pt x="8963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0" name="Google Shape;1560;p48"/>
                <p:cNvSpPr/>
                <p:nvPr/>
              </p:nvSpPr>
              <p:spPr>
                <a:xfrm>
                  <a:off x="10273760" y="1099280"/>
                  <a:ext cx="230790" cy="52959"/>
                </a:xfrm>
                <a:custGeom>
                  <a:avLst/>
                  <a:gdLst/>
                  <a:ahLst/>
                  <a:cxnLst/>
                  <a:rect l="l" t="t" r="r" b="b"/>
                  <a:pathLst>
                    <a:path w="230790" h="52959" extrusionOk="0">
                      <a:moveTo>
                        <a:pt x="0" y="0"/>
                      </a:moveTo>
                      <a:lnTo>
                        <a:pt x="230790" y="0"/>
                      </a:lnTo>
                      <a:lnTo>
                        <a:pt x="23079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1" name="Google Shape;1561;p48"/>
                <p:cNvSpPr/>
                <p:nvPr/>
              </p:nvSpPr>
              <p:spPr>
                <a:xfrm>
                  <a:off x="10526458" y="1099280"/>
                  <a:ext cx="83248" cy="52959"/>
                </a:xfrm>
                <a:custGeom>
                  <a:avLst/>
                  <a:gdLst/>
                  <a:ahLst/>
                  <a:cxnLst/>
                  <a:rect l="l" t="t" r="r" b="b"/>
                  <a:pathLst>
                    <a:path w="83248" h="52959" extrusionOk="0">
                      <a:moveTo>
                        <a:pt x="0" y="0"/>
                      </a:moveTo>
                      <a:lnTo>
                        <a:pt x="83249" y="0"/>
                      </a:lnTo>
                      <a:lnTo>
                        <a:pt x="8324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2" name="Google Shape;1562;p48"/>
                <p:cNvSpPr/>
                <p:nvPr/>
              </p:nvSpPr>
              <p:spPr>
                <a:xfrm>
                  <a:off x="10004774" y="1099280"/>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3" name="Google Shape;1563;p48"/>
                <p:cNvSpPr/>
                <p:nvPr/>
              </p:nvSpPr>
              <p:spPr>
                <a:xfrm>
                  <a:off x="10178700" y="1221676"/>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4" name="Google Shape;1564;p48"/>
                <p:cNvSpPr/>
                <p:nvPr/>
              </p:nvSpPr>
              <p:spPr>
                <a:xfrm>
                  <a:off x="10004774" y="1221676"/>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65" name="Google Shape;1565;p48"/>
              <p:cNvGrpSpPr/>
              <p:nvPr/>
            </p:nvGrpSpPr>
            <p:grpSpPr>
              <a:xfrm>
                <a:off x="10004774" y="1374362"/>
                <a:ext cx="604932" cy="303466"/>
                <a:chOff x="10004774" y="1374362"/>
                <a:chExt cx="604932" cy="303466"/>
              </a:xfrm>
            </p:grpSpPr>
            <p:sp>
              <p:nvSpPr>
                <p:cNvPr id="1566" name="Google Shape;1566;p48"/>
                <p:cNvSpPr/>
                <p:nvPr/>
              </p:nvSpPr>
              <p:spPr>
                <a:xfrm>
                  <a:off x="10004774" y="1374362"/>
                  <a:ext cx="237077" cy="52959"/>
                </a:xfrm>
                <a:custGeom>
                  <a:avLst/>
                  <a:gdLst/>
                  <a:ahLst/>
                  <a:cxnLst/>
                  <a:rect l="l" t="t" r="r" b="b"/>
                  <a:pathLst>
                    <a:path w="237077" h="52959" extrusionOk="0">
                      <a:moveTo>
                        <a:pt x="0" y="0"/>
                      </a:moveTo>
                      <a:lnTo>
                        <a:pt x="237077" y="0"/>
                      </a:lnTo>
                      <a:lnTo>
                        <a:pt x="2370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7" name="Google Shape;1567;p48"/>
                <p:cNvSpPr/>
                <p:nvPr/>
              </p:nvSpPr>
              <p:spPr>
                <a:xfrm>
                  <a:off x="10262901" y="1374362"/>
                  <a:ext cx="182498" cy="52959"/>
                </a:xfrm>
                <a:custGeom>
                  <a:avLst/>
                  <a:gdLst/>
                  <a:ahLst/>
                  <a:cxnLst/>
                  <a:rect l="l" t="t" r="r" b="b"/>
                  <a:pathLst>
                    <a:path w="182498" h="52959" extrusionOk="0">
                      <a:moveTo>
                        <a:pt x="0" y="0"/>
                      </a:moveTo>
                      <a:lnTo>
                        <a:pt x="182498" y="0"/>
                      </a:lnTo>
                      <a:lnTo>
                        <a:pt x="182498"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8" name="Google Shape;1568;p48"/>
                <p:cNvSpPr/>
                <p:nvPr/>
              </p:nvSpPr>
              <p:spPr>
                <a:xfrm>
                  <a:off x="10464831" y="1374362"/>
                  <a:ext cx="144875" cy="52959"/>
                </a:xfrm>
                <a:custGeom>
                  <a:avLst/>
                  <a:gdLst/>
                  <a:ahLst/>
                  <a:cxnLst/>
                  <a:rect l="l" t="t" r="r" b="b"/>
                  <a:pathLst>
                    <a:path w="144875" h="52959" extrusionOk="0">
                      <a:moveTo>
                        <a:pt x="0" y="0"/>
                      </a:moveTo>
                      <a:lnTo>
                        <a:pt x="144875" y="0"/>
                      </a:lnTo>
                      <a:lnTo>
                        <a:pt x="144875"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69" name="Google Shape;1569;p48"/>
                <p:cNvSpPr/>
                <p:nvPr/>
              </p:nvSpPr>
              <p:spPr>
                <a:xfrm>
                  <a:off x="10273760" y="1502378"/>
                  <a:ext cx="230790" cy="52959"/>
                </a:xfrm>
                <a:custGeom>
                  <a:avLst/>
                  <a:gdLst/>
                  <a:ahLst/>
                  <a:cxnLst/>
                  <a:rect l="l" t="t" r="r" b="b"/>
                  <a:pathLst>
                    <a:path w="230790" h="52959" extrusionOk="0">
                      <a:moveTo>
                        <a:pt x="0" y="0"/>
                      </a:moveTo>
                      <a:lnTo>
                        <a:pt x="230790" y="0"/>
                      </a:lnTo>
                      <a:lnTo>
                        <a:pt x="230790"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0" name="Google Shape;1570;p48"/>
                <p:cNvSpPr/>
                <p:nvPr/>
              </p:nvSpPr>
              <p:spPr>
                <a:xfrm>
                  <a:off x="10526458" y="1502378"/>
                  <a:ext cx="83248" cy="52959"/>
                </a:xfrm>
                <a:custGeom>
                  <a:avLst/>
                  <a:gdLst/>
                  <a:ahLst/>
                  <a:cxnLst/>
                  <a:rect l="l" t="t" r="r" b="b"/>
                  <a:pathLst>
                    <a:path w="83248" h="52959" extrusionOk="0">
                      <a:moveTo>
                        <a:pt x="0" y="0"/>
                      </a:moveTo>
                      <a:lnTo>
                        <a:pt x="83249" y="0"/>
                      </a:lnTo>
                      <a:lnTo>
                        <a:pt x="83249"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1" name="Google Shape;1571;p48"/>
                <p:cNvSpPr/>
                <p:nvPr/>
              </p:nvSpPr>
              <p:spPr>
                <a:xfrm>
                  <a:off x="10004774" y="1502378"/>
                  <a:ext cx="247935" cy="52959"/>
                </a:xfrm>
                <a:custGeom>
                  <a:avLst/>
                  <a:gdLst/>
                  <a:ahLst/>
                  <a:cxnLst/>
                  <a:rect l="l" t="t" r="r" b="b"/>
                  <a:pathLst>
                    <a:path w="247935" h="52959" extrusionOk="0">
                      <a:moveTo>
                        <a:pt x="0" y="0"/>
                      </a:moveTo>
                      <a:lnTo>
                        <a:pt x="247936" y="0"/>
                      </a:lnTo>
                      <a:lnTo>
                        <a:pt x="247936"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2" name="Google Shape;1572;p48"/>
                <p:cNvSpPr/>
                <p:nvPr/>
              </p:nvSpPr>
              <p:spPr>
                <a:xfrm>
                  <a:off x="10178700" y="1624869"/>
                  <a:ext cx="200977" cy="52959"/>
                </a:xfrm>
                <a:custGeom>
                  <a:avLst/>
                  <a:gdLst/>
                  <a:ahLst/>
                  <a:cxnLst/>
                  <a:rect l="l" t="t" r="r" b="b"/>
                  <a:pathLst>
                    <a:path w="200977" h="52959" extrusionOk="0">
                      <a:moveTo>
                        <a:pt x="0" y="0"/>
                      </a:moveTo>
                      <a:lnTo>
                        <a:pt x="200977" y="0"/>
                      </a:lnTo>
                      <a:lnTo>
                        <a:pt x="20097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3" name="Google Shape;1573;p48"/>
                <p:cNvSpPr/>
                <p:nvPr/>
              </p:nvSpPr>
              <p:spPr>
                <a:xfrm>
                  <a:off x="10004774" y="1624869"/>
                  <a:ext cx="151256" cy="52959"/>
                </a:xfrm>
                <a:custGeom>
                  <a:avLst/>
                  <a:gdLst/>
                  <a:ahLst/>
                  <a:cxnLst/>
                  <a:rect l="l" t="t" r="r" b="b"/>
                  <a:pathLst>
                    <a:path w="151256" h="52959" extrusionOk="0">
                      <a:moveTo>
                        <a:pt x="0" y="0"/>
                      </a:moveTo>
                      <a:lnTo>
                        <a:pt x="151257" y="0"/>
                      </a:lnTo>
                      <a:lnTo>
                        <a:pt x="151257" y="52959"/>
                      </a:lnTo>
                      <a:lnTo>
                        <a:pt x="0" y="52959"/>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574" name="Google Shape;1574;p48"/>
              <p:cNvSpPr/>
              <p:nvPr/>
            </p:nvSpPr>
            <p:spPr>
              <a:xfrm>
                <a:off x="10004774" y="1875948"/>
                <a:ext cx="605885" cy="438816"/>
              </a:xfrm>
              <a:custGeom>
                <a:avLst/>
                <a:gdLst/>
                <a:ahLst/>
                <a:cxnLst/>
                <a:rect l="l" t="t" r="r" b="b"/>
                <a:pathLst>
                  <a:path w="605885" h="438816" extrusionOk="0">
                    <a:moveTo>
                      <a:pt x="572167" y="0"/>
                    </a:moveTo>
                    <a:cubicBezTo>
                      <a:pt x="590789" y="0"/>
                      <a:pt x="605885" y="15096"/>
                      <a:pt x="605885" y="33718"/>
                    </a:cubicBezTo>
                    <a:lnTo>
                      <a:pt x="605885" y="405098"/>
                    </a:lnTo>
                    <a:cubicBezTo>
                      <a:pt x="605885" y="423720"/>
                      <a:pt x="590789" y="438817"/>
                      <a:pt x="572167" y="438817"/>
                    </a:cubicBezTo>
                    <a:lnTo>
                      <a:pt x="33718" y="438817"/>
                    </a:lnTo>
                    <a:cubicBezTo>
                      <a:pt x="15096" y="438817"/>
                      <a:pt x="0" y="423720"/>
                      <a:pt x="0" y="405098"/>
                    </a:cubicBezTo>
                    <a:lnTo>
                      <a:pt x="0" y="33718"/>
                    </a:lnTo>
                    <a:cubicBezTo>
                      <a:pt x="0" y="15096"/>
                      <a:pt x="15096" y="0"/>
                      <a:pt x="3371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5" name="Google Shape;1575;p48"/>
              <p:cNvSpPr/>
              <p:nvPr/>
            </p:nvSpPr>
            <p:spPr>
              <a:xfrm>
                <a:off x="9191339" y="860202"/>
                <a:ext cx="605885" cy="815149"/>
              </a:xfrm>
              <a:custGeom>
                <a:avLst/>
                <a:gdLst/>
                <a:ahLst/>
                <a:cxnLst/>
                <a:rect l="l" t="t" r="r" b="b"/>
                <a:pathLst>
                  <a:path w="605885" h="815149" extrusionOk="0">
                    <a:moveTo>
                      <a:pt x="554260" y="0"/>
                    </a:moveTo>
                    <a:cubicBezTo>
                      <a:pt x="582772" y="0"/>
                      <a:pt x="605885" y="23114"/>
                      <a:pt x="605885" y="51625"/>
                    </a:cubicBezTo>
                    <a:lnTo>
                      <a:pt x="605885" y="763524"/>
                    </a:lnTo>
                    <a:cubicBezTo>
                      <a:pt x="605885" y="792036"/>
                      <a:pt x="582771" y="815150"/>
                      <a:pt x="554260" y="815150"/>
                    </a:cubicBezTo>
                    <a:lnTo>
                      <a:pt x="51625" y="815150"/>
                    </a:lnTo>
                    <a:cubicBezTo>
                      <a:pt x="23113" y="815150"/>
                      <a:pt x="0" y="792036"/>
                      <a:pt x="0" y="763524"/>
                    </a:cubicBezTo>
                    <a:lnTo>
                      <a:pt x="0" y="51625"/>
                    </a:lnTo>
                    <a:cubicBezTo>
                      <a:pt x="0" y="23114"/>
                      <a:pt x="23113" y="0"/>
                      <a:pt x="51625" y="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76" name="Google Shape;1576;p48"/>
            <p:cNvGrpSpPr/>
            <p:nvPr/>
          </p:nvGrpSpPr>
          <p:grpSpPr>
            <a:xfrm>
              <a:off x="6717319" y="354723"/>
              <a:ext cx="656533" cy="799751"/>
              <a:chOff x="9097899" y="793051"/>
              <a:chExt cx="780287" cy="950500"/>
            </a:xfrm>
          </p:grpSpPr>
          <p:grpSp>
            <p:nvGrpSpPr>
              <p:cNvPr id="1577" name="Google Shape;1577;p48"/>
              <p:cNvGrpSpPr/>
              <p:nvPr/>
            </p:nvGrpSpPr>
            <p:grpSpPr>
              <a:xfrm>
                <a:off x="9118758" y="814006"/>
                <a:ext cx="747999" cy="918020"/>
                <a:chOff x="9118758" y="814006"/>
                <a:chExt cx="747999" cy="918020"/>
              </a:xfrm>
            </p:grpSpPr>
            <p:sp>
              <p:nvSpPr>
                <p:cNvPr id="1578" name="Google Shape;1578;p48"/>
                <p:cNvSpPr/>
                <p:nvPr/>
              </p:nvSpPr>
              <p:spPr>
                <a:xfrm>
                  <a:off x="9131522" y="1722501"/>
                  <a:ext cx="700277" cy="9525"/>
                </a:xfrm>
                <a:custGeom>
                  <a:avLst/>
                  <a:gdLst/>
                  <a:ahLst/>
                  <a:cxnLst/>
                  <a:rect l="l" t="t" r="r" b="b"/>
                  <a:pathLst>
                    <a:path w="700277" h="9525" extrusionOk="0">
                      <a:moveTo>
                        <a:pt x="700278" y="0"/>
                      </a:moveTo>
                      <a:lnTo>
                        <a:pt x="0"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79" name="Google Shape;1579;p48"/>
                <p:cNvSpPr/>
                <p:nvPr/>
              </p:nvSpPr>
              <p:spPr>
                <a:xfrm>
                  <a:off x="9118758" y="826579"/>
                  <a:ext cx="9525" cy="870680"/>
                </a:xfrm>
                <a:custGeom>
                  <a:avLst/>
                  <a:gdLst/>
                  <a:ahLst/>
                  <a:cxnLst/>
                  <a:rect l="l" t="t" r="r" b="b"/>
                  <a:pathLst>
                    <a:path w="9525" h="870680" extrusionOk="0">
                      <a:moveTo>
                        <a:pt x="0" y="870680"/>
                      </a:moveTo>
                      <a:lnTo>
                        <a:pt x="0"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80" name="Google Shape;1580;p48"/>
                <p:cNvSpPr/>
                <p:nvPr/>
              </p:nvSpPr>
              <p:spPr>
                <a:xfrm>
                  <a:off x="9144285" y="814006"/>
                  <a:ext cx="700277" cy="9525"/>
                </a:xfrm>
                <a:custGeom>
                  <a:avLst/>
                  <a:gdLst/>
                  <a:ahLst/>
                  <a:cxnLst/>
                  <a:rect l="l" t="t" r="r" b="b"/>
                  <a:pathLst>
                    <a:path w="700277" h="9525" extrusionOk="0">
                      <a:moveTo>
                        <a:pt x="0" y="0"/>
                      </a:moveTo>
                      <a:lnTo>
                        <a:pt x="700278" y="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81" name="Google Shape;1581;p48"/>
                <p:cNvSpPr/>
                <p:nvPr/>
              </p:nvSpPr>
              <p:spPr>
                <a:xfrm>
                  <a:off x="9857232" y="839247"/>
                  <a:ext cx="9525" cy="870680"/>
                </a:xfrm>
                <a:custGeom>
                  <a:avLst/>
                  <a:gdLst/>
                  <a:ahLst/>
                  <a:cxnLst/>
                  <a:rect l="l" t="t" r="r" b="b"/>
                  <a:pathLst>
                    <a:path w="9525" h="870680" extrusionOk="0">
                      <a:moveTo>
                        <a:pt x="0" y="0"/>
                      </a:moveTo>
                      <a:lnTo>
                        <a:pt x="0" y="870680"/>
                      </a:lnTo>
                    </a:path>
                  </a:pathLst>
                </a:custGeom>
                <a:solidFill>
                  <a:schemeClr val="dk1"/>
                </a:solidFill>
                <a:ln w="12750" cap="rnd" cmpd="sng">
                  <a:solidFill>
                    <a:schemeClr val="dk1"/>
                  </a:solidFill>
                  <a:prstDash val="dashDot"/>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82" name="Google Shape;1582;p48"/>
              <p:cNvGrpSpPr/>
              <p:nvPr/>
            </p:nvGrpSpPr>
            <p:grpSpPr>
              <a:xfrm>
                <a:off x="9097899" y="793051"/>
                <a:ext cx="780287" cy="950500"/>
                <a:chOff x="9097899" y="793051"/>
                <a:chExt cx="780287" cy="950500"/>
              </a:xfrm>
            </p:grpSpPr>
            <p:grpSp>
              <p:nvGrpSpPr>
                <p:cNvPr id="1583" name="Google Shape;1583;p48"/>
                <p:cNvGrpSpPr/>
                <p:nvPr/>
              </p:nvGrpSpPr>
              <p:grpSpPr>
                <a:xfrm>
                  <a:off x="9097899" y="793051"/>
                  <a:ext cx="780287" cy="41909"/>
                  <a:chOff x="9097899" y="793051"/>
                  <a:chExt cx="780287" cy="41909"/>
                </a:xfrm>
              </p:grpSpPr>
              <p:sp>
                <p:nvSpPr>
                  <p:cNvPr id="1584" name="Google Shape;1584;p48"/>
                  <p:cNvSpPr/>
                  <p:nvPr/>
                </p:nvSpPr>
                <p:spPr>
                  <a:xfrm>
                    <a:off x="9097899"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85" name="Google Shape;1585;p48"/>
                  <p:cNvSpPr/>
                  <p:nvPr/>
                </p:nvSpPr>
                <p:spPr>
                  <a:xfrm>
                    <a:off x="9467088"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86" name="Google Shape;1586;p48"/>
                  <p:cNvSpPr/>
                  <p:nvPr/>
                </p:nvSpPr>
                <p:spPr>
                  <a:xfrm>
                    <a:off x="9836277" y="793051"/>
                    <a:ext cx="41909" cy="41909"/>
                  </a:xfrm>
                  <a:custGeom>
                    <a:avLst/>
                    <a:gdLst/>
                    <a:ahLst/>
                    <a:cxnLst/>
                    <a:rect l="l" t="t" r="r" b="b"/>
                    <a:pathLst>
                      <a:path w="41909" h="41909"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87" name="Google Shape;1587;p48"/>
                <p:cNvGrpSpPr/>
                <p:nvPr/>
              </p:nvGrpSpPr>
              <p:grpSpPr>
                <a:xfrm>
                  <a:off x="9097899" y="1247298"/>
                  <a:ext cx="780287" cy="41910"/>
                  <a:chOff x="9097899" y="1247298"/>
                  <a:chExt cx="780287" cy="41910"/>
                </a:xfrm>
              </p:grpSpPr>
              <p:sp>
                <p:nvSpPr>
                  <p:cNvPr id="1588" name="Google Shape;1588;p48"/>
                  <p:cNvSpPr/>
                  <p:nvPr/>
                </p:nvSpPr>
                <p:spPr>
                  <a:xfrm>
                    <a:off x="9097899" y="1247298"/>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89" name="Google Shape;1589;p48"/>
                  <p:cNvSpPr/>
                  <p:nvPr/>
                </p:nvSpPr>
                <p:spPr>
                  <a:xfrm>
                    <a:off x="9836277" y="1247298"/>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590" name="Google Shape;1590;p48"/>
                <p:cNvGrpSpPr/>
                <p:nvPr/>
              </p:nvGrpSpPr>
              <p:grpSpPr>
                <a:xfrm>
                  <a:off x="9097899" y="1701641"/>
                  <a:ext cx="780287" cy="41910"/>
                  <a:chOff x="9097899" y="1701641"/>
                  <a:chExt cx="780287" cy="41910"/>
                </a:xfrm>
              </p:grpSpPr>
              <p:sp>
                <p:nvSpPr>
                  <p:cNvPr id="1591" name="Google Shape;1591;p48"/>
                  <p:cNvSpPr/>
                  <p:nvPr/>
                </p:nvSpPr>
                <p:spPr>
                  <a:xfrm>
                    <a:off x="9097899"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92" name="Google Shape;1592;p48"/>
                  <p:cNvSpPr/>
                  <p:nvPr/>
                </p:nvSpPr>
                <p:spPr>
                  <a:xfrm>
                    <a:off x="9467088"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93" name="Google Shape;1593;p48"/>
                  <p:cNvSpPr/>
                  <p:nvPr/>
                </p:nvSpPr>
                <p:spPr>
                  <a:xfrm>
                    <a:off x="9836277" y="1701641"/>
                    <a:ext cx="41909" cy="41910"/>
                  </a:xfrm>
                  <a:custGeom>
                    <a:avLst/>
                    <a:gdLst/>
                    <a:ahLst/>
                    <a:cxnLst/>
                    <a:rect l="l" t="t" r="r" b="b"/>
                    <a:pathLst>
                      <a:path w="41909" h="41910" extrusionOk="0">
                        <a:moveTo>
                          <a:pt x="0" y="0"/>
                        </a:moveTo>
                        <a:lnTo>
                          <a:pt x="41910" y="0"/>
                        </a:lnTo>
                        <a:lnTo>
                          <a:pt x="41910" y="41910"/>
                        </a:lnTo>
                        <a:lnTo>
                          <a:pt x="0" y="41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1594" name="Google Shape;1594;p48"/>
            <p:cNvGrpSpPr/>
            <p:nvPr/>
          </p:nvGrpSpPr>
          <p:grpSpPr>
            <a:xfrm>
              <a:off x="7074117" y="956519"/>
              <a:ext cx="215826" cy="125825"/>
              <a:chOff x="9521952" y="1508283"/>
              <a:chExt cx="256508" cy="149542"/>
            </a:xfrm>
          </p:grpSpPr>
          <p:sp>
            <p:nvSpPr>
              <p:cNvPr id="1595" name="Google Shape;1595;p48"/>
              <p:cNvSpPr/>
              <p:nvPr/>
            </p:nvSpPr>
            <p:spPr>
              <a:xfrm>
                <a:off x="9521952" y="1508283"/>
                <a:ext cx="256508" cy="149542"/>
              </a:xfrm>
              <a:custGeom>
                <a:avLst/>
                <a:gdLst/>
                <a:ahLst/>
                <a:cxnLst/>
                <a:rect l="l" t="t" r="r" b="b"/>
                <a:pathLst>
                  <a:path w="256508" h="149542" extrusionOk="0">
                    <a:moveTo>
                      <a:pt x="218694" y="0"/>
                    </a:moveTo>
                    <a:cubicBezTo>
                      <a:pt x="239578" y="0"/>
                      <a:pt x="256508" y="16930"/>
                      <a:pt x="256508" y="37814"/>
                    </a:cubicBezTo>
                    <a:lnTo>
                      <a:pt x="256508" y="111728"/>
                    </a:lnTo>
                    <a:cubicBezTo>
                      <a:pt x="256508" y="132612"/>
                      <a:pt x="239578" y="149543"/>
                      <a:pt x="218694" y="149543"/>
                    </a:cubicBezTo>
                    <a:lnTo>
                      <a:pt x="37814" y="149543"/>
                    </a:lnTo>
                    <a:cubicBezTo>
                      <a:pt x="16930" y="149543"/>
                      <a:pt x="1" y="132612"/>
                      <a:pt x="1" y="111728"/>
                    </a:cubicBezTo>
                    <a:lnTo>
                      <a:pt x="1" y="37814"/>
                    </a:lnTo>
                    <a:cubicBezTo>
                      <a:pt x="1" y="16930"/>
                      <a:pt x="16930" y="0"/>
                      <a:pt x="37814"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596" name="Google Shape;1596;p48"/>
              <p:cNvGrpSpPr/>
              <p:nvPr/>
            </p:nvGrpSpPr>
            <p:grpSpPr>
              <a:xfrm>
                <a:off x="9556578" y="1534618"/>
                <a:ext cx="183763" cy="98921"/>
                <a:chOff x="9556578" y="1534618"/>
                <a:chExt cx="183763" cy="98921"/>
              </a:xfrm>
            </p:grpSpPr>
            <p:grpSp>
              <p:nvGrpSpPr>
                <p:cNvPr id="1597" name="Google Shape;1597;p48"/>
                <p:cNvGrpSpPr/>
                <p:nvPr/>
              </p:nvGrpSpPr>
              <p:grpSpPr>
                <a:xfrm>
                  <a:off x="9645396" y="1536115"/>
                  <a:ext cx="94945" cy="94946"/>
                  <a:chOff x="9645396" y="1536115"/>
                  <a:chExt cx="94945" cy="94946"/>
                </a:xfrm>
              </p:grpSpPr>
              <p:sp>
                <p:nvSpPr>
                  <p:cNvPr id="1598" name="Google Shape;1598;p48"/>
                  <p:cNvSpPr/>
                  <p:nvPr/>
                </p:nvSpPr>
                <p:spPr>
                  <a:xfrm>
                    <a:off x="9645396" y="1588389"/>
                    <a:ext cx="42671" cy="42672"/>
                  </a:xfrm>
                  <a:custGeom>
                    <a:avLst/>
                    <a:gdLst/>
                    <a:ahLst/>
                    <a:cxnLst/>
                    <a:rect l="l" t="t" r="r" b="b"/>
                    <a:pathLst>
                      <a:path w="42671" h="42672" extrusionOk="0">
                        <a:moveTo>
                          <a:pt x="16764" y="31147"/>
                        </a:moveTo>
                        <a:lnTo>
                          <a:pt x="42672" y="5144"/>
                        </a:lnTo>
                        <a:lnTo>
                          <a:pt x="37529" y="0"/>
                        </a:lnTo>
                        <a:lnTo>
                          <a:pt x="11525" y="25908"/>
                        </a:lnTo>
                        <a:lnTo>
                          <a:pt x="6382" y="28765"/>
                        </a:lnTo>
                        <a:lnTo>
                          <a:pt x="0" y="38576"/>
                        </a:lnTo>
                        <a:lnTo>
                          <a:pt x="4096" y="42672"/>
                        </a:lnTo>
                        <a:lnTo>
                          <a:pt x="13906" y="36290"/>
                        </a:lnTo>
                        <a:lnTo>
                          <a:pt x="16764" y="31147"/>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99" name="Google Shape;1599;p48"/>
                  <p:cNvSpPr/>
                  <p:nvPr/>
                </p:nvSpPr>
                <p:spPr>
                  <a:xfrm>
                    <a:off x="9674923" y="1536115"/>
                    <a:ext cx="65418" cy="65418"/>
                  </a:xfrm>
                  <a:custGeom>
                    <a:avLst/>
                    <a:gdLst/>
                    <a:ahLst/>
                    <a:cxnLst/>
                    <a:rect l="l" t="t" r="r" b="b"/>
                    <a:pathLst>
                      <a:path w="65418" h="65418" extrusionOk="0">
                        <a:moveTo>
                          <a:pt x="36576" y="54845"/>
                        </a:moveTo>
                        <a:lnTo>
                          <a:pt x="63246" y="28175"/>
                        </a:lnTo>
                        <a:cubicBezTo>
                          <a:pt x="64008" y="27413"/>
                          <a:pt x="64484" y="26461"/>
                          <a:pt x="64770" y="25413"/>
                        </a:cubicBezTo>
                        <a:cubicBezTo>
                          <a:pt x="65627" y="21794"/>
                          <a:pt x="66866" y="13602"/>
                          <a:pt x="59341" y="6077"/>
                        </a:cubicBezTo>
                        <a:cubicBezTo>
                          <a:pt x="51816" y="-1447"/>
                          <a:pt x="43625" y="-209"/>
                          <a:pt x="40005" y="648"/>
                        </a:cubicBezTo>
                        <a:cubicBezTo>
                          <a:pt x="38958" y="934"/>
                          <a:pt x="38005" y="1410"/>
                          <a:pt x="37243" y="2172"/>
                        </a:cubicBezTo>
                        <a:lnTo>
                          <a:pt x="10573" y="28842"/>
                        </a:lnTo>
                        <a:cubicBezTo>
                          <a:pt x="14669" y="32938"/>
                          <a:pt x="14669" y="39701"/>
                          <a:pt x="10573" y="43796"/>
                        </a:cubicBezTo>
                        <a:lnTo>
                          <a:pt x="8287" y="46082"/>
                        </a:lnTo>
                        <a:lnTo>
                          <a:pt x="4286" y="42082"/>
                        </a:lnTo>
                        <a:lnTo>
                          <a:pt x="0" y="46368"/>
                        </a:lnTo>
                        <a:lnTo>
                          <a:pt x="19050" y="65418"/>
                        </a:lnTo>
                        <a:lnTo>
                          <a:pt x="23336" y="61132"/>
                        </a:lnTo>
                        <a:lnTo>
                          <a:pt x="19336" y="57131"/>
                        </a:lnTo>
                        <a:lnTo>
                          <a:pt x="21622" y="54845"/>
                        </a:lnTo>
                        <a:cubicBezTo>
                          <a:pt x="25718" y="50750"/>
                          <a:pt x="32481" y="50750"/>
                          <a:pt x="36576" y="5484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00" name="Google Shape;1600;p48"/>
                <p:cNvGrpSpPr/>
                <p:nvPr/>
              </p:nvGrpSpPr>
              <p:grpSpPr>
                <a:xfrm>
                  <a:off x="9556578" y="1534618"/>
                  <a:ext cx="98773" cy="98921"/>
                  <a:chOff x="9556578" y="1534618"/>
                  <a:chExt cx="98773" cy="98921"/>
                </a:xfrm>
              </p:grpSpPr>
              <p:sp>
                <p:nvSpPr>
                  <p:cNvPr id="1601" name="Google Shape;1601;p48"/>
                  <p:cNvSpPr/>
                  <p:nvPr/>
                </p:nvSpPr>
                <p:spPr>
                  <a:xfrm>
                    <a:off x="9556578" y="1534618"/>
                    <a:ext cx="98773" cy="98921"/>
                  </a:xfrm>
                  <a:custGeom>
                    <a:avLst/>
                    <a:gdLst/>
                    <a:ahLst/>
                    <a:cxnLst/>
                    <a:rect l="l" t="t" r="r" b="b"/>
                    <a:pathLst>
                      <a:path w="98773" h="98921" extrusionOk="0">
                        <a:moveTo>
                          <a:pt x="40717" y="72440"/>
                        </a:moveTo>
                        <a:lnTo>
                          <a:pt x="72244" y="40912"/>
                        </a:lnTo>
                        <a:cubicBezTo>
                          <a:pt x="74149" y="39007"/>
                          <a:pt x="76721" y="38054"/>
                          <a:pt x="79388" y="38054"/>
                        </a:cubicBezTo>
                        <a:cubicBezTo>
                          <a:pt x="84341" y="38150"/>
                          <a:pt x="89389" y="36340"/>
                          <a:pt x="93199" y="32530"/>
                        </a:cubicBezTo>
                        <a:cubicBezTo>
                          <a:pt x="98247" y="27482"/>
                          <a:pt x="99866" y="20243"/>
                          <a:pt x="98057" y="13766"/>
                        </a:cubicBezTo>
                        <a:lnTo>
                          <a:pt x="88722" y="23100"/>
                        </a:lnTo>
                        <a:lnTo>
                          <a:pt x="78435" y="20338"/>
                        </a:lnTo>
                        <a:lnTo>
                          <a:pt x="75673" y="10051"/>
                        </a:lnTo>
                        <a:lnTo>
                          <a:pt x="85007" y="716"/>
                        </a:lnTo>
                        <a:cubicBezTo>
                          <a:pt x="78626" y="-1093"/>
                          <a:pt x="71482" y="526"/>
                          <a:pt x="66434" y="5574"/>
                        </a:cubicBezTo>
                        <a:cubicBezTo>
                          <a:pt x="62624" y="9384"/>
                          <a:pt x="60814" y="14432"/>
                          <a:pt x="60909" y="19385"/>
                        </a:cubicBezTo>
                        <a:cubicBezTo>
                          <a:pt x="60909" y="22052"/>
                          <a:pt x="59957" y="24624"/>
                          <a:pt x="58052" y="26529"/>
                        </a:cubicBezTo>
                        <a:lnTo>
                          <a:pt x="26524" y="58057"/>
                        </a:lnTo>
                        <a:cubicBezTo>
                          <a:pt x="24619" y="59962"/>
                          <a:pt x="22047" y="60914"/>
                          <a:pt x="19380" y="60914"/>
                        </a:cubicBezTo>
                        <a:cubicBezTo>
                          <a:pt x="14427" y="60819"/>
                          <a:pt x="9379" y="62629"/>
                          <a:pt x="5569" y="66439"/>
                        </a:cubicBezTo>
                        <a:cubicBezTo>
                          <a:pt x="-2146" y="74154"/>
                          <a:pt x="-1861" y="86918"/>
                          <a:pt x="6522" y="94252"/>
                        </a:cubicBezTo>
                        <a:cubicBezTo>
                          <a:pt x="13761" y="100634"/>
                          <a:pt x="24905" y="100443"/>
                          <a:pt x="32048" y="93871"/>
                        </a:cubicBezTo>
                        <a:cubicBezTo>
                          <a:pt x="36239" y="89966"/>
                          <a:pt x="38240" y="84632"/>
                          <a:pt x="38145" y="79393"/>
                        </a:cubicBezTo>
                        <a:cubicBezTo>
                          <a:pt x="38145" y="76821"/>
                          <a:pt x="39097" y="74249"/>
                          <a:pt x="41002" y="72440"/>
                        </a:cubicBezTo>
                        <a:close/>
                        <a:moveTo>
                          <a:pt x="16618" y="87965"/>
                        </a:moveTo>
                        <a:lnTo>
                          <a:pt x="10713" y="82060"/>
                        </a:lnTo>
                        <a:lnTo>
                          <a:pt x="12903" y="73964"/>
                        </a:lnTo>
                        <a:lnTo>
                          <a:pt x="21000" y="71773"/>
                        </a:lnTo>
                        <a:lnTo>
                          <a:pt x="26905" y="77678"/>
                        </a:lnTo>
                        <a:lnTo>
                          <a:pt x="24714" y="85775"/>
                        </a:lnTo>
                        <a:lnTo>
                          <a:pt x="16618" y="8796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02" name="Google Shape;1602;p48"/>
                  <p:cNvSpPr/>
                  <p:nvPr/>
                </p:nvSpPr>
                <p:spPr>
                  <a:xfrm>
                    <a:off x="9597270" y="1577125"/>
                    <a:ext cx="15573" cy="15573"/>
                  </a:xfrm>
                  <a:custGeom>
                    <a:avLst/>
                    <a:gdLst/>
                    <a:ahLst/>
                    <a:cxnLst/>
                    <a:rect l="l" t="t" r="r" b="b"/>
                    <a:pathLst>
                      <a:path w="15573" h="15573" extrusionOk="0">
                        <a:moveTo>
                          <a:pt x="786" y="14883"/>
                        </a:moveTo>
                        <a:lnTo>
                          <a:pt x="786" y="14883"/>
                        </a:lnTo>
                        <a:cubicBezTo>
                          <a:pt x="-262" y="13835"/>
                          <a:pt x="-262" y="12025"/>
                          <a:pt x="786" y="10882"/>
                        </a:cubicBezTo>
                        <a:lnTo>
                          <a:pt x="10882" y="786"/>
                        </a:lnTo>
                        <a:cubicBezTo>
                          <a:pt x="11930" y="-262"/>
                          <a:pt x="13740" y="-262"/>
                          <a:pt x="14788" y="786"/>
                        </a:cubicBezTo>
                        <a:lnTo>
                          <a:pt x="14788" y="786"/>
                        </a:lnTo>
                        <a:cubicBezTo>
                          <a:pt x="15835" y="1834"/>
                          <a:pt x="15835" y="3643"/>
                          <a:pt x="14788" y="4691"/>
                        </a:cubicBezTo>
                        <a:lnTo>
                          <a:pt x="4691" y="14788"/>
                        </a:lnTo>
                        <a:cubicBezTo>
                          <a:pt x="3643" y="15835"/>
                          <a:pt x="1834" y="15835"/>
                          <a:pt x="690" y="14788"/>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grpSp>
        <p:nvGrpSpPr>
          <p:cNvPr id="1603" name="Google Shape;1603;p48"/>
          <p:cNvGrpSpPr/>
          <p:nvPr/>
        </p:nvGrpSpPr>
        <p:grpSpPr>
          <a:xfrm>
            <a:off x="8107967" y="3797550"/>
            <a:ext cx="645598" cy="1166771"/>
            <a:chOff x="8107967" y="3797550"/>
            <a:chExt cx="645598" cy="1166771"/>
          </a:xfrm>
        </p:grpSpPr>
        <p:grpSp>
          <p:nvGrpSpPr>
            <p:cNvPr id="1604" name="Google Shape;1604;p48"/>
            <p:cNvGrpSpPr/>
            <p:nvPr/>
          </p:nvGrpSpPr>
          <p:grpSpPr>
            <a:xfrm>
              <a:off x="8107967" y="3797550"/>
              <a:ext cx="645598" cy="1166771"/>
              <a:chOff x="1024660" y="3708890"/>
              <a:chExt cx="489423" cy="884520"/>
            </a:xfrm>
          </p:grpSpPr>
          <p:grpSp>
            <p:nvGrpSpPr>
              <p:cNvPr id="1605" name="Google Shape;1605;p48"/>
              <p:cNvGrpSpPr/>
              <p:nvPr/>
            </p:nvGrpSpPr>
            <p:grpSpPr>
              <a:xfrm>
                <a:off x="1024660" y="3708890"/>
                <a:ext cx="489423" cy="884520"/>
                <a:chOff x="2124551" y="4954047"/>
                <a:chExt cx="587120" cy="1061085"/>
              </a:xfrm>
            </p:grpSpPr>
            <p:sp>
              <p:nvSpPr>
                <p:cNvPr id="1606" name="Google Shape;1606;p48"/>
                <p:cNvSpPr/>
                <p:nvPr/>
              </p:nvSpPr>
              <p:spPr>
                <a:xfrm>
                  <a:off x="2124551" y="4954047"/>
                  <a:ext cx="587120" cy="1061085"/>
                </a:xfrm>
                <a:custGeom>
                  <a:avLst/>
                  <a:gdLst/>
                  <a:ahLst/>
                  <a:cxnLst/>
                  <a:rect l="l" t="t" r="r" b="b"/>
                  <a:pathLst>
                    <a:path w="587120" h="1061085" extrusionOk="0">
                      <a:moveTo>
                        <a:pt x="91440" y="0"/>
                      </a:moveTo>
                      <a:lnTo>
                        <a:pt x="495681" y="0"/>
                      </a:lnTo>
                      <a:cubicBezTo>
                        <a:pt x="546163" y="0"/>
                        <a:pt x="587121" y="40958"/>
                        <a:pt x="587121" y="91440"/>
                      </a:cubicBezTo>
                      <a:lnTo>
                        <a:pt x="587121" y="969645"/>
                      </a:lnTo>
                      <a:cubicBezTo>
                        <a:pt x="587121" y="1020128"/>
                        <a:pt x="546163" y="1061085"/>
                        <a:pt x="495681" y="1061085"/>
                      </a:cubicBezTo>
                      <a:lnTo>
                        <a:pt x="91440" y="1061085"/>
                      </a:lnTo>
                      <a:cubicBezTo>
                        <a:pt x="40958" y="1061085"/>
                        <a:pt x="0" y="1020128"/>
                        <a:pt x="0" y="969645"/>
                      </a:cubicBezTo>
                      <a:lnTo>
                        <a:pt x="0" y="91440"/>
                      </a:lnTo>
                      <a:cubicBezTo>
                        <a:pt x="0" y="40958"/>
                        <a:pt x="40958" y="0"/>
                        <a:pt x="91440"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07" name="Google Shape;1607;p48"/>
                <p:cNvSpPr/>
                <p:nvPr/>
              </p:nvSpPr>
              <p:spPr>
                <a:xfrm>
                  <a:off x="2339530" y="4987099"/>
                  <a:ext cx="157162" cy="25527"/>
                </a:xfrm>
                <a:custGeom>
                  <a:avLst/>
                  <a:gdLst/>
                  <a:ahLst/>
                  <a:cxnLst/>
                  <a:rect l="l" t="t" r="r" b="b"/>
                  <a:pathLst>
                    <a:path w="157162" h="25527" extrusionOk="0">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608" name="Google Shape;1608;p48"/>
              <p:cNvSpPr/>
              <p:nvPr/>
            </p:nvSpPr>
            <p:spPr>
              <a:xfrm>
                <a:off x="1059199" y="3818860"/>
                <a:ext cx="419712" cy="647607"/>
              </a:xfrm>
              <a:custGeom>
                <a:avLst/>
                <a:gdLst/>
                <a:ahLst/>
                <a:cxnLst/>
                <a:rect l="l" t="t" r="r" b="b"/>
                <a:pathLst>
                  <a:path w="504158" h="777906" extrusionOk="0">
                    <a:moveTo>
                      <a:pt x="0" y="0"/>
                    </a:moveTo>
                    <a:lnTo>
                      <a:pt x="504158" y="0"/>
                    </a:lnTo>
                    <a:lnTo>
                      <a:pt x="504158" y="777907"/>
                    </a:lnTo>
                    <a:lnTo>
                      <a:pt x="0" y="777907"/>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609" name="Google Shape;1609;p48"/>
              <p:cNvGrpSpPr/>
              <p:nvPr/>
            </p:nvGrpSpPr>
            <p:grpSpPr>
              <a:xfrm>
                <a:off x="1108189" y="4182116"/>
                <a:ext cx="322524" cy="131011"/>
                <a:chOff x="2224754" y="5521737"/>
                <a:chExt cx="386905" cy="157163"/>
              </a:xfrm>
            </p:grpSpPr>
            <p:grpSp>
              <p:nvGrpSpPr>
                <p:cNvPr id="1610" name="Google Shape;1610;p48"/>
                <p:cNvGrpSpPr/>
                <p:nvPr/>
              </p:nvGrpSpPr>
              <p:grpSpPr>
                <a:xfrm>
                  <a:off x="2224754" y="5521737"/>
                  <a:ext cx="386905" cy="157163"/>
                  <a:chOff x="2224754" y="5521737"/>
                  <a:chExt cx="386905" cy="157163"/>
                </a:xfrm>
              </p:grpSpPr>
              <p:grpSp>
                <p:nvGrpSpPr>
                  <p:cNvPr id="1611" name="Google Shape;1611;p48"/>
                  <p:cNvGrpSpPr/>
                  <p:nvPr/>
                </p:nvGrpSpPr>
                <p:grpSpPr>
                  <a:xfrm>
                    <a:off x="2224754" y="5521737"/>
                    <a:ext cx="386905" cy="65532"/>
                    <a:chOff x="2224754" y="5521737"/>
                    <a:chExt cx="386905" cy="65532"/>
                  </a:xfrm>
                </p:grpSpPr>
                <p:sp>
                  <p:nvSpPr>
                    <p:cNvPr id="1612" name="Google Shape;1612;p48"/>
                    <p:cNvSpPr/>
                    <p:nvPr/>
                  </p:nvSpPr>
                  <p:spPr>
                    <a:xfrm>
                      <a:off x="2224754" y="5521737"/>
                      <a:ext cx="386905" cy="65532"/>
                    </a:xfrm>
                    <a:custGeom>
                      <a:avLst/>
                      <a:gdLst/>
                      <a:ahLst/>
                      <a:cxnLst/>
                      <a:rect l="l" t="t" r="r" b="b"/>
                      <a:pathLst>
                        <a:path w="386905" h="65532" extrusionOk="0">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13" name="Google Shape;1613;p48"/>
                    <p:cNvSpPr/>
                    <p:nvPr/>
                  </p:nvSpPr>
                  <p:spPr>
                    <a:xfrm>
                      <a:off x="2237422" y="5534405"/>
                      <a:ext cx="374141" cy="52864"/>
                    </a:xfrm>
                    <a:custGeom>
                      <a:avLst/>
                      <a:gdLst/>
                      <a:ahLst/>
                      <a:cxnLst/>
                      <a:rect l="l" t="t" r="r" b="b"/>
                      <a:pathLst>
                        <a:path w="374141" h="52864" extrusionOk="0">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14" name="Google Shape;1614;p48"/>
                  <p:cNvGrpSpPr/>
                  <p:nvPr/>
                </p:nvGrpSpPr>
                <p:grpSpPr>
                  <a:xfrm>
                    <a:off x="2224754" y="5613368"/>
                    <a:ext cx="386905" cy="65532"/>
                    <a:chOff x="2224754" y="5613368"/>
                    <a:chExt cx="386905" cy="65532"/>
                  </a:xfrm>
                </p:grpSpPr>
                <p:sp>
                  <p:nvSpPr>
                    <p:cNvPr id="1615" name="Google Shape;1615;p48"/>
                    <p:cNvSpPr/>
                    <p:nvPr/>
                  </p:nvSpPr>
                  <p:spPr>
                    <a:xfrm>
                      <a:off x="2224754" y="5613368"/>
                      <a:ext cx="386905" cy="65532"/>
                    </a:xfrm>
                    <a:custGeom>
                      <a:avLst/>
                      <a:gdLst/>
                      <a:ahLst/>
                      <a:cxnLst/>
                      <a:rect l="l" t="t" r="r" b="b"/>
                      <a:pathLst>
                        <a:path w="386905" h="65532" extrusionOk="0">
                          <a:moveTo>
                            <a:pt x="386810" y="15049"/>
                          </a:moveTo>
                          <a:lnTo>
                            <a:pt x="386810" y="50482"/>
                          </a:lnTo>
                          <a:cubicBezTo>
                            <a:pt x="386810" y="58769"/>
                            <a:pt x="380143" y="65532"/>
                            <a:pt x="371856" y="65532"/>
                          </a:cubicBezTo>
                          <a:lnTo>
                            <a:pt x="14954" y="65532"/>
                          </a:lnTo>
                          <a:cubicBezTo>
                            <a:pt x="14288" y="65532"/>
                            <a:pt x="13525" y="65532"/>
                            <a:pt x="12859" y="65341"/>
                          </a:cubicBezTo>
                          <a:cubicBezTo>
                            <a:pt x="5524" y="64294"/>
                            <a:pt x="0" y="58102"/>
                            <a:pt x="0" y="50482"/>
                          </a:cubicBezTo>
                          <a:lnTo>
                            <a:pt x="0" y="15049"/>
                          </a:lnTo>
                          <a:cubicBezTo>
                            <a:pt x="0" y="6762"/>
                            <a:pt x="6667" y="0"/>
                            <a:pt x="15049" y="0"/>
                          </a:cubicBezTo>
                          <a:lnTo>
                            <a:pt x="371951" y="0"/>
                          </a:lnTo>
                          <a:cubicBezTo>
                            <a:pt x="379476" y="0"/>
                            <a:pt x="385667" y="5619"/>
                            <a:pt x="386715" y="12859"/>
                          </a:cubicBezTo>
                          <a:cubicBezTo>
                            <a:pt x="386810" y="13525"/>
                            <a:pt x="386905" y="14288"/>
                            <a:pt x="386905" y="15049"/>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16" name="Google Shape;1616;p48"/>
                    <p:cNvSpPr/>
                    <p:nvPr/>
                  </p:nvSpPr>
                  <p:spPr>
                    <a:xfrm>
                      <a:off x="2237422" y="5626036"/>
                      <a:ext cx="374141" cy="52864"/>
                    </a:xfrm>
                    <a:custGeom>
                      <a:avLst/>
                      <a:gdLst/>
                      <a:ahLst/>
                      <a:cxnLst/>
                      <a:rect l="l" t="t" r="r" b="b"/>
                      <a:pathLst>
                        <a:path w="374141" h="52864" extrusionOk="0">
                          <a:moveTo>
                            <a:pt x="374142" y="2381"/>
                          </a:moveTo>
                          <a:lnTo>
                            <a:pt x="374142" y="37815"/>
                          </a:lnTo>
                          <a:cubicBezTo>
                            <a:pt x="374142" y="46101"/>
                            <a:pt x="367475" y="52864"/>
                            <a:pt x="359188" y="52864"/>
                          </a:cubicBezTo>
                          <a:lnTo>
                            <a:pt x="2286" y="52864"/>
                          </a:lnTo>
                          <a:cubicBezTo>
                            <a:pt x="1619" y="52864"/>
                            <a:pt x="857" y="52864"/>
                            <a:pt x="191" y="52674"/>
                          </a:cubicBezTo>
                          <a:cubicBezTo>
                            <a:pt x="95" y="52007"/>
                            <a:pt x="0" y="51245"/>
                            <a:pt x="0" y="50578"/>
                          </a:cubicBezTo>
                          <a:lnTo>
                            <a:pt x="0" y="15050"/>
                          </a:lnTo>
                          <a:cubicBezTo>
                            <a:pt x="0" y="6763"/>
                            <a:pt x="6668" y="0"/>
                            <a:pt x="14954" y="0"/>
                          </a:cubicBezTo>
                          <a:lnTo>
                            <a:pt x="371856" y="0"/>
                          </a:lnTo>
                          <a:cubicBezTo>
                            <a:pt x="372523" y="0"/>
                            <a:pt x="373285" y="0"/>
                            <a:pt x="373952" y="191"/>
                          </a:cubicBezTo>
                          <a:cubicBezTo>
                            <a:pt x="374047" y="858"/>
                            <a:pt x="374142" y="1620"/>
                            <a:pt x="374142" y="238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617" name="Google Shape;1617;p48"/>
                <p:cNvGrpSpPr/>
                <p:nvPr/>
              </p:nvGrpSpPr>
              <p:grpSpPr>
                <a:xfrm>
                  <a:off x="2336863" y="5554217"/>
                  <a:ext cx="177355" cy="15050"/>
                  <a:chOff x="2336863" y="5554217"/>
                  <a:chExt cx="177355" cy="15050"/>
                </a:xfrm>
              </p:grpSpPr>
              <p:sp>
                <p:nvSpPr>
                  <p:cNvPr id="1618" name="Google Shape;1618;p48"/>
                  <p:cNvSpPr/>
                  <p:nvPr/>
                </p:nvSpPr>
                <p:spPr>
                  <a:xfrm>
                    <a:off x="2336863" y="5554218"/>
                    <a:ext cx="15049" cy="15049"/>
                  </a:xfrm>
                  <a:custGeom>
                    <a:avLst/>
                    <a:gdLst/>
                    <a:ahLst/>
                    <a:cxnLst/>
                    <a:rect l="l" t="t" r="r" b="b"/>
                    <a:pathLst>
                      <a:path w="15049" h="15049" extrusionOk="0">
                        <a:moveTo>
                          <a:pt x="15049" y="7524"/>
                        </a:moveTo>
                        <a:cubicBezTo>
                          <a:pt x="15049" y="11680"/>
                          <a:pt x="11681"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19" name="Google Shape;1619;p48"/>
                  <p:cNvSpPr/>
                  <p:nvPr/>
                </p:nvSpPr>
                <p:spPr>
                  <a:xfrm>
                    <a:off x="2377440" y="5554217"/>
                    <a:ext cx="15049" cy="15049"/>
                  </a:xfrm>
                  <a:custGeom>
                    <a:avLst/>
                    <a:gdLst/>
                    <a:ahLst/>
                    <a:cxnLst/>
                    <a:rect l="l" t="t" r="r" b="b"/>
                    <a:pathLst>
                      <a:path w="15049" h="15049" extrusionOk="0">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0" name="Google Shape;1620;p48"/>
                  <p:cNvSpPr/>
                  <p:nvPr/>
                </p:nvSpPr>
                <p:spPr>
                  <a:xfrm>
                    <a:off x="2418016" y="5554217"/>
                    <a:ext cx="15049" cy="15049"/>
                  </a:xfrm>
                  <a:custGeom>
                    <a:avLst/>
                    <a:gdLst/>
                    <a:ahLst/>
                    <a:cxnLst/>
                    <a:rect l="l" t="t" r="r" b="b"/>
                    <a:pathLst>
                      <a:path w="15049" h="15049" extrusionOk="0">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1" name="Google Shape;1621;p48"/>
                  <p:cNvSpPr/>
                  <p:nvPr/>
                </p:nvSpPr>
                <p:spPr>
                  <a:xfrm>
                    <a:off x="2458593" y="5554218"/>
                    <a:ext cx="15049" cy="15049"/>
                  </a:xfrm>
                  <a:custGeom>
                    <a:avLst/>
                    <a:gdLst/>
                    <a:ahLst/>
                    <a:cxnLst/>
                    <a:rect l="l" t="t" r="r" b="b"/>
                    <a:pathLst>
                      <a:path w="15049" h="15049" extrusionOk="0">
                        <a:moveTo>
                          <a:pt x="15049" y="7524"/>
                        </a:moveTo>
                        <a:cubicBezTo>
                          <a:pt x="15049" y="11680"/>
                          <a:pt x="11680" y="15049"/>
                          <a:pt x="7525" y="15049"/>
                        </a:cubicBezTo>
                        <a:cubicBezTo>
                          <a:pt x="3369" y="15049"/>
                          <a:pt x="0" y="11680"/>
                          <a:pt x="0" y="7524"/>
                        </a:cubicBezTo>
                        <a:cubicBezTo>
                          <a:pt x="0" y="3369"/>
                          <a:pt x="3369" y="0"/>
                          <a:pt x="7525" y="0"/>
                        </a:cubicBezTo>
                        <a:cubicBezTo>
                          <a:pt x="11681" y="0"/>
                          <a:pt x="15049" y="3369"/>
                          <a:pt x="15049" y="7524"/>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2" name="Google Shape;1622;p48"/>
                  <p:cNvSpPr/>
                  <p:nvPr/>
                </p:nvSpPr>
                <p:spPr>
                  <a:xfrm>
                    <a:off x="2499169" y="5554217"/>
                    <a:ext cx="15049" cy="15049"/>
                  </a:xfrm>
                  <a:custGeom>
                    <a:avLst/>
                    <a:gdLst/>
                    <a:ahLst/>
                    <a:cxnLst/>
                    <a:rect l="l" t="t" r="r" b="b"/>
                    <a:pathLst>
                      <a:path w="15049" h="15049" extrusionOk="0">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23" name="Google Shape;1623;p48"/>
                <p:cNvGrpSpPr/>
                <p:nvPr/>
              </p:nvGrpSpPr>
              <p:grpSpPr>
                <a:xfrm>
                  <a:off x="2336863" y="5641848"/>
                  <a:ext cx="177355" cy="15049"/>
                  <a:chOff x="2336863" y="5641848"/>
                  <a:chExt cx="177355" cy="15049"/>
                </a:xfrm>
              </p:grpSpPr>
              <p:sp>
                <p:nvSpPr>
                  <p:cNvPr id="1624" name="Google Shape;1624;p48"/>
                  <p:cNvSpPr/>
                  <p:nvPr/>
                </p:nvSpPr>
                <p:spPr>
                  <a:xfrm>
                    <a:off x="2336863" y="5641848"/>
                    <a:ext cx="15049" cy="15049"/>
                  </a:xfrm>
                  <a:custGeom>
                    <a:avLst/>
                    <a:gdLst/>
                    <a:ahLst/>
                    <a:cxnLst/>
                    <a:rect l="l" t="t" r="r" b="b"/>
                    <a:pathLst>
                      <a:path w="15049" h="15049" extrusionOk="0">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5" name="Google Shape;1625;p48"/>
                  <p:cNvSpPr/>
                  <p:nvPr/>
                </p:nvSpPr>
                <p:spPr>
                  <a:xfrm>
                    <a:off x="2377440" y="5641848"/>
                    <a:ext cx="15049" cy="15049"/>
                  </a:xfrm>
                  <a:custGeom>
                    <a:avLst/>
                    <a:gdLst/>
                    <a:ahLst/>
                    <a:cxnLst/>
                    <a:rect l="l" t="t" r="r" b="b"/>
                    <a:pathLst>
                      <a:path w="15049" h="15049" extrusionOk="0">
                        <a:moveTo>
                          <a:pt x="15049" y="7525"/>
                        </a:moveTo>
                        <a:cubicBezTo>
                          <a:pt x="15049" y="11716"/>
                          <a:pt x="11716" y="15050"/>
                          <a:pt x="7525" y="15050"/>
                        </a:cubicBezTo>
                        <a:cubicBezTo>
                          <a:pt x="3334" y="15050"/>
                          <a:pt x="0" y="11716"/>
                          <a:pt x="0" y="7525"/>
                        </a:cubicBezTo>
                        <a:cubicBezTo>
                          <a:pt x="0" y="3334"/>
                          <a:pt x="3334" y="0"/>
                          <a:pt x="7525" y="0"/>
                        </a:cubicBezTo>
                        <a:cubicBezTo>
                          <a:pt x="11716" y="0"/>
                          <a:pt x="15049" y="3334"/>
                          <a:pt x="15049"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6" name="Google Shape;1626;p48"/>
                  <p:cNvSpPr/>
                  <p:nvPr/>
                </p:nvSpPr>
                <p:spPr>
                  <a:xfrm>
                    <a:off x="2418016" y="5641848"/>
                    <a:ext cx="15049" cy="15049"/>
                  </a:xfrm>
                  <a:custGeom>
                    <a:avLst/>
                    <a:gdLst/>
                    <a:ahLst/>
                    <a:cxnLst/>
                    <a:rect l="l" t="t" r="r" b="b"/>
                    <a:pathLst>
                      <a:path w="15049" h="15049" extrusionOk="0">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7" name="Google Shape;1627;p48"/>
                  <p:cNvSpPr/>
                  <p:nvPr/>
                </p:nvSpPr>
                <p:spPr>
                  <a:xfrm>
                    <a:off x="2458592" y="5641848"/>
                    <a:ext cx="15049" cy="15049"/>
                  </a:xfrm>
                  <a:custGeom>
                    <a:avLst/>
                    <a:gdLst/>
                    <a:ahLst/>
                    <a:cxnLst/>
                    <a:rect l="l" t="t" r="r" b="b"/>
                    <a:pathLst>
                      <a:path w="15049" h="15049" extrusionOk="0">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28" name="Google Shape;1628;p48"/>
                  <p:cNvSpPr/>
                  <p:nvPr/>
                </p:nvSpPr>
                <p:spPr>
                  <a:xfrm>
                    <a:off x="2499169" y="5641848"/>
                    <a:ext cx="15049" cy="15049"/>
                  </a:xfrm>
                  <a:custGeom>
                    <a:avLst/>
                    <a:gdLst/>
                    <a:ahLst/>
                    <a:cxnLst/>
                    <a:rect l="l" t="t" r="r" b="b"/>
                    <a:pathLst>
                      <a:path w="15049" h="15049" extrusionOk="0">
                        <a:moveTo>
                          <a:pt x="15050" y="7525"/>
                        </a:moveTo>
                        <a:cubicBezTo>
                          <a:pt x="15050" y="11716"/>
                          <a:pt x="11716" y="15050"/>
                          <a:pt x="7525" y="15050"/>
                        </a:cubicBezTo>
                        <a:cubicBezTo>
                          <a:pt x="3334" y="15050"/>
                          <a:pt x="0" y="11716"/>
                          <a:pt x="0" y="7525"/>
                        </a:cubicBezTo>
                        <a:cubicBezTo>
                          <a:pt x="0" y="3334"/>
                          <a:pt x="3334" y="0"/>
                          <a:pt x="7525" y="0"/>
                        </a:cubicBezTo>
                        <a:cubicBezTo>
                          <a:pt x="11716" y="0"/>
                          <a:pt x="15050" y="3334"/>
                          <a:pt x="15050" y="7525"/>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629" name="Google Shape;1629;p48"/>
              <p:cNvGrpSpPr/>
              <p:nvPr/>
            </p:nvGrpSpPr>
            <p:grpSpPr>
              <a:xfrm>
                <a:off x="1161625" y="3903897"/>
                <a:ext cx="215413" cy="215333"/>
                <a:chOff x="2288857" y="5187981"/>
                <a:chExt cx="258413" cy="258317"/>
              </a:xfrm>
            </p:grpSpPr>
            <p:sp>
              <p:nvSpPr>
                <p:cNvPr id="1630" name="Google Shape;1630;p48"/>
                <p:cNvSpPr/>
                <p:nvPr/>
              </p:nvSpPr>
              <p:spPr>
                <a:xfrm>
                  <a:off x="2288857" y="5187981"/>
                  <a:ext cx="258413" cy="258317"/>
                </a:xfrm>
                <a:custGeom>
                  <a:avLst/>
                  <a:gdLst/>
                  <a:ahLst/>
                  <a:cxnLst/>
                  <a:rect l="l" t="t" r="r" b="b"/>
                  <a:pathLst>
                    <a:path w="258413" h="258317" extrusionOk="0">
                      <a:moveTo>
                        <a:pt x="258413" y="129159"/>
                      </a:moveTo>
                      <a:cubicBezTo>
                        <a:pt x="258413" y="159544"/>
                        <a:pt x="247936" y="187452"/>
                        <a:pt x="230410" y="209454"/>
                      </a:cubicBezTo>
                      <a:cubicBezTo>
                        <a:pt x="206692" y="239268"/>
                        <a:pt x="170212" y="258318"/>
                        <a:pt x="129159" y="258318"/>
                      </a:cubicBezTo>
                      <a:cubicBezTo>
                        <a:pt x="88106" y="258318"/>
                        <a:pt x="51625" y="239268"/>
                        <a:pt x="28004" y="209454"/>
                      </a:cubicBezTo>
                      <a:cubicBezTo>
                        <a:pt x="27337" y="208597"/>
                        <a:pt x="26670" y="207740"/>
                        <a:pt x="26003" y="206788"/>
                      </a:cubicBezTo>
                      <a:cubicBezTo>
                        <a:pt x="9716" y="185166"/>
                        <a:pt x="0" y="158305"/>
                        <a:pt x="0" y="129159"/>
                      </a:cubicBezTo>
                      <a:cubicBezTo>
                        <a:pt x="0" y="57817"/>
                        <a:pt x="57817" y="0"/>
                        <a:pt x="129159" y="0"/>
                      </a:cubicBezTo>
                      <a:cubicBezTo>
                        <a:pt x="176784" y="0"/>
                        <a:pt x="218313" y="25717"/>
                        <a:pt x="240697" y="64008"/>
                      </a:cubicBezTo>
                      <a:cubicBezTo>
                        <a:pt x="251936" y="83153"/>
                        <a:pt x="258318" y="105442"/>
                        <a:pt x="258318" y="12915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31" name="Google Shape;1631;p48"/>
                <p:cNvSpPr/>
                <p:nvPr/>
              </p:nvSpPr>
              <p:spPr>
                <a:xfrm>
                  <a:off x="2316956" y="5234082"/>
                  <a:ext cx="202501" cy="212216"/>
                </a:xfrm>
                <a:custGeom>
                  <a:avLst/>
                  <a:gdLst/>
                  <a:ahLst/>
                  <a:cxnLst/>
                  <a:rect l="l" t="t" r="r" b="b"/>
                  <a:pathLst>
                    <a:path w="202501" h="212216" extrusionOk="0">
                      <a:moveTo>
                        <a:pt x="202406" y="163353"/>
                      </a:moveTo>
                      <a:cubicBezTo>
                        <a:pt x="178689" y="193167"/>
                        <a:pt x="142208" y="212217"/>
                        <a:pt x="101155" y="212217"/>
                      </a:cubicBezTo>
                      <a:cubicBezTo>
                        <a:pt x="60103" y="212217"/>
                        <a:pt x="23622" y="193167"/>
                        <a:pt x="0" y="163353"/>
                      </a:cubicBezTo>
                      <a:cubicBezTo>
                        <a:pt x="9525" y="122682"/>
                        <a:pt x="42958" y="91249"/>
                        <a:pt x="84677" y="84582"/>
                      </a:cubicBezTo>
                      <a:cubicBezTo>
                        <a:pt x="68675" y="78010"/>
                        <a:pt x="57341" y="62293"/>
                        <a:pt x="57341" y="43910"/>
                      </a:cubicBezTo>
                      <a:cubicBezTo>
                        <a:pt x="57341" y="19717"/>
                        <a:pt x="76962" y="0"/>
                        <a:pt x="101251" y="0"/>
                      </a:cubicBezTo>
                      <a:cubicBezTo>
                        <a:pt x="125539" y="0"/>
                        <a:pt x="145161" y="19717"/>
                        <a:pt x="145161" y="43910"/>
                      </a:cubicBezTo>
                      <a:cubicBezTo>
                        <a:pt x="145161" y="62293"/>
                        <a:pt x="133826" y="78010"/>
                        <a:pt x="117824" y="84582"/>
                      </a:cubicBezTo>
                      <a:cubicBezTo>
                        <a:pt x="159544" y="91249"/>
                        <a:pt x="192976" y="122682"/>
                        <a:pt x="202501" y="16335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632" name="Google Shape;1632;p48"/>
            <p:cNvSpPr/>
            <p:nvPr/>
          </p:nvSpPr>
          <p:spPr>
            <a:xfrm>
              <a:off x="8344358" y="4860794"/>
              <a:ext cx="172878" cy="28080"/>
            </a:xfrm>
            <a:custGeom>
              <a:avLst/>
              <a:gdLst/>
              <a:ahLst/>
              <a:cxnLst/>
              <a:rect l="l" t="t" r="r" b="b"/>
              <a:pathLst>
                <a:path w="157162" h="25527" extrusionOk="0">
                  <a:moveTo>
                    <a:pt x="144399" y="25527"/>
                  </a:moveTo>
                  <a:lnTo>
                    <a:pt x="12764" y="25527"/>
                  </a:lnTo>
                  <a:cubicBezTo>
                    <a:pt x="5715" y="25527"/>
                    <a:pt x="0" y="19812"/>
                    <a:pt x="0" y="12764"/>
                  </a:cubicBezTo>
                  <a:lnTo>
                    <a:pt x="0" y="12764"/>
                  </a:lnTo>
                  <a:cubicBezTo>
                    <a:pt x="0" y="5715"/>
                    <a:pt x="5715" y="0"/>
                    <a:pt x="12764" y="0"/>
                  </a:cubicBezTo>
                  <a:lnTo>
                    <a:pt x="144399" y="0"/>
                  </a:lnTo>
                  <a:cubicBezTo>
                    <a:pt x="151448" y="0"/>
                    <a:pt x="157163" y="5715"/>
                    <a:pt x="157163" y="12764"/>
                  </a:cubicBezTo>
                  <a:lnTo>
                    <a:pt x="157163" y="12764"/>
                  </a:lnTo>
                  <a:cubicBezTo>
                    <a:pt x="157163" y="19812"/>
                    <a:pt x="151448" y="25527"/>
                    <a:pt x="144399" y="25527"/>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636"/>
        <p:cNvGrpSpPr/>
        <p:nvPr/>
      </p:nvGrpSpPr>
      <p:grpSpPr>
        <a:xfrm>
          <a:off x="0" y="0"/>
          <a:ext cx="0" cy="0"/>
          <a:chOff x="0" y="0"/>
          <a:chExt cx="0" cy="0"/>
        </a:xfrm>
      </p:grpSpPr>
      <p:sp>
        <p:nvSpPr>
          <p:cNvPr id="1637" name="Google Shape;1637;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1638" name="Google Shape;1638;p49"/>
          <p:cNvSpPr txBox="1"/>
          <p:nvPr/>
        </p:nvSpPr>
        <p:spPr>
          <a:xfrm>
            <a:off x="713225" y="1123550"/>
            <a:ext cx="7704000" cy="615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a:solidFill>
                  <a:schemeClr val="dk1"/>
                </a:solidFill>
                <a:latin typeface="Lato"/>
                <a:ea typeface="Lato"/>
                <a:cs typeface="Lato"/>
                <a:sym typeface="Lato"/>
              </a:rPr>
              <a:t>Here’s an assortment of alternative resources whose style fits that of this template:</a:t>
            </a:r>
            <a:endParaRPr>
              <a:solidFill>
                <a:schemeClr val="dk1"/>
              </a:solidFill>
              <a:latin typeface="Lato"/>
              <a:ea typeface="Lato"/>
              <a:cs typeface="Lato"/>
              <a:sym typeface="Lato"/>
            </a:endParaRPr>
          </a:p>
          <a:p>
            <a:pPr marL="457200" lvl="0" indent="-317500" algn="l" rtl="0">
              <a:spcBef>
                <a:spcPts val="0"/>
              </a:spcBef>
              <a:spcAft>
                <a:spcPts val="0"/>
              </a:spcAft>
              <a:buClr>
                <a:schemeClr val="dk1"/>
              </a:buClr>
              <a:buSzPts val="1400"/>
              <a:buFont typeface="Lato"/>
              <a:buChar char="●"/>
            </a:pPr>
            <a:r>
              <a:rPr lang="en" u="sng">
                <a:solidFill>
                  <a:schemeClr val="hlink"/>
                </a:solidFill>
                <a:latin typeface="Lato"/>
                <a:ea typeface="Lato"/>
                <a:cs typeface="Lato"/>
                <a:sym typeface="Lato"/>
                <a:hlinkClick r:id="rId3"/>
              </a:rPr>
              <a:t>Creative cms concept illustration in flat design</a:t>
            </a:r>
            <a:endParaRPr>
              <a:solidFill>
                <a:schemeClr val="dk1"/>
              </a:solidFill>
              <a:latin typeface="Lato"/>
              <a:ea typeface="Lato"/>
              <a:cs typeface="Lato"/>
              <a:sym typeface="Lato"/>
            </a:endParaRPr>
          </a:p>
        </p:txBody>
      </p:sp>
      <p:grpSp>
        <p:nvGrpSpPr>
          <p:cNvPr id="1639" name="Google Shape;1639;p49"/>
          <p:cNvGrpSpPr/>
          <p:nvPr/>
        </p:nvGrpSpPr>
        <p:grpSpPr>
          <a:xfrm>
            <a:off x="720006" y="3007580"/>
            <a:ext cx="1097451" cy="1596410"/>
            <a:chOff x="6833656" y="90230"/>
            <a:chExt cx="1097451" cy="1596410"/>
          </a:xfrm>
        </p:grpSpPr>
        <p:sp>
          <p:nvSpPr>
            <p:cNvPr id="1640" name="Google Shape;1640;p49"/>
            <p:cNvSpPr/>
            <p:nvPr/>
          </p:nvSpPr>
          <p:spPr>
            <a:xfrm>
              <a:off x="6833656" y="90230"/>
              <a:ext cx="1097451" cy="1594476"/>
            </a:xfrm>
            <a:custGeom>
              <a:avLst/>
              <a:gdLst/>
              <a:ahLst/>
              <a:cxnLst/>
              <a:rect l="l" t="t" r="r" b="b"/>
              <a:pathLst>
                <a:path w="1318259" h="1915286" extrusionOk="0">
                  <a:moveTo>
                    <a:pt x="1266444" y="0"/>
                  </a:moveTo>
                  <a:cubicBezTo>
                    <a:pt x="1295061" y="0"/>
                    <a:pt x="1318260" y="23199"/>
                    <a:pt x="1318260" y="51816"/>
                  </a:cubicBezTo>
                  <a:lnTo>
                    <a:pt x="1318260" y="1863471"/>
                  </a:lnTo>
                  <a:cubicBezTo>
                    <a:pt x="1318260" y="1892089"/>
                    <a:pt x="1295061" y="1915287"/>
                    <a:pt x="1266444" y="1915287"/>
                  </a:cubicBezTo>
                  <a:lnTo>
                    <a:pt x="51816" y="1915287"/>
                  </a:lnTo>
                  <a:cubicBezTo>
                    <a:pt x="23198" y="1915287"/>
                    <a:pt x="0" y="1892089"/>
                    <a:pt x="0" y="1863471"/>
                  </a:cubicBezTo>
                  <a:lnTo>
                    <a:pt x="0" y="51816"/>
                  </a:lnTo>
                  <a:cubicBezTo>
                    <a:pt x="0" y="23199"/>
                    <a:pt x="23198" y="0"/>
                    <a:pt x="51816"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1" name="Google Shape;1641;p49"/>
            <p:cNvSpPr/>
            <p:nvPr/>
          </p:nvSpPr>
          <p:spPr>
            <a:xfrm>
              <a:off x="6833656" y="90230"/>
              <a:ext cx="1097451" cy="78344"/>
            </a:xfrm>
            <a:custGeom>
              <a:avLst/>
              <a:gdLst/>
              <a:ahLst/>
              <a:cxnLst/>
              <a:rect l="l" t="t" r="r" b="b"/>
              <a:pathLst>
                <a:path w="1318259" h="94107" extrusionOk="0">
                  <a:moveTo>
                    <a:pt x="1318260" y="51816"/>
                  </a:moveTo>
                  <a:lnTo>
                    <a:pt x="1318260" y="94107"/>
                  </a:lnTo>
                  <a:lnTo>
                    <a:pt x="0" y="94107"/>
                  </a:lnTo>
                  <a:lnTo>
                    <a:pt x="0" y="51816"/>
                  </a:lnTo>
                  <a:cubicBezTo>
                    <a:pt x="0" y="23241"/>
                    <a:pt x="23241" y="0"/>
                    <a:pt x="51816" y="0"/>
                  </a:cubicBezTo>
                  <a:lnTo>
                    <a:pt x="1266444" y="0"/>
                  </a:lnTo>
                  <a:cubicBezTo>
                    <a:pt x="1295019" y="0"/>
                    <a:pt x="1318260" y="23241"/>
                    <a:pt x="1318260" y="51816"/>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2" name="Google Shape;1642;p49"/>
            <p:cNvSpPr/>
            <p:nvPr/>
          </p:nvSpPr>
          <p:spPr>
            <a:xfrm>
              <a:off x="6833656" y="1615433"/>
              <a:ext cx="1097451" cy="71207"/>
            </a:xfrm>
            <a:custGeom>
              <a:avLst/>
              <a:gdLst/>
              <a:ahLst/>
              <a:cxnLst/>
              <a:rect l="l" t="t" r="r" b="b"/>
              <a:pathLst>
                <a:path w="1318259" h="85534" extrusionOk="0">
                  <a:moveTo>
                    <a:pt x="1318260" y="0"/>
                  </a:moveTo>
                  <a:lnTo>
                    <a:pt x="1318260" y="33718"/>
                  </a:lnTo>
                  <a:cubicBezTo>
                    <a:pt x="1318260" y="62293"/>
                    <a:pt x="1295019" y="85534"/>
                    <a:pt x="1266444" y="85534"/>
                  </a:cubicBezTo>
                  <a:lnTo>
                    <a:pt x="51816" y="85534"/>
                  </a:lnTo>
                  <a:cubicBezTo>
                    <a:pt x="23241" y="85534"/>
                    <a:pt x="0" y="62293"/>
                    <a:pt x="0" y="33718"/>
                  </a:cubicBezTo>
                  <a:lnTo>
                    <a:pt x="0" y="0"/>
                  </a:lnTo>
                  <a:lnTo>
                    <a:pt x="131826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643" name="Google Shape;1643;p49"/>
            <p:cNvGrpSpPr/>
            <p:nvPr/>
          </p:nvGrpSpPr>
          <p:grpSpPr>
            <a:xfrm>
              <a:off x="7772486" y="119529"/>
              <a:ext cx="117273" cy="26042"/>
              <a:chOff x="7106888" y="4136136"/>
              <a:chExt cx="140683" cy="31241"/>
            </a:xfrm>
          </p:grpSpPr>
          <p:sp>
            <p:nvSpPr>
              <p:cNvPr id="1644" name="Google Shape;1644;p49"/>
              <p:cNvSpPr/>
              <p:nvPr/>
            </p:nvSpPr>
            <p:spPr>
              <a:xfrm>
                <a:off x="7216330" y="4136136"/>
                <a:ext cx="31241" cy="31241"/>
              </a:xfrm>
              <a:custGeom>
                <a:avLst/>
                <a:gdLst/>
                <a:ahLst/>
                <a:cxnLst/>
                <a:rect l="l" t="t" r="r" b="b"/>
                <a:pathLst>
                  <a:path w="31241" h="31241" extrusionOk="0">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34909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5" name="Google Shape;1645;p49"/>
              <p:cNvSpPr/>
              <p:nvPr/>
            </p:nvSpPr>
            <p:spPr>
              <a:xfrm>
                <a:off x="7161561" y="4136136"/>
                <a:ext cx="31241" cy="31241"/>
              </a:xfrm>
              <a:custGeom>
                <a:avLst/>
                <a:gdLst/>
                <a:ahLst/>
                <a:cxnLst/>
                <a:rect l="l" t="t" r="r" b="b"/>
                <a:pathLst>
                  <a:path w="31241" h="31241" extrusionOk="0">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E767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6" name="Google Shape;1646;p49"/>
              <p:cNvSpPr/>
              <p:nvPr/>
            </p:nvSpPr>
            <p:spPr>
              <a:xfrm>
                <a:off x="7106888" y="4136136"/>
                <a:ext cx="31241" cy="31241"/>
              </a:xfrm>
              <a:custGeom>
                <a:avLst/>
                <a:gdLst/>
                <a:ahLst/>
                <a:cxnLst/>
                <a:rect l="l" t="t" r="r" b="b"/>
                <a:pathLst>
                  <a:path w="31241" h="31241" extrusionOk="0">
                    <a:moveTo>
                      <a:pt x="31242" y="15621"/>
                    </a:moveTo>
                    <a:cubicBezTo>
                      <a:pt x="31242" y="24248"/>
                      <a:pt x="24248" y="31242"/>
                      <a:pt x="15621" y="31242"/>
                    </a:cubicBezTo>
                    <a:cubicBezTo>
                      <a:pt x="6993" y="31242"/>
                      <a:pt x="-1" y="24248"/>
                      <a:pt x="-1" y="15621"/>
                    </a:cubicBezTo>
                    <a:cubicBezTo>
                      <a:pt x="-1" y="6994"/>
                      <a:pt x="6993" y="0"/>
                      <a:pt x="15621" y="0"/>
                    </a:cubicBezTo>
                    <a:cubicBezTo>
                      <a:pt x="24248" y="0"/>
                      <a:pt x="31242" y="6994"/>
                      <a:pt x="31242" y="15621"/>
                    </a:cubicBezTo>
                    <a:close/>
                  </a:path>
                </a:pathLst>
              </a:custGeom>
              <a:solidFill>
                <a:srgbClr val="BA003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647" name="Google Shape;1647;p49"/>
            <p:cNvSpPr/>
            <p:nvPr/>
          </p:nvSpPr>
          <p:spPr>
            <a:xfrm>
              <a:off x="6850409" y="184796"/>
              <a:ext cx="1063988" cy="425975"/>
            </a:xfrm>
            <a:custGeom>
              <a:avLst/>
              <a:gdLst/>
              <a:ahLst/>
              <a:cxnLst/>
              <a:rect l="l" t="t" r="r" b="b"/>
              <a:pathLst>
                <a:path w="1278064" h="511682" extrusionOk="0">
                  <a:moveTo>
                    <a:pt x="0" y="0"/>
                  </a:moveTo>
                  <a:lnTo>
                    <a:pt x="1278064" y="0"/>
                  </a:lnTo>
                  <a:lnTo>
                    <a:pt x="1278064" y="511683"/>
                  </a:lnTo>
                  <a:lnTo>
                    <a:pt x="0" y="511683"/>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8" name="Google Shape;1648;p49"/>
            <p:cNvSpPr/>
            <p:nvPr/>
          </p:nvSpPr>
          <p:spPr>
            <a:xfrm>
              <a:off x="6881058" y="655402"/>
              <a:ext cx="293077" cy="254459"/>
            </a:xfrm>
            <a:custGeom>
              <a:avLst/>
              <a:gdLst/>
              <a:ahLst/>
              <a:cxnLst/>
              <a:rect l="l" t="t" r="r" b="b"/>
              <a:pathLst>
                <a:path w="352044" h="305657" extrusionOk="0">
                  <a:moveTo>
                    <a:pt x="0" y="0"/>
                  </a:moveTo>
                  <a:lnTo>
                    <a:pt x="352044" y="0"/>
                  </a:lnTo>
                  <a:lnTo>
                    <a:pt x="352044" y="305657"/>
                  </a:lnTo>
                  <a:lnTo>
                    <a:pt x="0" y="305657"/>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49" name="Google Shape;1649;p49"/>
            <p:cNvSpPr/>
            <p:nvPr/>
          </p:nvSpPr>
          <p:spPr>
            <a:xfrm>
              <a:off x="7202709" y="655402"/>
              <a:ext cx="686145" cy="19347"/>
            </a:xfrm>
            <a:custGeom>
              <a:avLst/>
              <a:gdLst/>
              <a:ahLst/>
              <a:cxnLst/>
              <a:rect l="l" t="t" r="r" b="b"/>
              <a:pathLst>
                <a:path w="824198" h="23240" extrusionOk="0">
                  <a:moveTo>
                    <a:pt x="0" y="0"/>
                  </a:moveTo>
                  <a:lnTo>
                    <a:pt x="824199" y="0"/>
                  </a:lnTo>
                  <a:lnTo>
                    <a:pt x="824199" y="23241"/>
                  </a:lnTo>
                  <a:lnTo>
                    <a:pt x="0" y="2324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50" name="Google Shape;1650;p49"/>
            <p:cNvSpPr/>
            <p:nvPr/>
          </p:nvSpPr>
          <p:spPr>
            <a:xfrm>
              <a:off x="7202709" y="702725"/>
              <a:ext cx="686145" cy="19347"/>
            </a:xfrm>
            <a:custGeom>
              <a:avLst/>
              <a:gdLst/>
              <a:ahLst/>
              <a:cxnLst/>
              <a:rect l="l" t="t" r="r" b="b"/>
              <a:pathLst>
                <a:path w="824198" h="23240" extrusionOk="0">
                  <a:moveTo>
                    <a:pt x="0" y="0"/>
                  </a:moveTo>
                  <a:lnTo>
                    <a:pt x="824199" y="0"/>
                  </a:lnTo>
                  <a:lnTo>
                    <a:pt x="824199" y="23241"/>
                  </a:lnTo>
                  <a:lnTo>
                    <a:pt x="0" y="2324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51" name="Google Shape;1651;p49"/>
            <p:cNvSpPr/>
            <p:nvPr/>
          </p:nvSpPr>
          <p:spPr>
            <a:xfrm>
              <a:off x="7202709" y="749968"/>
              <a:ext cx="686145" cy="19347"/>
            </a:xfrm>
            <a:custGeom>
              <a:avLst/>
              <a:gdLst/>
              <a:ahLst/>
              <a:cxnLst/>
              <a:rect l="l" t="t" r="r" b="b"/>
              <a:pathLst>
                <a:path w="824198" h="23240" extrusionOk="0">
                  <a:moveTo>
                    <a:pt x="0" y="0"/>
                  </a:moveTo>
                  <a:lnTo>
                    <a:pt x="824199" y="0"/>
                  </a:lnTo>
                  <a:lnTo>
                    <a:pt x="824199" y="23241"/>
                  </a:lnTo>
                  <a:lnTo>
                    <a:pt x="0" y="2324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52" name="Google Shape;1652;p49"/>
            <p:cNvSpPr/>
            <p:nvPr/>
          </p:nvSpPr>
          <p:spPr>
            <a:xfrm>
              <a:off x="7202709" y="797291"/>
              <a:ext cx="686145" cy="19347"/>
            </a:xfrm>
            <a:custGeom>
              <a:avLst/>
              <a:gdLst/>
              <a:ahLst/>
              <a:cxnLst/>
              <a:rect l="l" t="t" r="r" b="b"/>
              <a:pathLst>
                <a:path w="824198" h="23240" extrusionOk="0">
                  <a:moveTo>
                    <a:pt x="0" y="0"/>
                  </a:moveTo>
                  <a:lnTo>
                    <a:pt x="824199" y="0"/>
                  </a:lnTo>
                  <a:lnTo>
                    <a:pt x="824199" y="23241"/>
                  </a:lnTo>
                  <a:lnTo>
                    <a:pt x="0" y="2324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653" name="Google Shape;1653;p49"/>
            <p:cNvGrpSpPr/>
            <p:nvPr/>
          </p:nvGrpSpPr>
          <p:grpSpPr>
            <a:xfrm>
              <a:off x="7689354" y="867322"/>
              <a:ext cx="200407" cy="42875"/>
              <a:chOff x="7007161" y="5033200"/>
              <a:chExt cx="240411" cy="51434"/>
            </a:xfrm>
          </p:grpSpPr>
          <p:sp>
            <p:nvSpPr>
              <p:cNvPr id="1654" name="Google Shape;1654;p49"/>
              <p:cNvSpPr/>
              <p:nvPr/>
            </p:nvSpPr>
            <p:spPr>
              <a:xfrm>
                <a:off x="7007161" y="5033200"/>
                <a:ext cx="240411" cy="51434"/>
              </a:xfrm>
              <a:custGeom>
                <a:avLst/>
                <a:gdLst/>
                <a:ahLst/>
                <a:cxnLst/>
                <a:rect l="l" t="t" r="r" b="b"/>
                <a:pathLst>
                  <a:path w="240411" h="51434" extrusionOk="0">
                    <a:moveTo>
                      <a:pt x="214694" y="51435"/>
                    </a:moveTo>
                    <a:lnTo>
                      <a:pt x="25718" y="51435"/>
                    </a:lnTo>
                    <a:cubicBezTo>
                      <a:pt x="11525" y="51435"/>
                      <a:pt x="0" y="39814"/>
                      <a:pt x="0" y="25717"/>
                    </a:cubicBezTo>
                    <a:lnTo>
                      <a:pt x="0" y="25717"/>
                    </a:lnTo>
                    <a:cubicBezTo>
                      <a:pt x="0" y="11525"/>
                      <a:pt x="11621" y="0"/>
                      <a:pt x="25718" y="0"/>
                    </a:cubicBezTo>
                    <a:lnTo>
                      <a:pt x="214694" y="0"/>
                    </a:lnTo>
                    <a:cubicBezTo>
                      <a:pt x="228886" y="0"/>
                      <a:pt x="240411" y="11621"/>
                      <a:pt x="240411" y="25717"/>
                    </a:cubicBezTo>
                    <a:lnTo>
                      <a:pt x="240411" y="25717"/>
                    </a:lnTo>
                    <a:cubicBezTo>
                      <a:pt x="240411" y="39909"/>
                      <a:pt x="228791" y="51435"/>
                      <a:pt x="214694" y="5143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55" name="Google Shape;1655;p49"/>
              <p:cNvSpPr/>
              <p:nvPr/>
            </p:nvSpPr>
            <p:spPr>
              <a:xfrm>
                <a:off x="7073264" y="5047202"/>
                <a:ext cx="108204" cy="23240"/>
              </a:xfrm>
              <a:custGeom>
                <a:avLst/>
                <a:gdLst/>
                <a:ahLst/>
                <a:cxnLst/>
                <a:rect l="l" t="t" r="r" b="b"/>
                <a:pathLst>
                  <a:path w="108204" h="23240" extrusionOk="0">
                    <a:moveTo>
                      <a:pt x="96584" y="23241"/>
                    </a:moveTo>
                    <a:lnTo>
                      <a:pt x="11621" y="23241"/>
                    </a:lnTo>
                    <a:cubicBezTo>
                      <a:pt x="5239" y="23241"/>
                      <a:pt x="0" y="18002"/>
                      <a:pt x="0" y="11620"/>
                    </a:cubicBezTo>
                    <a:lnTo>
                      <a:pt x="0" y="11620"/>
                    </a:lnTo>
                    <a:cubicBezTo>
                      <a:pt x="0" y="5239"/>
                      <a:pt x="5239" y="0"/>
                      <a:pt x="11621" y="0"/>
                    </a:cubicBezTo>
                    <a:lnTo>
                      <a:pt x="96584" y="0"/>
                    </a:lnTo>
                    <a:cubicBezTo>
                      <a:pt x="102965" y="0"/>
                      <a:pt x="108204" y="5239"/>
                      <a:pt x="108204" y="11620"/>
                    </a:cubicBezTo>
                    <a:lnTo>
                      <a:pt x="108204" y="11620"/>
                    </a:lnTo>
                    <a:cubicBezTo>
                      <a:pt x="108204" y="18002"/>
                      <a:pt x="102965" y="23241"/>
                      <a:pt x="96584" y="2324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56" name="Google Shape;1656;p49"/>
            <p:cNvGrpSpPr/>
            <p:nvPr/>
          </p:nvGrpSpPr>
          <p:grpSpPr>
            <a:xfrm>
              <a:off x="6881058" y="997221"/>
              <a:ext cx="1008703" cy="174283"/>
              <a:chOff x="6037516" y="5189029"/>
              <a:chExt cx="1210056" cy="209073"/>
            </a:xfrm>
          </p:grpSpPr>
          <p:grpSp>
            <p:nvGrpSpPr>
              <p:cNvPr id="1657" name="Google Shape;1657;p49"/>
              <p:cNvGrpSpPr/>
              <p:nvPr/>
            </p:nvGrpSpPr>
            <p:grpSpPr>
              <a:xfrm>
                <a:off x="6037516" y="5189029"/>
                <a:ext cx="129730" cy="209073"/>
                <a:chOff x="6037516" y="5189029"/>
                <a:chExt cx="129730" cy="209073"/>
              </a:xfrm>
            </p:grpSpPr>
            <p:sp>
              <p:nvSpPr>
                <p:cNvPr id="1658" name="Google Shape;1658;p49"/>
                <p:cNvSpPr/>
                <p:nvPr/>
              </p:nvSpPr>
              <p:spPr>
                <a:xfrm>
                  <a:off x="6037516" y="5189029"/>
                  <a:ext cx="129730" cy="129730"/>
                </a:xfrm>
                <a:custGeom>
                  <a:avLst/>
                  <a:gdLst/>
                  <a:ahLst/>
                  <a:cxnLst/>
                  <a:rect l="l" t="t" r="r" b="b"/>
                  <a:pathLst>
                    <a:path w="129730" h="129730" extrusionOk="0">
                      <a:moveTo>
                        <a:pt x="0" y="0"/>
                      </a:moveTo>
                      <a:lnTo>
                        <a:pt x="129730" y="0"/>
                      </a:lnTo>
                      <a:lnTo>
                        <a:pt x="129730"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59" name="Google Shape;1659;p49"/>
                <p:cNvSpPr/>
                <p:nvPr/>
              </p:nvSpPr>
              <p:spPr>
                <a:xfrm>
                  <a:off x="6037516" y="5331904"/>
                  <a:ext cx="129730" cy="13334"/>
                </a:xfrm>
                <a:custGeom>
                  <a:avLst/>
                  <a:gdLst/>
                  <a:ahLst/>
                  <a:cxnLst/>
                  <a:rect l="l" t="t" r="r" b="b"/>
                  <a:pathLst>
                    <a:path w="129730" h="13334" extrusionOk="0">
                      <a:moveTo>
                        <a:pt x="0" y="0"/>
                      </a:moveTo>
                      <a:lnTo>
                        <a:pt x="129730" y="0"/>
                      </a:lnTo>
                      <a:lnTo>
                        <a:pt x="129730"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60" name="Google Shape;1660;p49"/>
                <p:cNvSpPr/>
                <p:nvPr/>
              </p:nvSpPr>
              <p:spPr>
                <a:xfrm>
                  <a:off x="6037516" y="5358384"/>
                  <a:ext cx="129730" cy="13334"/>
                </a:xfrm>
                <a:custGeom>
                  <a:avLst/>
                  <a:gdLst/>
                  <a:ahLst/>
                  <a:cxnLst/>
                  <a:rect l="l" t="t" r="r" b="b"/>
                  <a:pathLst>
                    <a:path w="129730" h="13334" extrusionOk="0">
                      <a:moveTo>
                        <a:pt x="0" y="0"/>
                      </a:moveTo>
                      <a:lnTo>
                        <a:pt x="129730" y="0"/>
                      </a:lnTo>
                      <a:lnTo>
                        <a:pt x="129730"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61" name="Google Shape;1661;p49"/>
                <p:cNvSpPr/>
                <p:nvPr/>
              </p:nvSpPr>
              <p:spPr>
                <a:xfrm>
                  <a:off x="6037516"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62" name="Google Shape;1662;p49"/>
              <p:cNvGrpSpPr/>
              <p:nvPr/>
            </p:nvGrpSpPr>
            <p:grpSpPr>
              <a:xfrm>
                <a:off x="6217539" y="5189029"/>
                <a:ext cx="129730" cy="209073"/>
                <a:chOff x="6217539" y="5189029"/>
                <a:chExt cx="129730" cy="209073"/>
              </a:xfrm>
            </p:grpSpPr>
            <p:sp>
              <p:nvSpPr>
                <p:cNvPr id="1663" name="Google Shape;1663;p49"/>
                <p:cNvSpPr/>
                <p:nvPr/>
              </p:nvSpPr>
              <p:spPr>
                <a:xfrm>
                  <a:off x="6217539" y="5189029"/>
                  <a:ext cx="129730" cy="129730"/>
                </a:xfrm>
                <a:custGeom>
                  <a:avLst/>
                  <a:gdLst/>
                  <a:ahLst/>
                  <a:cxnLst/>
                  <a:rect l="l" t="t" r="r" b="b"/>
                  <a:pathLst>
                    <a:path w="129730" h="129730" extrusionOk="0">
                      <a:moveTo>
                        <a:pt x="0" y="0"/>
                      </a:moveTo>
                      <a:lnTo>
                        <a:pt x="129731" y="0"/>
                      </a:lnTo>
                      <a:lnTo>
                        <a:pt x="129731"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64" name="Google Shape;1664;p49"/>
                <p:cNvSpPr/>
                <p:nvPr/>
              </p:nvSpPr>
              <p:spPr>
                <a:xfrm>
                  <a:off x="6217539" y="533190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65" name="Google Shape;1665;p49"/>
                <p:cNvSpPr/>
                <p:nvPr/>
              </p:nvSpPr>
              <p:spPr>
                <a:xfrm>
                  <a:off x="6217539" y="535838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66" name="Google Shape;1666;p49"/>
                <p:cNvSpPr/>
                <p:nvPr/>
              </p:nvSpPr>
              <p:spPr>
                <a:xfrm>
                  <a:off x="6217539"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67" name="Google Shape;1667;p49"/>
              <p:cNvGrpSpPr/>
              <p:nvPr/>
            </p:nvGrpSpPr>
            <p:grpSpPr>
              <a:xfrm>
                <a:off x="6397656" y="5189029"/>
                <a:ext cx="129730" cy="209073"/>
                <a:chOff x="6397656" y="5189029"/>
                <a:chExt cx="129730" cy="209073"/>
              </a:xfrm>
            </p:grpSpPr>
            <p:sp>
              <p:nvSpPr>
                <p:cNvPr id="1668" name="Google Shape;1668;p49"/>
                <p:cNvSpPr/>
                <p:nvPr/>
              </p:nvSpPr>
              <p:spPr>
                <a:xfrm>
                  <a:off x="6397656" y="5189029"/>
                  <a:ext cx="129730" cy="129730"/>
                </a:xfrm>
                <a:custGeom>
                  <a:avLst/>
                  <a:gdLst/>
                  <a:ahLst/>
                  <a:cxnLst/>
                  <a:rect l="l" t="t" r="r" b="b"/>
                  <a:pathLst>
                    <a:path w="129730" h="129730" extrusionOk="0">
                      <a:moveTo>
                        <a:pt x="0" y="0"/>
                      </a:moveTo>
                      <a:lnTo>
                        <a:pt x="129730" y="0"/>
                      </a:lnTo>
                      <a:lnTo>
                        <a:pt x="129730"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69" name="Google Shape;1669;p49"/>
                <p:cNvSpPr/>
                <p:nvPr/>
              </p:nvSpPr>
              <p:spPr>
                <a:xfrm>
                  <a:off x="6397656" y="5331904"/>
                  <a:ext cx="129730" cy="13334"/>
                </a:xfrm>
                <a:custGeom>
                  <a:avLst/>
                  <a:gdLst/>
                  <a:ahLst/>
                  <a:cxnLst/>
                  <a:rect l="l" t="t" r="r" b="b"/>
                  <a:pathLst>
                    <a:path w="129730" h="13334" extrusionOk="0">
                      <a:moveTo>
                        <a:pt x="0" y="0"/>
                      </a:moveTo>
                      <a:lnTo>
                        <a:pt x="129730" y="0"/>
                      </a:lnTo>
                      <a:lnTo>
                        <a:pt x="129730"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0" name="Google Shape;1670;p49"/>
                <p:cNvSpPr/>
                <p:nvPr/>
              </p:nvSpPr>
              <p:spPr>
                <a:xfrm>
                  <a:off x="6397656" y="5358384"/>
                  <a:ext cx="129730" cy="13334"/>
                </a:xfrm>
                <a:custGeom>
                  <a:avLst/>
                  <a:gdLst/>
                  <a:ahLst/>
                  <a:cxnLst/>
                  <a:rect l="l" t="t" r="r" b="b"/>
                  <a:pathLst>
                    <a:path w="129730" h="13334" extrusionOk="0">
                      <a:moveTo>
                        <a:pt x="0" y="0"/>
                      </a:moveTo>
                      <a:lnTo>
                        <a:pt x="129730" y="0"/>
                      </a:lnTo>
                      <a:lnTo>
                        <a:pt x="129730"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1" name="Google Shape;1671;p49"/>
                <p:cNvSpPr/>
                <p:nvPr/>
              </p:nvSpPr>
              <p:spPr>
                <a:xfrm>
                  <a:off x="6397656"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72" name="Google Shape;1672;p49"/>
              <p:cNvGrpSpPr/>
              <p:nvPr/>
            </p:nvGrpSpPr>
            <p:grpSpPr>
              <a:xfrm>
                <a:off x="6577679" y="5189029"/>
                <a:ext cx="129730" cy="209073"/>
                <a:chOff x="6577679" y="5189029"/>
                <a:chExt cx="129730" cy="209073"/>
              </a:xfrm>
            </p:grpSpPr>
            <p:sp>
              <p:nvSpPr>
                <p:cNvPr id="1673" name="Google Shape;1673;p49"/>
                <p:cNvSpPr/>
                <p:nvPr/>
              </p:nvSpPr>
              <p:spPr>
                <a:xfrm>
                  <a:off x="6577679" y="5189029"/>
                  <a:ext cx="129730" cy="129730"/>
                </a:xfrm>
                <a:custGeom>
                  <a:avLst/>
                  <a:gdLst/>
                  <a:ahLst/>
                  <a:cxnLst/>
                  <a:rect l="l" t="t" r="r" b="b"/>
                  <a:pathLst>
                    <a:path w="129730" h="129730" extrusionOk="0">
                      <a:moveTo>
                        <a:pt x="0" y="0"/>
                      </a:moveTo>
                      <a:lnTo>
                        <a:pt x="129731" y="0"/>
                      </a:lnTo>
                      <a:lnTo>
                        <a:pt x="129731"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4" name="Google Shape;1674;p49"/>
                <p:cNvSpPr/>
                <p:nvPr/>
              </p:nvSpPr>
              <p:spPr>
                <a:xfrm>
                  <a:off x="6577679" y="533190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5" name="Google Shape;1675;p49"/>
                <p:cNvSpPr/>
                <p:nvPr/>
              </p:nvSpPr>
              <p:spPr>
                <a:xfrm>
                  <a:off x="6577679" y="535838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6" name="Google Shape;1676;p49"/>
                <p:cNvSpPr/>
                <p:nvPr/>
              </p:nvSpPr>
              <p:spPr>
                <a:xfrm>
                  <a:off x="6577679"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77" name="Google Shape;1677;p49"/>
              <p:cNvGrpSpPr/>
              <p:nvPr/>
            </p:nvGrpSpPr>
            <p:grpSpPr>
              <a:xfrm>
                <a:off x="6757701" y="5189029"/>
                <a:ext cx="129730" cy="209073"/>
                <a:chOff x="6757701" y="5189029"/>
                <a:chExt cx="129730" cy="209073"/>
              </a:xfrm>
            </p:grpSpPr>
            <p:sp>
              <p:nvSpPr>
                <p:cNvPr id="1678" name="Google Shape;1678;p49"/>
                <p:cNvSpPr/>
                <p:nvPr/>
              </p:nvSpPr>
              <p:spPr>
                <a:xfrm>
                  <a:off x="6757701" y="5189029"/>
                  <a:ext cx="129730" cy="129730"/>
                </a:xfrm>
                <a:custGeom>
                  <a:avLst/>
                  <a:gdLst/>
                  <a:ahLst/>
                  <a:cxnLst/>
                  <a:rect l="l" t="t" r="r" b="b"/>
                  <a:pathLst>
                    <a:path w="129730" h="129730" extrusionOk="0">
                      <a:moveTo>
                        <a:pt x="0" y="0"/>
                      </a:moveTo>
                      <a:lnTo>
                        <a:pt x="129730" y="0"/>
                      </a:lnTo>
                      <a:lnTo>
                        <a:pt x="129730"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79" name="Google Shape;1679;p49"/>
                <p:cNvSpPr/>
                <p:nvPr/>
              </p:nvSpPr>
              <p:spPr>
                <a:xfrm>
                  <a:off x="6757701" y="5331904"/>
                  <a:ext cx="129730" cy="13334"/>
                </a:xfrm>
                <a:custGeom>
                  <a:avLst/>
                  <a:gdLst/>
                  <a:ahLst/>
                  <a:cxnLst/>
                  <a:rect l="l" t="t" r="r" b="b"/>
                  <a:pathLst>
                    <a:path w="129730" h="13334" extrusionOk="0">
                      <a:moveTo>
                        <a:pt x="0" y="0"/>
                      </a:moveTo>
                      <a:lnTo>
                        <a:pt x="129730" y="0"/>
                      </a:lnTo>
                      <a:lnTo>
                        <a:pt x="129730"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80" name="Google Shape;1680;p49"/>
                <p:cNvSpPr/>
                <p:nvPr/>
              </p:nvSpPr>
              <p:spPr>
                <a:xfrm>
                  <a:off x="6757701" y="5358384"/>
                  <a:ext cx="129730" cy="13334"/>
                </a:xfrm>
                <a:custGeom>
                  <a:avLst/>
                  <a:gdLst/>
                  <a:ahLst/>
                  <a:cxnLst/>
                  <a:rect l="l" t="t" r="r" b="b"/>
                  <a:pathLst>
                    <a:path w="129730" h="13334" extrusionOk="0">
                      <a:moveTo>
                        <a:pt x="0" y="0"/>
                      </a:moveTo>
                      <a:lnTo>
                        <a:pt x="129730" y="0"/>
                      </a:lnTo>
                      <a:lnTo>
                        <a:pt x="129730"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81" name="Google Shape;1681;p49"/>
                <p:cNvSpPr/>
                <p:nvPr/>
              </p:nvSpPr>
              <p:spPr>
                <a:xfrm>
                  <a:off x="6757701"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82" name="Google Shape;1682;p49"/>
              <p:cNvGrpSpPr/>
              <p:nvPr/>
            </p:nvGrpSpPr>
            <p:grpSpPr>
              <a:xfrm>
                <a:off x="6937819" y="5189029"/>
                <a:ext cx="129730" cy="209073"/>
                <a:chOff x="6937819" y="5189029"/>
                <a:chExt cx="129730" cy="209073"/>
              </a:xfrm>
            </p:grpSpPr>
            <p:sp>
              <p:nvSpPr>
                <p:cNvPr id="1683" name="Google Shape;1683;p49"/>
                <p:cNvSpPr/>
                <p:nvPr/>
              </p:nvSpPr>
              <p:spPr>
                <a:xfrm>
                  <a:off x="6937819" y="5189029"/>
                  <a:ext cx="129730" cy="129730"/>
                </a:xfrm>
                <a:custGeom>
                  <a:avLst/>
                  <a:gdLst/>
                  <a:ahLst/>
                  <a:cxnLst/>
                  <a:rect l="l" t="t" r="r" b="b"/>
                  <a:pathLst>
                    <a:path w="129730" h="129730" extrusionOk="0">
                      <a:moveTo>
                        <a:pt x="0" y="0"/>
                      </a:moveTo>
                      <a:lnTo>
                        <a:pt x="129731" y="0"/>
                      </a:lnTo>
                      <a:lnTo>
                        <a:pt x="129731"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84" name="Google Shape;1684;p49"/>
                <p:cNvSpPr/>
                <p:nvPr/>
              </p:nvSpPr>
              <p:spPr>
                <a:xfrm>
                  <a:off x="6937819" y="533190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85" name="Google Shape;1685;p49"/>
                <p:cNvSpPr/>
                <p:nvPr/>
              </p:nvSpPr>
              <p:spPr>
                <a:xfrm>
                  <a:off x="6937819" y="535838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86" name="Google Shape;1686;p49"/>
                <p:cNvSpPr/>
                <p:nvPr/>
              </p:nvSpPr>
              <p:spPr>
                <a:xfrm>
                  <a:off x="6937819"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87" name="Google Shape;1687;p49"/>
              <p:cNvGrpSpPr/>
              <p:nvPr/>
            </p:nvGrpSpPr>
            <p:grpSpPr>
              <a:xfrm>
                <a:off x="7117842" y="5189029"/>
                <a:ext cx="129730" cy="209073"/>
                <a:chOff x="7117842" y="5189029"/>
                <a:chExt cx="129730" cy="209073"/>
              </a:xfrm>
            </p:grpSpPr>
            <p:sp>
              <p:nvSpPr>
                <p:cNvPr id="1688" name="Google Shape;1688;p49"/>
                <p:cNvSpPr/>
                <p:nvPr/>
              </p:nvSpPr>
              <p:spPr>
                <a:xfrm>
                  <a:off x="7117842" y="5189029"/>
                  <a:ext cx="129730" cy="129730"/>
                </a:xfrm>
                <a:custGeom>
                  <a:avLst/>
                  <a:gdLst/>
                  <a:ahLst/>
                  <a:cxnLst/>
                  <a:rect l="l" t="t" r="r" b="b"/>
                  <a:pathLst>
                    <a:path w="129730" h="129730" extrusionOk="0">
                      <a:moveTo>
                        <a:pt x="0" y="0"/>
                      </a:moveTo>
                      <a:lnTo>
                        <a:pt x="129731" y="0"/>
                      </a:lnTo>
                      <a:lnTo>
                        <a:pt x="129731" y="129730"/>
                      </a:lnTo>
                      <a:lnTo>
                        <a:pt x="0" y="12973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89" name="Google Shape;1689;p49"/>
                <p:cNvSpPr/>
                <p:nvPr/>
              </p:nvSpPr>
              <p:spPr>
                <a:xfrm>
                  <a:off x="7117842" y="533190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90" name="Google Shape;1690;p49"/>
                <p:cNvSpPr/>
                <p:nvPr/>
              </p:nvSpPr>
              <p:spPr>
                <a:xfrm>
                  <a:off x="7117842" y="5358384"/>
                  <a:ext cx="129730" cy="13334"/>
                </a:xfrm>
                <a:custGeom>
                  <a:avLst/>
                  <a:gdLst/>
                  <a:ahLst/>
                  <a:cxnLst/>
                  <a:rect l="l" t="t" r="r" b="b"/>
                  <a:pathLst>
                    <a:path w="129730" h="13334" extrusionOk="0">
                      <a:moveTo>
                        <a:pt x="0" y="0"/>
                      </a:moveTo>
                      <a:lnTo>
                        <a:pt x="129731" y="0"/>
                      </a:lnTo>
                      <a:lnTo>
                        <a:pt x="129731"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91" name="Google Shape;1691;p49"/>
                <p:cNvSpPr/>
                <p:nvPr/>
              </p:nvSpPr>
              <p:spPr>
                <a:xfrm>
                  <a:off x="7117842" y="5384768"/>
                  <a:ext cx="86105" cy="13334"/>
                </a:xfrm>
                <a:custGeom>
                  <a:avLst/>
                  <a:gdLst/>
                  <a:ahLst/>
                  <a:cxnLst/>
                  <a:rect l="l" t="t" r="r" b="b"/>
                  <a:pathLst>
                    <a:path w="86105" h="13334" extrusionOk="0">
                      <a:moveTo>
                        <a:pt x="0" y="0"/>
                      </a:moveTo>
                      <a:lnTo>
                        <a:pt x="86106" y="0"/>
                      </a:lnTo>
                      <a:lnTo>
                        <a:pt x="86106" y="13335"/>
                      </a:lnTo>
                      <a:lnTo>
                        <a:pt x="0" y="1333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692" name="Google Shape;1692;p49"/>
            <p:cNvGrpSpPr/>
            <p:nvPr/>
          </p:nvGrpSpPr>
          <p:grpSpPr>
            <a:xfrm>
              <a:off x="6881058" y="362653"/>
              <a:ext cx="1008703" cy="82735"/>
              <a:chOff x="6037516" y="4427791"/>
              <a:chExt cx="1210056" cy="99250"/>
            </a:xfrm>
          </p:grpSpPr>
          <p:sp>
            <p:nvSpPr>
              <p:cNvPr id="1693" name="Google Shape;1693;p49"/>
              <p:cNvSpPr/>
              <p:nvPr/>
            </p:nvSpPr>
            <p:spPr>
              <a:xfrm>
                <a:off x="6037516" y="4427791"/>
                <a:ext cx="49625" cy="99250"/>
              </a:xfrm>
              <a:custGeom>
                <a:avLst/>
                <a:gdLst/>
                <a:ahLst/>
                <a:cxnLst/>
                <a:rect l="l" t="t" r="r" b="b"/>
                <a:pathLst>
                  <a:path w="49625" h="99250" extrusionOk="0">
                    <a:moveTo>
                      <a:pt x="0" y="49625"/>
                    </a:moveTo>
                    <a:lnTo>
                      <a:pt x="49625" y="99251"/>
                    </a:lnTo>
                    <a:lnTo>
                      <a:pt x="49625" y="0"/>
                    </a:lnTo>
                    <a:lnTo>
                      <a:pt x="0" y="49625"/>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94" name="Google Shape;1694;p49"/>
              <p:cNvSpPr/>
              <p:nvPr/>
            </p:nvSpPr>
            <p:spPr>
              <a:xfrm>
                <a:off x="7197947" y="4427791"/>
                <a:ext cx="49625" cy="99250"/>
              </a:xfrm>
              <a:custGeom>
                <a:avLst/>
                <a:gdLst/>
                <a:ahLst/>
                <a:cxnLst/>
                <a:rect l="l" t="t" r="r" b="b"/>
                <a:pathLst>
                  <a:path w="49625" h="99250" extrusionOk="0">
                    <a:moveTo>
                      <a:pt x="0" y="0"/>
                    </a:moveTo>
                    <a:lnTo>
                      <a:pt x="0" y="99251"/>
                    </a:lnTo>
                    <a:lnTo>
                      <a:pt x="49625" y="49625"/>
                    </a:lnTo>
                    <a:lnTo>
                      <a:pt x="0"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695" name="Google Shape;1695;p49"/>
            <p:cNvGrpSpPr/>
            <p:nvPr/>
          </p:nvGrpSpPr>
          <p:grpSpPr>
            <a:xfrm>
              <a:off x="7310455" y="587674"/>
              <a:ext cx="145302" cy="15086"/>
              <a:chOff x="6552628" y="4697730"/>
              <a:chExt cx="174307" cy="18097"/>
            </a:xfrm>
          </p:grpSpPr>
          <p:sp>
            <p:nvSpPr>
              <p:cNvPr id="1696" name="Google Shape;1696;p49"/>
              <p:cNvSpPr/>
              <p:nvPr/>
            </p:nvSpPr>
            <p:spPr>
              <a:xfrm>
                <a:off x="6552628" y="4697730"/>
                <a:ext cx="18097" cy="18097"/>
              </a:xfrm>
              <a:custGeom>
                <a:avLst/>
                <a:gdLst/>
                <a:ahLst/>
                <a:cxnLst/>
                <a:rect l="l" t="t" r="r" b="b"/>
                <a:pathLst>
                  <a:path w="18097" h="18097" extrusionOk="0">
                    <a:moveTo>
                      <a:pt x="18098" y="9049"/>
                    </a:moveTo>
                    <a:cubicBezTo>
                      <a:pt x="18098" y="14002"/>
                      <a:pt x="14097" y="18097"/>
                      <a:pt x="9049" y="18097"/>
                    </a:cubicBezTo>
                    <a:cubicBezTo>
                      <a:pt x="4000" y="18097"/>
                      <a:pt x="0" y="14097"/>
                      <a:pt x="0" y="9049"/>
                    </a:cubicBezTo>
                    <a:cubicBezTo>
                      <a:pt x="0" y="4000"/>
                      <a:pt x="4000" y="0"/>
                      <a:pt x="9049" y="0"/>
                    </a:cubicBezTo>
                    <a:cubicBezTo>
                      <a:pt x="14097" y="0"/>
                      <a:pt x="18098" y="4000"/>
                      <a:pt x="18098" y="9049"/>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97" name="Google Shape;1697;p49"/>
              <p:cNvSpPr/>
              <p:nvPr/>
            </p:nvSpPr>
            <p:spPr>
              <a:xfrm>
                <a:off x="6591681" y="4697730"/>
                <a:ext cx="18097" cy="18097"/>
              </a:xfrm>
              <a:custGeom>
                <a:avLst/>
                <a:gdLst/>
                <a:ahLst/>
                <a:cxnLst/>
                <a:rect l="l" t="t" r="r" b="b"/>
                <a:pathLst>
                  <a:path w="18097" h="18097" extrusionOk="0">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98" name="Google Shape;1698;p49"/>
              <p:cNvSpPr/>
              <p:nvPr/>
            </p:nvSpPr>
            <p:spPr>
              <a:xfrm>
                <a:off x="6630733" y="4697730"/>
                <a:ext cx="18097" cy="18097"/>
              </a:xfrm>
              <a:custGeom>
                <a:avLst/>
                <a:gdLst/>
                <a:ahLst/>
                <a:cxnLst/>
                <a:rect l="l" t="t" r="r" b="b"/>
                <a:pathLst>
                  <a:path w="18097" h="18097" extrusionOk="0">
                    <a:moveTo>
                      <a:pt x="18097" y="9049"/>
                    </a:moveTo>
                    <a:cubicBezTo>
                      <a:pt x="18097" y="14002"/>
                      <a:pt x="14097" y="18097"/>
                      <a:pt x="9049" y="18097"/>
                    </a:cubicBezTo>
                    <a:cubicBezTo>
                      <a:pt x="4000" y="18097"/>
                      <a:pt x="0" y="14097"/>
                      <a:pt x="0" y="9049"/>
                    </a:cubicBezTo>
                    <a:cubicBezTo>
                      <a:pt x="0" y="4000"/>
                      <a:pt x="4000" y="0"/>
                      <a:pt x="9049" y="0"/>
                    </a:cubicBezTo>
                    <a:cubicBezTo>
                      <a:pt x="14097" y="0"/>
                      <a:pt x="18097" y="4000"/>
                      <a:pt x="18097" y="9049"/>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99" name="Google Shape;1699;p49"/>
              <p:cNvSpPr/>
              <p:nvPr/>
            </p:nvSpPr>
            <p:spPr>
              <a:xfrm>
                <a:off x="6669881" y="4697730"/>
                <a:ext cx="18097" cy="18097"/>
              </a:xfrm>
              <a:custGeom>
                <a:avLst/>
                <a:gdLst/>
                <a:ahLst/>
                <a:cxnLst/>
                <a:rect l="l" t="t" r="r" b="b"/>
                <a:pathLst>
                  <a:path w="18097" h="18097" extrusionOk="0">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00" name="Google Shape;1700;p49"/>
              <p:cNvSpPr/>
              <p:nvPr/>
            </p:nvSpPr>
            <p:spPr>
              <a:xfrm>
                <a:off x="6708838" y="4697730"/>
                <a:ext cx="18097" cy="18097"/>
              </a:xfrm>
              <a:custGeom>
                <a:avLst/>
                <a:gdLst/>
                <a:ahLst/>
                <a:cxnLst/>
                <a:rect l="l" t="t" r="r" b="b"/>
                <a:pathLst>
                  <a:path w="18097" h="18097" extrusionOk="0">
                    <a:moveTo>
                      <a:pt x="18097" y="9049"/>
                    </a:moveTo>
                    <a:cubicBezTo>
                      <a:pt x="18097" y="14002"/>
                      <a:pt x="14097" y="18097"/>
                      <a:pt x="9048" y="18097"/>
                    </a:cubicBezTo>
                    <a:cubicBezTo>
                      <a:pt x="4000" y="18097"/>
                      <a:pt x="0" y="14097"/>
                      <a:pt x="0" y="9049"/>
                    </a:cubicBezTo>
                    <a:cubicBezTo>
                      <a:pt x="0" y="4000"/>
                      <a:pt x="4000" y="0"/>
                      <a:pt x="9048" y="0"/>
                    </a:cubicBezTo>
                    <a:cubicBezTo>
                      <a:pt x="14097" y="0"/>
                      <a:pt x="18097" y="4000"/>
                      <a:pt x="18097" y="9049"/>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701" name="Google Shape;1701;p49"/>
            <p:cNvSpPr/>
            <p:nvPr/>
          </p:nvSpPr>
          <p:spPr>
            <a:xfrm>
              <a:off x="6881058" y="1223512"/>
              <a:ext cx="1007371" cy="7930"/>
            </a:xfrm>
            <a:custGeom>
              <a:avLst/>
              <a:gdLst/>
              <a:ahLst/>
              <a:cxnLst/>
              <a:rect l="l" t="t" r="r" b="b"/>
              <a:pathLst>
                <a:path w="1210055" h="9525" extrusionOk="0">
                  <a:moveTo>
                    <a:pt x="0" y="0"/>
                  </a:moveTo>
                  <a:lnTo>
                    <a:pt x="1210056" y="0"/>
                  </a:lnTo>
                </a:path>
              </a:pathLst>
            </a:custGeom>
            <a:solidFill>
              <a:schemeClr val="lt1"/>
            </a:solidFill>
            <a:ln w="17525" cap="flat" cmpd="sng">
              <a:solidFill>
                <a:srgbClr val="FFFFFF"/>
              </a:solidFill>
              <a:prstDash val="solid"/>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02" name="Google Shape;1702;p49"/>
            <p:cNvSpPr/>
            <p:nvPr/>
          </p:nvSpPr>
          <p:spPr>
            <a:xfrm>
              <a:off x="6881058" y="953709"/>
              <a:ext cx="1007371" cy="7930"/>
            </a:xfrm>
            <a:custGeom>
              <a:avLst/>
              <a:gdLst/>
              <a:ahLst/>
              <a:cxnLst/>
              <a:rect l="l" t="t" r="r" b="b"/>
              <a:pathLst>
                <a:path w="1210055" h="9525" extrusionOk="0">
                  <a:moveTo>
                    <a:pt x="0" y="0"/>
                  </a:moveTo>
                  <a:lnTo>
                    <a:pt x="1210056" y="0"/>
                  </a:lnTo>
                </a:path>
              </a:pathLst>
            </a:custGeom>
            <a:solidFill>
              <a:schemeClr val="lt1"/>
            </a:solidFill>
            <a:ln w="17525" cap="flat" cmpd="sng">
              <a:solidFill>
                <a:srgbClr val="FFFFFF"/>
              </a:solidFill>
              <a:prstDash val="solid"/>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03" name="Google Shape;1703;p49"/>
            <p:cNvGrpSpPr/>
            <p:nvPr/>
          </p:nvGrpSpPr>
          <p:grpSpPr>
            <a:xfrm>
              <a:off x="6881058" y="1279728"/>
              <a:ext cx="1008703" cy="108778"/>
              <a:chOff x="6037516" y="5527929"/>
              <a:chExt cx="1210056" cy="130492"/>
            </a:xfrm>
          </p:grpSpPr>
          <p:sp>
            <p:nvSpPr>
              <p:cNvPr id="1704" name="Google Shape;1704;p49"/>
              <p:cNvSpPr/>
              <p:nvPr/>
            </p:nvSpPr>
            <p:spPr>
              <a:xfrm>
                <a:off x="6037516" y="5527929"/>
                <a:ext cx="554259" cy="130492"/>
              </a:xfrm>
              <a:custGeom>
                <a:avLst/>
                <a:gdLst/>
                <a:ahLst/>
                <a:cxnLst/>
                <a:rect l="l" t="t" r="r" b="b"/>
                <a:pathLst>
                  <a:path w="554259" h="130492" extrusionOk="0">
                    <a:moveTo>
                      <a:pt x="0" y="0"/>
                    </a:moveTo>
                    <a:lnTo>
                      <a:pt x="554260" y="0"/>
                    </a:lnTo>
                    <a:lnTo>
                      <a:pt x="554260" y="130492"/>
                    </a:lnTo>
                    <a:lnTo>
                      <a:pt x="0" y="13049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05" name="Google Shape;1705;p49"/>
              <p:cNvSpPr/>
              <p:nvPr/>
            </p:nvSpPr>
            <p:spPr>
              <a:xfrm>
                <a:off x="6678930" y="5527929"/>
                <a:ext cx="568642" cy="130492"/>
              </a:xfrm>
              <a:custGeom>
                <a:avLst/>
                <a:gdLst/>
                <a:ahLst/>
                <a:cxnLst/>
                <a:rect l="l" t="t" r="r" b="b"/>
                <a:pathLst>
                  <a:path w="568642" h="130492" extrusionOk="0">
                    <a:moveTo>
                      <a:pt x="0" y="0"/>
                    </a:moveTo>
                    <a:lnTo>
                      <a:pt x="568643" y="0"/>
                    </a:lnTo>
                    <a:lnTo>
                      <a:pt x="568643" y="130492"/>
                    </a:lnTo>
                    <a:lnTo>
                      <a:pt x="0" y="13049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706" name="Google Shape;1706;p49"/>
            <p:cNvGrpSpPr/>
            <p:nvPr/>
          </p:nvGrpSpPr>
          <p:grpSpPr>
            <a:xfrm>
              <a:off x="6881058" y="1416455"/>
              <a:ext cx="1008703" cy="108778"/>
              <a:chOff x="6037516" y="5691949"/>
              <a:chExt cx="1210056" cy="130492"/>
            </a:xfrm>
          </p:grpSpPr>
          <p:sp>
            <p:nvSpPr>
              <p:cNvPr id="1707" name="Google Shape;1707;p49"/>
              <p:cNvSpPr/>
              <p:nvPr/>
            </p:nvSpPr>
            <p:spPr>
              <a:xfrm>
                <a:off x="6037516" y="5691949"/>
                <a:ext cx="554259" cy="130492"/>
              </a:xfrm>
              <a:custGeom>
                <a:avLst/>
                <a:gdLst/>
                <a:ahLst/>
                <a:cxnLst/>
                <a:rect l="l" t="t" r="r" b="b"/>
                <a:pathLst>
                  <a:path w="554259" h="130492" extrusionOk="0">
                    <a:moveTo>
                      <a:pt x="0" y="0"/>
                    </a:moveTo>
                    <a:lnTo>
                      <a:pt x="554260" y="0"/>
                    </a:lnTo>
                    <a:lnTo>
                      <a:pt x="554260" y="130493"/>
                    </a:lnTo>
                    <a:lnTo>
                      <a:pt x="0" y="13049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08" name="Google Shape;1708;p49"/>
              <p:cNvSpPr/>
              <p:nvPr/>
            </p:nvSpPr>
            <p:spPr>
              <a:xfrm>
                <a:off x="6678930" y="5691949"/>
                <a:ext cx="568642" cy="130492"/>
              </a:xfrm>
              <a:custGeom>
                <a:avLst/>
                <a:gdLst/>
                <a:ahLst/>
                <a:cxnLst/>
                <a:rect l="l" t="t" r="r" b="b"/>
                <a:pathLst>
                  <a:path w="568642" h="130492" extrusionOk="0">
                    <a:moveTo>
                      <a:pt x="0" y="0"/>
                    </a:moveTo>
                    <a:lnTo>
                      <a:pt x="568643" y="0"/>
                    </a:lnTo>
                    <a:lnTo>
                      <a:pt x="568643" y="130493"/>
                    </a:lnTo>
                    <a:lnTo>
                      <a:pt x="0" y="13049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709" name="Google Shape;1709;p49"/>
          <p:cNvGrpSpPr/>
          <p:nvPr/>
        </p:nvGrpSpPr>
        <p:grpSpPr>
          <a:xfrm>
            <a:off x="3850155" y="3557777"/>
            <a:ext cx="1274019" cy="400438"/>
            <a:chOff x="3513442" y="3605564"/>
            <a:chExt cx="1274019" cy="400438"/>
          </a:xfrm>
        </p:grpSpPr>
        <p:sp>
          <p:nvSpPr>
            <p:cNvPr id="1710" name="Google Shape;1710;p49"/>
            <p:cNvSpPr/>
            <p:nvPr/>
          </p:nvSpPr>
          <p:spPr>
            <a:xfrm>
              <a:off x="3513442" y="3605564"/>
              <a:ext cx="1274019" cy="400438"/>
            </a:xfrm>
            <a:custGeom>
              <a:avLst/>
              <a:gdLst/>
              <a:ahLst/>
              <a:cxnLst/>
              <a:rect l="l" t="t" r="r" b="b"/>
              <a:pathLst>
                <a:path w="1512189" h="475297" extrusionOk="0">
                  <a:moveTo>
                    <a:pt x="1274540" y="475297"/>
                  </a:moveTo>
                  <a:lnTo>
                    <a:pt x="237649" y="475297"/>
                  </a:lnTo>
                  <a:cubicBezTo>
                    <a:pt x="106966" y="475297"/>
                    <a:pt x="0" y="368332"/>
                    <a:pt x="0" y="237648"/>
                  </a:cubicBezTo>
                  <a:lnTo>
                    <a:pt x="0" y="237648"/>
                  </a:lnTo>
                  <a:cubicBezTo>
                    <a:pt x="0" y="106966"/>
                    <a:pt x="106966" y="0"/>
                    <a:pt x="237649" y="0"/>
                  </a:cubicBezTo>
                  <a:lnTo>
                    <a:pt x="1274540" y="0"/>
                  </a:lnTo>
                  <a:cubicBezTo>
                    <a:pt x="1405224" y="0"/>
                    <a:pt x="1512189" y="106966"/>
                    <a:pt x="1512189" y="237648"/>
                  </a:cubicBezTo>
                  <a:lnTo>
                    <a:pt x="1512189" y="237648"/>
                  </a:lnTo>
                  <a:cubicBezTo>
                    <a:pt x="1512189" y="368332"/>
                    <a:pt x="1405224" y="475297"/>
                    <a:pt x="1274540" y="47529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11" name="Google Shape;1711;p49"/>
            <p:cNvGrpSpPr/>
            <p:nvPr/>
          </p:nvGrpSpPr>
          <p:grpSpPr>
            <a:xfrm>
              <a:off x="3682097" y="3678217"/>
              <a:ext cx="845361" cy="231656"/>
              <a:chOff x="5146631" y="6094907"/>
              <a:chExt cx="1004708" cy="275322"/>
            </a:xfrm>
          </p:grpSpPr>
          <p:grpSp>
            <p:nvGrpSpPr>
              <p:cNvPr id="1712" name="Google Shape;1712;p49"/>
              <p:cNvGrpSpPr/>
              <p:nvPr/>
            </p:nvGrpSpPr>
            <p:grpSpPr>
              <a:xfrm>
                <a:off x="5146631" y="6094907"/>
                <a:ext cx="606553" cy="275322"/>
                <a:chOff x="5146631" y="6094907"/>
                <a:chExt cx="606553" cy="275322"/>
              </a:xfrm>
            </p:grpSpPr>
            <p:grpSp>
              <p:nvGrpSpPr>
                <p:cNvPr id="1713" name="Google Shape;1713;p49"/>
                <p:cNvGrpSpPr/>
                <p:nvPr/>
              </p:nvGrpSpPr>
              <p:grpSpPr>
                <a:xfrm>
                  <a:off x="5489162" y="6099249"/>
                  <a:ext cx="264022" cy="264022"/>
                  <a:chOff x="5489162" y="6099249"/>
                  <a:chExt cx="264022" cy="264022"/>
                </a:xfrm>
              </p:grpSpPr>
              <p:sp>
                <p:nvSpPr>
                  <p:cNvPr id="1714" name="Google Shape;1714;p49"/>
                  <p:cNvSpPr/>
                  <p:nvPr/>
                </p:nvSpPr>
                <p:spPr>
                  <a:xfrm>
                    <a:off x="5489162" y="6244495"/>
                    <a:ext cx="118776" cy="118776"/>
                  </a:xfrm>
                  <a:custGeom>
                    <a:avLst/>
                    <a:gdLst/>
                    <a:ahLst/>
                    <a:cxnLst/>
                    <a:rect l="l" t="t" r="r" b="b"/>
                    <a:pathLst>
                      <a:path w="118776" h="118776" extrusionOk="0">
                        <a:moveTo>
                          <a:pt x="46482" y="86677"/>
                        </a:moveTo>
                        <a:lnTo>
                          <a:pt x="118777" y="14478"/>
                        </a:lnTo>
                        <a:lnTo>
                          <a:pt x="104299" y="0"/>
                        </a:lnTo>
                        <a:lnTo>
                          <a:pt x="32099" y="72199"/>
                        </a:lnTo>
                        <a:lnTo>
                          <a:pt x="17621" y="80296"/>
                        </a:lnTo>
                        <a:lnTo>
                          <a:pt x="0" y="107537"/>
                        </a:lnTo>
                        <a:lnTo>
                          <a:pt x="11239" y="118776"/>
                        </a:lnTo>
                        <a:lnTo>
                          <a:pt x="38481" y="101155"/>
                        </a:lnTo>
                        <a:lnTo>
                          <a:pt x="46482" y="86677"/>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15" name="Google Shape;1715;p49"/>
                  <p:cNvSpPr/>
                  <p:nvPr/>
                </p:nvSpPr>
                <p:spPr>
                  <a:xfrm>
                    <a:off x="5571077" y="6099249"/>
                    <a:ext cx="182107" cy="182107"/>
                  </a:xfrm>
                  <a:custGeom>
                    <a:avLst/>
                    <a:gdLst/>
                    <a:ahLst/>
                    <a:cxnLst/>
                    <a:rect l="l" t="t" r="r" b="b"/>
                    <a:pathLst>
                      <a:path w="182107" h="182107" extrusionOk="0">
                        <a:moveTo>
                          <a:pt x="101822" y="152484"/>
                        </a:moveTo>
                        <a:lnTo>
                          <a:pt x="176022" y="78285"/>
                        </a:lnTo>
                        <a:cubicBezTo>
                          <a:pt x="178117" y="76189"/>
                          <a:pt x="179641" y="73522"/>
                          <a:pt x="180308" y="70665"/>
                        </a:cubicBezTo>
                        <a:cubicBezTo>
                          <a:pt x="182689" y="60664"/>
                          <a:pt x="186118" y="37803"/>
                          <a:pt x="165259" y="16848"/>
                        </a:cubicBezTo>
                        <a:cubicBezTo>
                          <a:pt x="144399" y="-4011"/>
                          <a:pt x="121444" y="-582"/>
                          <a:pt x="111442" y="1799"/>
                        </a:cubicBezTo>
                        <a:cubicBezTo>
                          <a:pt x="108585" y="2465"/>
                          <a:pt x="105918" y="3990"/>
                          <a:pt x="103822" y="6085"/>
                        </a:cubicBezTo>
                        <a:lnTo>
                          <a:pt x="29623" y="80285"/>
                        </a:lnTo>
                        <a:cubicBezTo>
                          <a:pt x="41148" y="91810"/>
                          <a:pt x="41148" y="110479"/>
                          <a:pt x="29623" y="122005"/>
                        </a:cubicBezTo>
                        <a:lnTo>
                          <a:pt x="23241" y="128386"/>
                        </a:lnTo>
                        <a:lnTo>
                          <a:pt x="12001" y="117147"/>
                        </a:lnTo>
                        <a:lnTo>
                          <a:pt x="0" y="129148"/>
                        </a:lnTo>
                        <a:lnTo>
                          <a:pt x="52959" y="182107"/>
                        </a:lnTo>
                        <a:lnTo>
                          <a:pt x="64960" y="170106"/>
                        </a:lnTo>
                        <a:lnTo>
                          <a:pt x="53721" y="158866"/>
                        </a:lnTo>
                        <a:lnTo>
                          <a:pt x="60103" y="152484"/>
                        </a:lnTo>
                        <a:cubicBezTo>
                          <a:pt x="71628" y="140959"/>
                          <a:pt x="90297" y="140959"/>
                          <a:pt x="101822" y="15248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716" name="Google Shape;1716;p49"/>
                <p:cNvGrpSpPr/>
                <p:nvPr/>
              </p:nvGrpSpPr>
              <p:grpSpPr>
                <a:xfrm>
                  <a:off x="5146631" y="6094907"/>
                  <a:ext cx="275536" cy="275322"/>
                  <a:chOff x="5146631" y="6094907"/>
                  <a:chExt cx="275536" cy="275322"/>
                </a:xfrm>
              </p:grpSpPr>
              <p:sp>
                <p:nvSpPr>
                  <p:cNvPr id="1717" name="Google Shape;1717;p49"/>
                  <p:cNvSpPr/>
                  <p:nvPr/>
                </p:nvSpPr>
                <p:spPr>
                  <a:xfrm>
                    <a:off x="5146631" y="6094907"/>
                    <a:ext cx="275536" cy="275322"/>
                  </a:xfrm>
                  <a:custGeom>
                    <a:avLst/>
                    <a:gdLst/>
                    <a:ahLst/>
                    <a:cxnLst/>
                    <a:rect l="l" t="t" r="r" b="b"/>
                    <a:pathLst>
                      <a:path w="275536" h="275322" extrusionOk="0">
                        <a:moveTo>
                          <a:pt x="113835" y="201498"/>
                        </a:moveTo>
                        <a:lnTo>
                          <a:pt x="201560" y="113773"/>
                        </a:lnTo>
                        <a:cubicBezTo>
                          <a:pt x="206799" y="108534"/>
                          <a:pt x="214038" y="105772"/>
                          <a:pt x="221563" y="105962"/>
                        </a:cubicBezTo>
                        <a:cubicBezTo>
                          <a:pt x="235469" y="106248"/>
                          <a:pt x="249471" y="101105"/>
                          <a:pt x="260044" y="90437"/>
                        </a:cubicBezTo>
                        <a:cubicBezTo>
                          <a:pt x="274141" y="76340"/>
                          <a:pt x="278617" y="56147"/>
                          <a:pt x="273474" y="38240"/>
                        </a:cubicBezTo>
                        <a:lnTo>
                          <a:pt x="247375" y="64338"/>
                        </a:lnTo>
                        <a:lnTo>
                          <a:pt x="218610" y="56623"/>
                        </a:lnTo>
                        <a:lnTo>
                          <a:pt x="210895" y="27857"/>
                        </a:lnTo>
                        <a:lnTo>
                          <a:pt x="236803" y="1950"/>
                        </a:lnTo>
                        <a:cubicBezTo>
                          <a:pt x="218991" y="-3004"/>
                          <a:pt x="199084" y="1473"/>
                          <a:pt x="185082" y="15475"/>
                        </a:cubicBezTo>
                        <a:cubicBezTo>
                          <a:pt x="174509" y="26048"/>
                          <a:pt x="169271" y="40050"/>
                          <a:pt x="169556" y="53956"/>
                        </a:cubicBezTo>
                        <a:cubicBezTo>
                          <a:pt x="169747" y="61386"/>
                          <a:pt x="166984" y="68625"/>
                          <a:pt x="161746" y="73959"/>
                        </a:cubicBezTo>
                        <a:lnTo>
                          <a:pt x="74021" y="161683"/>
                        </a:lnTo>
                        <a:cubicBezTo>
                          <a:pt x="68782" y="166922"/>
                          <a:pt x="61543" y="169685"/>
                          <a:pt x="54018" y="169494"/>
                        </a:cubicBezTo>
                        <a:cubicBezTo>
                          <a:pt x="40112" y="169209"/>
                          <a:pt x="26110" y="174352"/>
                          <a:pt x="15537" y="185020"/>
                        </a:cubicBezTo>
                        <a:cubicBezTo>
                          <a:pt x="-5989" y="206546"/>
                          <a:pt x="-5132" y="241884"/>
                          <a:pt x="18014" y="262267"/>
                        </a:cubicBezTo>
                        <a:cubicBezTo>
                          <a:pt x="38207" y="280079"/>
                          <a:pt x="69258" y="279603"/>
                          <a:pt x="88975" y="261220"/>
                        </a:cubicBezTo>
                        <a:cubicBezTo>
                          <a:pt x="100691" y="250361"/>
                          <a:pt x="106310" y="235502"/>
                          <a:pt x="105834" y="220834"/>
                        </a:cubicBezTo>
                        <a:cubicBezTo>
                          <a:pt x="105644" y="213595"/>
                          <a:pt x="108501" y="206546"/>
                          <a:pt x="113645" y="201403"/>
                        </a:cubicBezTo>
                        <a:close/>
                        <a:moveTo>
                          <a:pt x="46779" y="244837"/>
                        </a:moveTo>
                        <a:lnTo>
                          <a:pt x="30301" y="228358"/>
                        </a:lnTo>
                        <a:lnTo>
                          <a:pt x="36302" y="205880"/>
                        </a:lnTo>
                        <a:lnTo>
                          <a:pt x="58781" y="199879"/>
                        </a:lnTo>
                        <a:lnTo>
                          <a:pt x="75259" y="216357"/>
                        </a:lnTo>
                        <a:lnTo>
                          <a:pt x="69258" y="238836"/>
                        </a:lnTo>
                        <a:lnTo>
                          <a:pt x="46779" y="2448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18" name="Google Shape;1718;p49"/>
                  <p:cNvSpPr/>
                  <p:nvPr/>
                </p:nvSpPr>
                <p:spPr>
                  <a:xfrm>
                    <a:off x="5260276" y="6213157"/>
                    <a:ext cx="43719" cy="43719"/>
                  </a:xfrm>
                  <a:custGeom>
                    <a:avLst/>
                    <a:gdLst/>
                    <a:ahLst/>
                    <a:cxnLst/>
                    <a:rect l="l" t="t" r="r" b="b"/>
                    <a:pathLst>
                      <a:path w="43719" h="43719" extrusionOk="0">
                        <a:moveTo>
                          <a:pt x="2286" y="41434"/>
                        </a:moveTo>
                        <a:lnTo>
                          <a:pt x="2286" y="41434"/>
                        </a:lnTo>
                        <a:cubicBezTo>
                          <a:pt x="-762" y="38386"/>
                          <a:pt x="-762" y="33433"/>
                          <a:pt x="2286" y="30385"/>
                        </a:cubicBezTo>
                        <a:lnTo>
                          <a:pt x="30385" y="2286"/>
                        </a:lnTo>
                        <a:cubicBezTo>
                          <a:pt x="33433" y="-762"/>
                          <a:pt x="38386" y="-762"/>
                          <a:pt x="41434" y="2286"/>
                        </a:cubicBezTo>
                        <a:lnTo>
                          <a:pt x="41434" y="2286"/>
                        </a:lnTo>
                        <a:cubicBezTo>
                          <a:pt x="44482" y="5334"/>
                          <a:pt x="44482" y="10287"/>
                          <a:pt x="41434" y="13335"/>
                        </a:cubicBezTo>
                        <a:lnTo>
                          <a:pt x="13335" y="41434"/>
                        </a:lnTo>
                        <a:cubicBezTo>
                          <a:pt x="10287" y="44482"/>
                          <a:pt x="5334" y="44482"/>
                          <a:pt x="2286" y="41434"/>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719" name="Google Shape;1719;p49"/>
              <p:cNvGrpSpPr/>
              <p:nvPr/>
            </p:nvGrpSpPr>
            <p:grpSpPr>
              <a:xfrm>
                <a:off x="5861113" y="6111239"/>
                <a:ext cx="290226" cy="238506"/>
                <a:chOff x="5861113" y="6111239"/>
                <a:chExt cx="290226" cy="238506"/>
              </a:xfrm>
            </p:grpSpPr>
            <p:sp>
              <p:nvSpPr>
                <p:cNvPr id="1720" name="Google Shape;1720;p49"/>
                <p:cNvSpPr/>
                <p:nvPr/>
              </p:nvSpPr>
              <p:spPr>
                <a:xfrm>
                  <a:off x="5861113" y="6111239"/>
                  <a:ext cx="197929" cy="198025"/>
                </a:xfrm>
                <a:custGeom>
                  <a:avLst/>
                  <a:gdLst/>
                  <a:ahLst/>
                  <a:cxnLst/>
                  <a:rect l="l" t="t" r="r" b="b"/>
                  <a:pathLst>
                    <a:path w="197929" h="198025" extrusionOk="0">
                      <a:moveTo>
                        <a:pt x="196215" y="117443"/>
                      </a:moveTo>
                      <a:cubicBezTo>
                        <a:pt x="197358" y="111443"/>
                        <a:pt x="197929" y="105346"/>
                        <a:pt x="197929" y="98965"/>
                      </a:cubicBezTo>
                      <a:cubicBezTo>
                        <a:pt x="197929" y="92583"/>
                        <a:pt x="197358" y="86487"/>
                        <a:pt x="196215" y="80486"/>
                      </a:cubicBezTo>
                      <a:lnTo>
                        <a:pt x="164116" y="80486"/>
                      </a:lnTo>
                      <a:cubicBezTo>
                        <a:pt x="162687" y="75343"/>
                        <a:pt x="160592" y="70485"/>
                        <a:pt x="158115" y="65913"/>
                      </a:cubicBezTo>
                      <a:lnTo>
                        <a:pt x="180785" y="43244"/>
                      </a:lnTo>
                      <a:cubicBezTo>
                        <a:pt x="173832" y="32957"/>
                        <a:pt x="164973" y="24099"/>
                        <a:pt x="154686" y="17145"/>
                      </a:cubicBezTo>
                      <a:lnTo>
                        <a:pt x="132017" y="39815"/>
                      </a:lnTo>
                      <a:cubicBezTo>
                        <a:pt x="127445" y="37243"/>
                        <a:pt x="122587" y="35243"/>
                        <a:pt x="117443" y="33814"/>
                      </a:cubicBezTo>
                      <a:lnTo>
                        <a:pt x="117443" y="1715"/>
                      </a:lnTo>
                      <a:cubicBezTo>
                        <a:pt x="111443" y="571"/>
                        <a:pt x="105346" y="0"/>
                        <a:pt x="98965" y="0"/>
                      </a:cubicBezTo>
                      <a:cubicBezTo>
                        <a:pt x="92583" y="0"/>
                        <a:pt x="86487" y="571"/>
                        <a:pt x="80486" y="1715"/>
                      </a:cubicBezTo>
                      <a:lnTo>
                        <a:pt x="80486" y="33814"/>
                      </a:lnTo>
                      <a:cubicBezTo>
                        <a:pt x="75343" y="35243"/>
                        <a:pt x="70485" y="37338"/>
                        <a:pt x="65913" y="39815"/>
                      </a:cubicBezTo>
                      <a:lnTo>
                        <a:pt x="43244" y="17145"/>
                      </a:lnTo>
                      <a:cubicBezTo>
                        <a:pt x="32956" y="24099"/>
                        <a:pt x="24098" y="33052"/>
                        <a:pt x="17145" y="43244"/>
                      </a:cubicBezTo>
                      <a:lnTo>
                        <a:pt x="39814" y="65913"/>
                      </a:lnTo>
                      <a:cubicBezTo>
                        <a:pt x="37243" y="70485"/>
                        <a:pt x="35243" y="75343"/>
                        <a:pt x="33814" y="80486"/>
                      </a:cubicBezTo>
                      <a:lnTo>
                        <a:pt x="1714" y="80486"/>
                      </a:lnTo>
                      <a:cubicBezTo>
                        <a:pt x="571" y="86487"/>
                        <a:pt x="0" y="92679"/>
                        <a:pt x="0" y="98965"/>
                      </a:cubicBezTo>
                      <a:cubicBezTo>
                        <a:pt x="0" y="105252"/>
                        <a:pt x="571" y="111443"/>
                        <a:pt x="1714" y="117443"/>
                      </a:cubicBezTo>
                      <a:lnTo>
                        <a:pt x="33814" y="117443"/>
                      </a:lnTo>
                      <a:cubicBezTo>
                        <a:pt x="35243" y="122587"/>
                        <a:pt x="37338" y="127445"/>
                        <a:pt x="39814" y="132017"/>
                      </a:cubicBezTo>
                      <a:lnTo>
                        <a:pt x="17145" y="154686"/>
                      </a:lnTo>
                      <a:cubicBezTo>
                        <a:pt x="24098" y="164973"/>
                        <a:pt x="32956" y="173831"/>
                        <a:pt x="43244" y="180785"/>
                      </a:cubicBezTo>
                      <a:lnTo>
                        <a:pt x="65913" y="158115"/>
                      </a:lnTo>
                      <a:cubicBezTo>
                        <a:pt x="70485" y="160687"/>
                        <a:pt x="75343" y="162687"/>
                        <a:pt x="80486" y="164211"/>
                      </a:cubicBezTo>
                      <a:lnTo>
                        <a:pt x="80486" y="196311"/>
                      </a:lnTo>
                      <a:cubicBezTo>
                        <a:pt x="86487" y="197454"/>
                        <a:pt x="92678" y="198025"/>
                        <a:pt x="98965" y="198025"/>
                      </a:cubicBezTo>
                      <a:cubicBezTo>
                        <a:pt x="105251" y="198025"/>
                        <a:pt x="111443" y="197454"/>
                        <a:pt x="117443" y="196311"/>
                      </a:cubicBezTo>
                      <a:lnTo>
                        <a:pt x="117443" y="164211"/>
                      </a:lnTo>
                      <a:cubicBezTo>
                        <a:pt x="122587" y="162783"/>
                        <a:pt x="127445" y="160687"/>
                        <a:pt x="132017" y="158115"/>
                      </a:cubicBezTo>
                      <a:lnTo>
                        <a:pt x="154686" y="180785"/>
                      </a:lnTo>
                      <a:cubicBezTo>
                        <a:pt x="164973" y="173831"/>
                        <a:pt x="173832" y="164973"/>
                        <a:pt x="180785" y="154686"/>
                      </a:cubicBezTo>
                      <a:lnTo>
                        <a:pt x="158115" y="132017"/>
                      </a:lnTo>
                      <a:cubicBezTo>
                        <a:pt x="160687" y="127445"/>
                        <a:pt x="162687" y="122587"/>
                        <a:pt x="164116" y="117443"/>
                      </a:cubicBezTo>
                      <a:lnTo>
                        <a:pt x="196215" y="117443"/>
                      </a:lnTo>
                      <a:close/>
                      <a:moveTo>
                        <a:pt x="98870" y="118968"/>
                      </a:moveTo>
                      <a:cubicBezTo>
                        <a:pt x="87821" y="118968"/>
                        <a:pt x="78867" y="110014"/>
                        <a:pt x="78867" y="98965"/>
                      </a:cubicBezTo>
                      <a:cubicBezTo>
                        <a:pt x="78867" y="87916"/>
                        <a:pt x="87821" y="78963"/>
                        <a:pt x="98870" y="78963"/>
                      </a:cubicBezTo>
                      <a:cubicBezTo>
                        <a:pt x="109919" y="78963"/>
                        <a:pt x="118872" y="87916"/>
                        <a:pt x="118872" y="98965"/>
                      </a:cubicBezTo>
                      <a:cubicBezTo>
                        <a:pt x="118872" y="110014"/>
                        <a:pt x="109919" y="118968"/>
                        <a:pt x="98870" y="11896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21" name="Google Shape;1721;p49"/>
                <p:cNvSpPr/>
                <p:nvPr/>
              </p:nvSpPr>
              <p:spPr>
                <a:xfrm>
                  <a:off x="6030848" y="6229159"/>
                  <a:ext cx="120491" cy="120586"/>
                </a:xfrm>
                <a:custGeom>
                  <a:avLst/>
                  <a:gdLst/>
                  <a:ahLst/>
                  <a:cxnLst/>
                  <a:rect l="l" t="t" r="r" b="b"/>
                  <a:pathLst>
                    <a:path w="120491" h="120586" extrusionOk="0">
                      <a:moveTo>
                        <a:pt x="119444" y="71533"/>
                      </a:moveTo>
                      <a:cubicBezTo>
                        <a:pt x="120111" y="67913"/>
                        <a:pt x="120491" y="64198"/>
                        <a:pt x="120491" y="60293"/>
                      </a:cubicBezTo>
                      <a:cubicBezTo>
                        <a:pt x="120491" y="56388"/>
                        <a:pt x="120111" y="52674"/>
                        <a:pt x="119444" y="49054"/>
                      </a:cubicBezTo>
                      <a:lnTo>
                        <a:pt x="99918" y="49054"/>
                      </a:lnTo>
                      <a:cubicBezTo>
                        <a:pt x="99060" y="45911"/>
                        <a:pt x="97822" y="42958"/>
                        <a:pt x="96203" y="40196"/>
                      </a:cubicBezTo>
                      <a:lnTo>
                        <a:pt x="110014" y="26384"/>
                      </a:lnTo>
                      <a:cubicBezTo>
                        <a:pt x="105728" y="20193"/>
                        <a:pt x="100394" y="14764"/>
                        <a:pt x="94107" y="10478"/>
                      </a:cubicBezTo>
                      <a:lnTo>
                        <a:pt x="80296" y="24289"/>
                      </a:lnTo>
                      <a:cubicBezTo>
                        <a:pt x="77534" y="22765"/>
                        <a:pt x="74581" y="21527"/>
                        <a:pt x="71438" y="20574"/>
                      </a:cubicBezTo>
                      <a:lnTo>
                        <a:pt x="71438" y="1048"/>
                      </a:lnTo>
                      <a:cubicBezTo>
                        <a:pt x="67819" y="381"/>
                        <a:pt x="64104" y="0"/>
                        <a:pt x="60198" y="0"/>
                      </a:cubicBezTo>
                      <a:cubicBezTo>
                        <a:pt x="56293" y="0"/>
                        <a:pt x="52578" y="381"/>
                        <a:pt x="48959" y="1048"/>
                      </a:cubicBezTo>
                      <a:lnTo>
                        <a:pt x="48959" y="20574"/>
                      </a:lnTo>
                      <a:cubicBezTo>
                        <a:pt x="45815" y="21431"/>
                        <a:pt x="42863" y="22670"/>
                        <a:pt x="40100" y="24289"/>
                      </a:cubicBezTo>
                      <a:lnTo>
                        <a:pt x="26289" y="10478"/>
                      </a:lnTo>
                      <a:cubicBezTo>
                        <a:pt x="20098" y="14764"/>
                        <a:pt x="14669" y="20098"/>
                        <a:pt x="10478" y="26384"/>
                      </a:cubicBezTo>
                      <a:lnTo>
                        <a:pt x="24289" y="40196"/>
                      </a:lnTo>
                      <a:cubicBezTo>
                        <a:pt x="22765" y="42958"/>
                        <a:pt x="21527" y="45911"/>
                        <a:pt x="20574" y="49054"/>
                      </a:cubicBezTo>
                      <a:lnTo>
                        <a:pt x="1048" y="49054"/>
                      </a:lnTo>
                      <a:cubicBezTo>
                        <a:pt x="381" y="52674"/>
                        <a:pt x="0" y="56483"/>
                        <a:pt x="0" y="60293"/>
                      </a:cubicBezTo>
                      <a:cubicBezTo>
                        <a:pt x="0" y="64104"/>
                        <a:pt x="381" y="67913"/>
                        <a:pt x="1048" y="71533"/>
                      </a:cubicBezTo>
                      <a:lnTo>
                        <a:pt x="20574" y="71533"/>
                      </a:lnTo>
                      <a:cubicBezTo>
                        <a:pt x="21431" y="74676"/>
                        <a:pt x="22670" y="77629"/>
                        <a:pt x="24289" y="80391"/>
                      </a:cubicBezTo>
                      <a:lnTo>
                        <a:pt x="10478" y="94202"/>
                      </a:lnTo>
                      <a:cubicBezTo>
                        <a:pt x="14669" y="100394"/>
                        <a:pt x="20098" y="105823"/>
                        <a:pt x="26289" y="110109"/>
                      </a:cubicBezTo>
                      <a:lnTo>
                        <a:pt x="40100" y="96298"/>
                      </a:lnTo>
                      <a:cubicBezTo>
                        <a:pt x="42863" y="97822"/>
                        <a:pt x="45815" y="99060"/>
                        <a:pt x="48959" y="100013"/>
                      </a:cubicBezTo>
                      <a:lnTo>
                        <a:pt x="48959" y="119539"/>
                      </a:lnTo>
                      <a:cubicBezTo>
                        <a:pt x="52578" y="120205"/>
                        <a:pt x="56388" y="120587"/>
                        <a:pt x="60198" y="120587"/>
                      </a:cubicBezTo>
                      <a:cubicBezTo>
                        <a:pt x="64008" y="120587"/>
                        <a:pt x="67819" y="120205"/>
                        <a:pt x="71438" y="119539"/>
                      </a:cubicBezTo>
                      <a:lnTo>
                        <a:pt x="71438" y="100013"/>
                      </a:lnTo>
                      <a:cubicBezTo>
                        <a:pt x="74581" y="99156"/>
                        <a:pt x="77534" y="97917"/>
                        <a:pt x="80296" y="96298"/>
                      </a:cubicBezTo>
                      <a:lnTo>
                        <a:pt x="94107" y="110109"/>
                      </a:lnTo>
                      <a:cubicBezTo>
                        <a:pt x="100299" y="105823"/>
                        <a:pt x="105728" y="100489"/>
                        <a:pt x="110014" y="94202"/>
                      </a:cubicBezTo>
                      <a:lnTo>
                        <a:pt x="96203" y="80391"/>
                      </a:lnTo>
                      <a:cubicBezTo>
                        <a:pt x="97727" y="77629"/>
                        <a:pt x="98965" y="74676"/>
                        <a:pt x="99918" y="71533"/>
                      </a:cubicBezTo>
                      <a:lnTo>
                        <a:pt x="119444" y="71533"/>
                      </a:lnTo>
                      <a:close/>
                      <a:moveTo>
                        <a:pt x="60293" y="72486"/>
                      </a:moveTo>
                      <a:cubicBezTo>
                        <a:pt x="53626" y="72486"/>
                        <a:pt x="48196" y="67056"/>
                        <a:pt x="48196" y="60389"/>
                      </a:cubicBezTo>
                      <a:cubicBezTo>
                        <a:pt x="48196" y="53721"/>
                        <a:pt x="53626" y="48292"/>
                        <a:pt x="60293" y="48292"/>
                      </a:cubicBezTo>
                      <a:cubicBezTo>
                        <a:pt x="66961" y="48292"/>
                        <a:pt x="72390" y="53721"/>
                        <a:pt x="72390" y="60389"/>
                      </a:cubicBezTo>
                      <a:cubicBezTo>
                        <a:pt x="72390" y="67056"/>
                        <a:pt x="66961" y="72486"/>
                        <a:pt x="60293" y="72486"/>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1722" name="Google Shape;1722;p49"/>
          <p:cNvGrpSpPr/>
          <p:nvPr/>
        </p:nvGrpSpPr>
        <p:grpSpPr>
          <a:xfrm>
            <a:off x="7156808" y="2985836"/>
            <a:ext cx="1273957" cy="1618064"/>
            <a:chOff x="3201801" y="1970434"/>
            <a:chExt cx="2073497" cy="2633567"/>
          </a:xfrm>
        </p:grpSpPr>
        <p:sp>
          <p:nvSpPr>
            <p:cNvPr id="1723" name="Google Shape;1723;p49"/>
            <p:cNvSpPr/>
            <p:nvPr/>
          </p:nvSpPr>
          <p:spPr>
            <a:xfrm>
              <a:off x="3201801" y="3436332"/>
              <a:ext cx="480250" cy="996124"/>
            </a:xfrm>
            <a:custGeom>
              <a:avLst/>
              <a:gdLst/>
              <a:ahLst/>
              <a:cxnLst/>
              <a:rect l="l" t="t" r="r" b="b"/>
              <a:pathLst>
                <a:path w="480250" h="996124" extrusionOk="0">
                  <a:moveTo>
                    <a:pt x="92107" y="0"/>
                  </a:moveTo>
                  <a:lnTo>
                    <a:pt x="480250" y="0"/>
                  </a:lnTo>
                  <a:lnTo>
                    <a:pt x="480250" y="996124"/>
                  </a:lnTo>
                  <a:lnTo>
                    <a:pt x="92107" y="996124"/>
                  </a:lnTo>
                  <a:cubicBezTo>
                    <a:pt x="41243" y="996124"/>
                    <a:pt x="0" y="954881"/>
                    <a:pt x="0" y="904018"/>
                  </a:cubicBezTo>
                  <a:lnTo>
                    <a:pt x="0" y="92107"/>
                  </a:lnTo>
                  <a:cubicBezTo>
                    <a:pt x="0" y="41243"/>
                    <a:pt x="41243" y="0"/>
                    <a:pt x="92107"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24" name="Google Shape;1724;p49"/>
            <p:cNvGrpSpPr/>
            <p:nvPr/>
          </p:nvGrpSpPr>
          <p:grpSpPr>
            <a:xfrm>
              <a:off x="3305147" y="3838453"/>
              <a:ext cx="209192" cy="209193"/>
              <a:chOff x="3927347" y="4792003"/>
              <a:chExt cx="209192" cy="209193"/>
            </a:xfrm>
          </p:grpSpPr>
          <p:grpSp>
            <p:nvGrpSpPr>
              <p:cNvPr id="1725" name="Google Shape;1725;p49"/>
              <p:cNvGrpSpPr/>
              <p:nvPr/>
            </p:nvGrpSpPr>
            <p:grpSpPr>
              <a:xfrm>
                <a:off x="3927347" y="4792003"/>
                <a:ext cx="209192" cy="209192"/>
                <a:chOff x="3927347" y="4792003"/>
                <a:chExt cx="209192" cy="209192"/>
              </a:xfrm>
            </p:grpSpPr>
            <p:sp>
              <p:nvSpPr>
                <p:cNvPr id="1726" name="Google Shape;1726;p49"/>
                <p:cNvSpPr/>
                <p:nvPr/>
              </p:nvSpPr>
              <p:spPr>
                <a:xfrm>
                  <a:off x="3927347" y="4792003"/>
                  <a:ext cx="209192" cy="209192"/>
                </a:xfrm>
                <a:custGeom>
                  <a:avLst/>
                  <a:gdLst/>
                  <a:ahLst/>
                  <a:cxnLst/>
                  <a:rect l="l" t="t" r="r" b="b"/>
                  <a:pathLst>
                    <a:path w="209192" h="209192" extrusionOk="0">
                      <a:moveTo>
                        <a:pt x="199263" y="9930"/>
                      </a:moveTo>
                      <a:lnTo>
                        <a:pt x="199263" y="9930"/>
                      </a:lnTo>
                      <a:cubicBezTo>
                        <a:pt x="212503" y="23170"/>
                        <a:pt x="212503" y="44601"/>
                        <a:pt x="199263" y="57841"/>
                      </a:cubicBezTo>
                      <a:lnTo>
                        <a:pt x="47911" y="209193"/>
                      </a:lnTo>
                      <a:lnTo>
                        <a:pt x="0" y="209193"/>
                      </a:lnTo>
                      <a:lnTo>
                        <a:pt x="0" y="161282"/>
                      </a:lnTo>
                      <a:lnTo>
                        <a:pt x="151352" y="9930"/>
                      </a:lnTo>
                      <a:cubicBezTo>
                        <a:pt x="164592" y="-3310"/>
                        <a:pt x="186023" y="-3310"/>
                        <a:pt x="199263" y="993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27" name="Google Shape;1727;p49"/>
                <p:cNvSpPr/>
                <p:nvPr/>
              </p:nvSpPr>
              <p:spPr>
                <a:xfrm>
                  <a:off x="3927824" y="4805933"/>
                  <a:ext cx="194881" cy="194881"/>
                </a:xfrm>
                <a:custGeom>
                  <a:avLst/>
                  <a:gdLst/>
                  <a:ahLst/>
                  <a:cxnLst/>
                  <a:rect l="l" t="t" r="r" b="b"/>
                  <a:pathLst>
                    <a:path w="194881" h="194881" extrusionOk="0">
                      <a:moveTo>
                        <a:pt x="146875" y="0"/>
                      </a:moveTo>
                      <a:lnTo>
                        <a:pt x="134207" y="12763"/>
                      </a:lnTo>
                      <a:lnTo>
                        <a:pt x="0" y="146971"/>
                      </a:lnTo>
                      <a:lnTo>
                        <a:pt x="47911" y="194881"/>
                      </a:lnTo>
                      <a:lnTo>
                        <a:pt x="194881" y="47911"/>
                      </a:lnTo>
                      <a:lnTo>
                        <a:pt x="14697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728" name="Google Shape;1728;p49"/>
              <p:cNvSpPr/>
              <p:nvPr/>
            </p:nvSpPr>
            <p:spPr>
              <a:xfrm>
                <a:off x="3927347" y="4974050"/>
                <a:ext cx="27146" cy="27146"/>
              </a:xfrm>
              <a:custGeom>
                <a:avLst/>
                <a:gdLst/>
                <a:ahLst/>
                <a:cxnLst/>
                <a:rect l="l" t="t" r="r" b="b"/>
                <a:pathLst>
                  <a:path w="27146" h="27146" extrusionOk="0">
                    <a:moveTo>
                      <a:pt x="0" y="27146"/>
                    </a:moveTo>
                    <a:lnTo>
                      <a:pt x="27146" y="27146"/>
                    </a:lnTo>
                    <a:lnTo>
                      <a:pt x="0" y="0"/>
                    </a:lnTo>
                    <a:lnTo>
                      <a:pt x="0" y="2714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729" name="Google Shape;1729;p49"/>
            <p:cNvGrpSpPr/>
            <p:nvPr/>
          </p:nvGrpSpPr>
          <p:grpSpPr>
            <a:xfrm>
              <a:off x="3310386" y="4133276"/>
              <a:ext cx="200596" cy="205739"/>
              <a:chOff x="3932586" y="5086826"/>
              <a:chExt cx="200596" cy="205739"/>
            </a:xfrm>
          </p:grpSpPr>
          <p:sp>
            <p:nvSpPr>
              <p:cNvPr id="1730" name="Google Shape;1730;p49"/>
              <p:cNvSpPr/>
              <p:nvPr/>
            </p:nvSpPr>
            <p:spPr>
              <a:xfrm>
                <a:off x="3938397" y="5133879"/>
                <a:ext cx="188785" cy="158686"/>
              </a:xfrm>
              <a:custGeom>
                <a:avLst/>
                <a:gdLst/>
                <a:ahLst/>
                <a:cxnLst/>
                <a:rect l="l" t="t" r="r" b="b"/>
                <a:pathLst>
                  <a:path w="188785" h="158686" extrusionOk="0">
                    <a:moveTo>
                      <a:pt x="155067" y="158687"/>
                    </a:moveTo>
                    <a:lnTo>
                      <a:pt x="33718" y="158687"/>
                    </a:lnTo>
                    <a:lnTo>
                      <a:pt x="0" y="0"/>
                    </a:lnTo>
                    <a:lnTo>
                      <a:pt x="188786" y="0"/>
                    </a:lnTo>
                    <a:lnTo>
                      <a:pt x="155067" y="15868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31" name="Google Shape;1731;p49"/>
              <p:cNvGrpSpPr/>
              <p:nvPr/>
            </p:nvGrpSpPr>
            <p:grpSpPr>
              <a:xfrm>
                <a:off x="3932586" y="5086826"/>
                <a:ext cx="200596" cy="49434"/>
                <a:chOff x="3932586" y="5086826"/>
                <a:chExt cx="200596" cy="49434"/>
              </a:xfrm>
            </p:grpSpPr>
            <p:sp>
              <p:nvSpPr>
                <p:cNvPr id="1732" name="Google Shape;1732;p49"/>
                <p:cNvSpPr/>
                <p:nvPr/>
              </p:nvSpPr>
              <p:spPr>
                <a:xfrm>
                  <a:off x="3932586" y="5108828"/>
                  <a:ext cx="200596" cy="27432"/>
                </a:xfrm>
                <a:custGeom>
                  <a:avLst/>
                  <a:gdLst/>
                  <a:ahLst/>
                  <a:cxnLst/>
                  <a:rect l="l" t="t" r="r" b="b"/>
                  <a:pathLst>
                    <a:path w="200596" h="27432" extrusionOk="0">
                      <a:moveTo>
                        <a:pt x="16669" y="0"/>
                      </a:moveTo>
                      <a:lnTo>
                        <a:pt x="183832" y="0"/>
                      </a:lnTo>
                      <a:cubicBezTo>
                        <a:pt x="193072" y="0"/>
                        <a:pt x="200596" y="7525"/>
                        <a:pt x="200596" y="16764"/>
                      </a:cubicBezTo>
                      <a:lnTo>
                        <a:pt x="200596" y="27432"/>
                      </a:lnTo>
                      <a:lnTo>
                        <a:pt x="0" y="27432"/>
                      </a:lnTo>
                      <a:lnTo>
                        <a:pt x="0" y="16764"/>
                      </a:lnTo>
                      <a:cubicBezTo>
                        <a:pt x="0" y="7525"/>
                        <a:pt x="7525" y="0"/>
                        <a:pt x="16764"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33" name="Google Shape;1733;p49"/>
                <p:cNvSpPr/>
                <p:nvPr/>
              </p:nvSpPr>
              <p:spPr>
                <a:xfrm>
                  <a:off x="4002976" y="5086826"/>
                  <a:ext cx="59626" cy="26384"/>
                </a:xfrm>
                <a:custGeom>
                  <a:avLst/>
                  <a:gdLst/>
                  <a:ahLst/>
                  <a:cxnLst/>
                  <a:rect l="l" t="t" r="r" b="b"/>
                  <a:pathLst>
                    <a:path w="59626" h="26384" extrusionOk="0">
                      <a:moveTo>
                        <a:pt x="59627" y="26384"/>
                      </a:moveTo>
                      <a:lnTo>
                        <a:pt x="49340" y="26384"/>
                      </a:lnTo>
                      <a:lnTo>
                        <a:pt x="49340" y="14573"/>
                      </a:lnTo>
                      <a:cubicBezTo>
                        <a:pt x="49340" y="12192"/>
                        <a:pt x="47435" y="10287"/>
                        <a:pt x="45053" y="10287"/>
                      </a:cubicBezTo>
                      <a:lnTo>
                        <a:pt x="14573" y="10287"/>
                      </a:lnTo>
                      <a:cubicBezTo>
                        <a:pt x="12192" y="10287"/>
                        <a:pt x="10287" y="12192"/>
                        <a:pt x="10287" y="14573"/>
                      </a:cubicBezTo>
                      <a:lnTo>
                        <a:pt x="10287" y="26384"/>
                      </a:lnTo>
                      <a:lnTo>
                        <a:pt x="0" y="26384"/>
                      </a:lnTo>
                      <a:lnTo>
                        <a:pt x="0" y="14573"/>
                      </a:lnTo>
                      <a:cubicBezTo>
                        <a:pt x="0" y="6572"/>
                        <a:pt x="6572" y="0"/>
                        <a:pt x="14573" y="0"/>
                      </a:cubicBezTo>
                      <a:lnTo>
                        <a:pt x="45053" y="0"/>
                      </a:lnTo>
                      <a:cubicBezTo>
                        <a:pt x="53054" y="0"/>
                        <a:pt x="59627" y="6572"/>
                        <a:pt x="59627" y="14573"/>
                      </a:cubicBezTo>
                      <a:lnTo>
                        <a:pt x="59627" y="2638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734" name="Google Shape;1734;p49"/>
              <p:cNvGrpSpPr/>
              <p:nvPr/>
            </p:nvGrpSpPr>
            <p:grpSpPr>
              <a:xfrm>
                <a:off x="3983354" y="5165978"/>
                <a:ext cx="100298" cy="93154"/>
                <a:chOff x="3983354" y="5165978"/>
                <a:chExt cx="100298" cy="93154"/>
              </a:xfrm>
            </p:grpSpPr>
            <p:sp>
              <p:nvSpPr>
                <p:cNvPr id="1735" name="Google Shape;1735;p49"/>
                <p:cNvSpPr/>
                <p:nvPr/>
              </p:nvSpPr>
              <p:spPr>
                <a:xfrm>
                  <a:off x="4027646" y="5165978"/>
                  <a:ext cx="11810" cy="93154"/>
                </a:xfrm>
                <a:custGeom>
                  <a:avLst/>
                  <a:gdLst/>
                  <a:ahLst/>
                  <a:cxnLst/>
                  <a:rect l="l" t="t" r="r" b="b"/>
                  <a:pathLst>
                    <a:path w="11810" h="93154" extrusionOk="0">
                      <a:moveTo>
                        <a:pt x="5905" y="93155"/>
                      </a:moveTo>
                      <a:lnTo>
                        <a:pt x="5905" y="93155"/>
                      </a:lnTo>
                      <a:cubicBezTo>
                        <a:pt x="2667" y="93155"/>
                        <a:pt x="0" y="90488"/>
                        <a:pt x="0" y="87249"/>
                      </a:cubicBezTo>
                      <a:lnTo>
                        <a:pt x="0" y="5906"/>
                      </a:lnTo>
                      <a:cubicBezTo>
                        <a:pt x="0" y="2667"/>
                        <a:pt x="2667" y="0"/>
                        <a:pt x="5905" y="0"/>
                      </a:cubicBezTo>
                      <a:lnTo>
                        <a:pt x="5905" y="0"/>
                      </a:lnTo>
                      <a:cubicBezTo>
                        <a:pt x="9144" y="0"/>
                        <a:pt x="11811" y="2667"/>
                        <a:pt x="11811" y="5906"/>
                      </a:cubicBezTo>
                      <a:lnTo>
                        <a:pt x="11811" y="87249"/>
                      </a:lnTo>
                      <a:cubicBezTo>
                        <a:pt x="11811" y="90488"/>
                        <a:pt x="9144" y="93155"/>
                        <a:pt x="5905" y="9315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36" name="Google Shape;1736;p49"/>
                <p:cNvSpPr/>
                <p:nvPr/>
              </p:nvSpPr>
              <p:spPr>
                <a:xfrm>
                  <a:off x="4071842" y="5165978"/>
                  <a:ext cx="11810" cy="93154"/>
                </a:xfrm>
                <a:custGeom>
                  <a:avLst/>
                  <a:gdLst/>
                  <a:ahLst/>
                  <a:cxnLst/>
                  <a:rect l="l" t="t" r="r" b="b"/>
                  <a:pathLst>
                    <a:path w="11810" h="93154" extrusionOk="0">
                      <a:moveTo>
                        <a:pt x="5905" y="93155"/>
                      </a:moveTo>
                      <a:lnTo>
                        <a:pt x="5905" y="93155"/>
                      </a:lnTo>
                      <a:cubicBezTo>
                        <a:pt x="2667" y="93155"/>
                        <a:pt x="0" y="90488"/>
                        <a:pt x="0" y="87249"/>
                      </a:cubicBezTo>
                      <a:lnTo>
                        <a:pt x="0" y="5906"/>
                      </a:lnTo>
                      <a:cubicBezTo>
                        <a:pt x="0" y="2667"/>
                        <a:pt x="2667" y="0"/>
                        <a:pt x="5905" y="0"/>
                      </a:cubicBezTo>
                      <a:lnTo>
                        <a:pt x="5905" y="0"/>
                      </a:lnTo>
                      <a:cubicBezTo>
                        <a:pt x="9144" y="0"/>
                        <a:pt x="11811" y="2667"/>
                        <a:pt x="11811" y="5906"/>
                      </a:cubicBezTo>
                      <a:lnTo>
                        <a:pt x="11811" y="87249"/>
                      </a:lnTo>
                      <a:cubicBezTo>
                        <a:pt x="11811" y="90488"/>
                        <a:pt x="9144" y="93155"/>
                        <a:pt x="5905" y="9315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37" name="Google Shape;1737;p49"/>
                <p:cNvSpPr/>
                <p:nvPr/>
              </p:nvSpPr>
              <p:spPr>
                <a:xfrm>
                  <a:off x="3983354" y="5165978"/>
                  <a:ext cx="11811" cy="93154"/>
                </a:xfrm>
                <a:custGeom>
                  <a:avLst/>
                  <a:gdLst/>
                  <a:ahLst/>
                  <a:cxnLst/>
                  <a:rect l="l" t="t" r="r" b="b"/>
                  <a:pathLst>
                    <a:path w="11811" h="93154" extrusionOk="0">
                      <a:moveTo>
                        <a:pt x="5906" y="93155"/>
                      </a:moveTo>
                      <a:lnTo>
                        <a:pt x="5906" y="93155"/>
                      </a:lnTo>
                      <a:cubicBezTo>
                        <a:pt x="2667" y="93155"/>
                        <a:pt x="0" y="90488"/>
                        <a:pt x="0" y="87249"/>
                      </a:cubicBezTo>
                      <a:lnTo>
                        <a:pt x="0" y="5906"/>
                      </a:lnTo>
                      <a:cubicBezTo>
                        <a:pt x="0" y="2667"/>
                        <a:pt x="2667" y="0"/>
                        <a:pt x="5906" y="0"/>
                      </a:cubicBezTo>
                      <a:lnTo>
                        <a:pt x="5906" y="0"/>
                      </a:lnTo>
                      <a:cubicBezTo>
                        <a:pt x="9144" y="0"/>
                        <a:pt x="11811" y="2667"/>
                        <a:pt x="11811" y="5906"/>
                      </a:cubicBezTo>
                      <a:lnTo>
                        <a:pt x="11811" y="87249"/>
                      </a:lnTo>
                      <a:cubicBezTo>
                        <a:pt x="11811" y="90488"/>
                        <a:pt x="9144" y="93155"/>
                        <a:pt x="5906" y="9315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738" name="Google Shape;1738;p49"/>
            <p:cNvSpPr/>
            <p:nvPr/>
          </p:nvSpPr>
          <p:spPr>
            <a:xfrm>
              <a:off x="3302576" y="3531486"/>
              <a:ext cx="221170" cy="221170"/>
            </a:xfrm>
            <a:custGeom>
              <a:avLst/>
              <a:gdLst/>
              <a:ahLst/>
              <a:cxnLst/>
              <a:rect l="l" t="t" r="r" b="b"/>
              <a:pathLst>
                <a:path w="221170" h="221170" extrusionOk="0">
                  <a:moveTo>
                    <a:pt x="219170" y="131445"/>
                  </a:moveTo>
                  <a:cubicBezTo>
                    <a:pt x="220409" y="124682"/>
                    <a:pt x="221171" y="117824"/>
                    <a:pt x="221171" y="110680"/>
                  </a:cubicBezTo>
                  <a:cubicBezTo>
                    <a:pt x="221171" y="103537"/>
                    <a:pt x="220504" y="96679"/>
                    <a:pt x="219170" y="89916"/>
                  </a:cubicBezTo>
                  <a:lnTo>
                    <a:pt x="201168" y="89916"/>
                  </a:lnTo>
                  <a:cubicBezTo>
                    <a:pt x="197548" y="89916"/>
                    <a:pt x="196215" y="85058"/>
                    <a:pt x="199358" y="83248"/>
                  </a:cubicBezTo>
                  <a:lnTo>
                    <a:pt x="214979" y="74200"/>
                  </a:lnTo>
                  <a:cubicBezTo>
                    <a:pt x="210312" y="60865"/>
                    <a:pt x="203263" y="48768"/>
                    <a:pt x="194215" y="38291"/>
                  </a:cubicBezTo>
                  <a:lnTo>
                    <a:pt x="177832" y="47816"/>
                  </a:lnTo>
                  <a:cubicBezTo>
                    <a:pt x="174688" y="49625"/>
                    <a:pt x="171164" y="46101"/>
                    <a:pt x="172974" y="42958"/>
                  </a:cubicBezTo>
                  <a:lnTo>
                    <a:pt x="182404" y="26479"/>
                  </a:lnTo>
                  <a:cubicBezTo>
                    <a:pt x="171926" y="17526"/>
                    <a:pt x="159734" y="10478"/>
                    <a:pt x="146399" y="6001"/>
                  </a:cubicBezTo>
                  <a:lnTo>
                    <a:pt x="138113" y="20574"/>
                  </a:lnTo>
                  <a:cubicBezTo>
                    <a:pt x="136303" y="23717"/>
                    <a:pt x="131445" y="22479"/>
                    <a:pt x="131445" y="18764"/>
                  </a:cubicBezTo>
                  <a:lnTo>
                    <a:pt x="131445" y="2000"/>
                  </a:lnTo>
                  <a:cubicBezTo>
                    <a:pt x="124682" y="762"/>
                    <a:pt x="117824" y="0"/>
                    <a:pt x="110680" y="0"/>
                  </a:cubicBezTo>
                  <a:cubicBezTo>
                    <a:pt x="103537" y="0"/>
                    <a:pt x="96679" y="667"/>
                    <a:pt x="89916" y="2000"/>
                  </a:cubicBezTo>
                  <a:lnTo>
                    <a:pt x="89916" y="20003"/>
                  </a:lnTo>
                  <a:cubicBezTo>
                    <a:pt x="89916" y="23622"/>
                    <a:pt x="85058" y="24955"/>
                    <a:pt x="83248" y="21812"/>
                  </a:cubicBezTo>
                  <a:lnTo>
                    <a:pt x="74200" y="6191"/>
                  </a:lnTo>
                  <a:cubicBezTo>
                    <a:pt x="60865" y="10859"/>
                    <a:pt x="48768" y="17907"/>
                    <a:pt x="38290" y="26956"/>
                  </a:cubicBezTo>
                  <a:lnTo>
                    <a:pt x="47815" y="43339"/>
                  </a:lnTo>
                  <a:cubicBezTo>
                    <a:pt x="49625" y="46482"/>
                    <a:pt x="46101" y="50006"/>
                    <a:pt x="42958" y="48196"/>
                  </a:cubicBezTo>
                  <a:lnTo>
                    <a:pt x="26479" y="38767"/>
                  </a:lnTo>
                  <a:cubicBezTo>
                    <a:pt x="17526" y="49244"/>
                    <a:pt x="10477" y="61436"/>
                    <a:pt x="6001" y="74771"/>
                  </a:cubicBezTo>
                  <a:lnTo>
                    <a:pt x="20574" y="83058"/>
                  </a:lnTo>
                  <a:cubicBezTo>
                    <a:pt x="23717" y="84868"/>
                    <a:pt x="22479" y="89726"/>
                    <a:pt x="18764" y="89726"/>
                  </a:cubicBezTo>
                  <a:lnTo>
                    <a:pt x="2000" y="89726"/>
                  </a:lnTo>
                  <a:cubicBezTo>
                    <a:pt x="762" y="96488"/>
                    <a:pt x="0" y="103346"/>
                    <a:pt x="0" y="110490"/>
                  </a:cubicBezTo>
                  <a:cubicBezTo>
                    <a:pt x="0" y="117634"/>
                    <a:pt x="667" y="124492"/>
                    <a:pt x="2000" y="131254"/>
                  </a:cubicBezTo>
                  <a:lnTo>
                    <a:pt x="20002" y="131254"/>
                  </a:lnTo>
                  <a:cubicBezTo>
                    <a:pt x="23622" y="131254"/>
                    <a:pt x="24955" y="136112"/>
                    <a:pt x="21812" y="137922"/>
                  </a:cubicBezTo>
                  <a:lnTo>
                    <a:pt x="6191" y="146971"/>
                  </a:lnTo>
                  <a:cubicBezTo>
                    <a:pt x="10858" y="160306"/>
                    <a:pt x="17907" y="172403"/>
                    <a:pt x="26956" y="182880"/>
                  </a:cubicBezTo>
                  <a:lnTo>
                    <a:pt x="43339" y="173355"/>
                  </a:lnTo>
                  <a:cubicBezTo>
                    <a:pt x="46482" y="171545"/>
                    <a:pt x="50006" y="175070"/>
                    <a:pt x="48196" y="178213"/>
                  </a:cubicBezTo>
                  <a:lnTo>
                    <a:pt x="38767" y="194691"/>
                  </a:lnTo>
                  <a:cubicBezTo>
                    <a:pt x="49244" y="203645"/>
                    <a:pt x="61436" y="210693"/>
                    <a:pt x="74771" y="215170"/>
                  </a:cubicBezTo>
                  <a:lnTo>
                    <a:pt x="83058" y="200596"/>
                  </a:lnTo>
                  <a:cubicBezTo>
                    <a:pt x="84868" y="197358"/>
                    <a:pt x="89725" y="198692"/>
                    <a:pt x="89725" y="202406"/>
                  </a:cubicBezTo>
                  <a:lnTo>
                    <a:pt x="89725" y="219170"/>
                  </a:lnTo>
                  <a:cubicBezTo>
                    <a:pt x="96488" y="220409"/>
                    <a:pt x="103346" y="221171"/>
                    <a:pt x="110490" y="221171"/>
                  </a:cubicBezTo>
                  <a:cubicBezTo>
                    <a:pt x="117634" y="221171"/>
                    <a:pt x="124492" y="220504"/>
                    <a:pt x="131254" y="219170"/>
                  </a:cubicBezTo>
                  <a:lnTo>
                    <a:pt x="131254" y="201168"/>
                  </a:lnTo>
                  <a:cubicBezTo>
                    <a:pt x="131254" y="197548"/>
                    <a:pt x="136112" y="196215"/>
                    <a:pt x="137922" y="199358"/>
                  </a:cubicBezTo>
                  <a:lnTo>
                    <a:pt x="146971" y="214979"/>
                  </a:lnTo>
                  <a:cubicBezTo>
                    <a:pt x="160306" y="210312"/>
                    <a:pt x="172402" y="203263"/>
                    <a:pt x="182880" y="194215"/>
                  </a:cubicBezTo>
                  <a:lnTo>
                    <a:pt x="173355" y="177832"/>
                  </a:lnTo>
                  <a:cubicBezTo>
                    <a:pt x="171545" y="174688"/>
                    <a:pt x="175069" y="171164"/>
                    <a:pt x="178213" y="172974"/>
                  </a:cubicBezTo>
                  <a:lnTo>
                    <a:pt x="194691" y="182404"/>
                  </a:lnTo>
                  <a:cubicBezTo>
                    <a:pt x="203644" y="171926"/>
                    <a:pt x="210693" y="159734"/>
                    <a:pt x="215170" y="146399"/>
                  </a:cubicBezTo>
                  <a:lnTo>
                    <a:pt x="200596" y="138113"/>
                  </a:lnTo>
                  <a:cubicBezTo>
                    <a:pt x="197453" y="136303"/>
                    <a:pt x="198692" y="131445"/>
                    <a:pt x="202406" y="131445"/>
                  </a:cubicBezTo>
                  <a:lnTo>
                    <a:pt x="219170" y="131445"/>
                  </a:lnTo>
                  <a:close/>
                  <a:moveTo>
                    <a:pt x="113729" y="160115"/>
                  </a:moveTo>
                  <a:cubicBezTo>
                    <a:pt x="83820" y="162020"/>
                    <a:pt x="59150" y="137351"/>
                    <a:pt x="61055" y="107442"/>
                  </a:cubicBezTo>
                  <a:cubicBezTo>
                    <a:pt x="62579" y="82772"/>
                    <a:pt x="82582" y="62770"/>
                    <a:pt x="107251" y="61246"/>
                  </a:cubicBezTo>
                  <a:cubicBezTo>
                    <a:pt x="137160" y="59341"/>
                    <a:pt x="161830" y="84011"/>
                    <a:pt x="159925" y="113919"/>
                  </a:cubicBezTo>
                  <a:cubicBezTo>
                    <a:pt x="158401" y="138589"/>
                    <a:pt x="138398" y="158591"/>
                    <a:pt x="113729" y="16011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39" name="Google Shape;1739;p49"/>
            <p:cNvSpPr/>
            <p:nvPr/>
          </p:nvSpPr>
          <p:spPr>
            <a:xfrm>
              <a:off x="3628902" y="1980721"/>
              <a:ext cx="1636204" cy="2612993"/>
            </a:xfrm>
            <a:custGeom>
              <a:avLst/>
              <a:gdLst/>
              <a:ahLst/>
              <a:cxnLst/>
              <a:rect l="l" t="t" r="r" b="b"/>
              <a:pathLst>
                <a:path w="1636204" h="2612993" extrusionOk="0">
                  <a:moveTo>
                    <a:pt x="1471422" y="0"/>
                  </a:moveTo>
                  <a:cubicBezTo>
                    <a:pt x="1562429" y="0"/>
                    <a:pt x="1636205" y="73776"/>
                    <a:pt x="1636205" y="164782"/>
                  </a:cubicBezTo>
                  <a:lnTo>
                    <a:pt x="1636205" y="2448211"/>
                  </a:lnTo>
                  <a:cubicBezTo>
                    <a:pt x="1636205" y="2539218"/>
                    <a:pt x="1562429" y="2612994"/>
                    <a:pt x="1471422" y="2612994"/>
                  </a:cubicBezTo>
                  <a:lnTo>
                    <a:pt x="164783" y="2612994"/>
                  </a:lnTo>
                  <a:cubicBezTo>
                    <a:pt x="73776" y="2612994"/>
                    <a:pt x="0" y="2539218"/>
                    <a:pt x="0" y="2448211"/>
                  </a:cubicBezTo>
                  <a:lnTo>
                    <a:pt x="0" y="164783"/>
                  </a:lnTo>
                  <a:cubicBezTo>
                    <a:pt x="0" y="73776"/>
                    <a:pt x="73776" y="0"/>
                    <a:pt x="164783" y="0"/>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0" name="Google Shape;1740;p49"/>
            <p:cNvSpPr/>
            <p:nvPr/>
          </p:nvSpPr>
          <p:spPr>
            <a:xfrm>
              <a:off x="3618615" y="1970434"/>
              <a:ext cx="1656683" cy="2633567"/>
            </a:xfrm>
            <a:custGeom>
              <a:avLst/>
              <a:gdLst/>
              <a:ahLst/>
              <a:cxnLst/>
              <a:rect l="l" t="t" r="r" b="b"/>
              <a:pathLst>
                <a:path w="1656683" h="2633567" extrusionOk="0">
                  <a:moveTo>
                    <a:pt x="1481614" y="20574"/>
                  </a:moveTo>
                  <a:cubicBezTo>
                    <a:pt x="1566958" y="20574"/>
                    <a:pt x="1636109" y="89725"/>
                    <a:pt x="1636109" y="175069"/>
                  </a:cubicBezTo>
                  <a:lnTo>
                    <a:pt x="1636109" y="2458498"/>
                  </a:lnTo>
                  <a:cubicBezTo>
                    <a:pt x="1636109" y="2543842"/>
                    <a:pt x="1566958" y="2612993"/>
                    <a:pt x="1481614" y="2612993"/>
                  </a:cubicBezTo>
                  <a:lnTo>
                    <a:pt x="175070" y="2612993"/>
                  </a:lnTo>
                  <a:cubicBezTo>
                    <a:pt x="89725" y="2612993"/>
                    <a:pt x="20574" y="2543842"/>
                    <a:pt x="20574" y="2458498"/>
                  </a:cubicBezTo>
                  <a:lnTo>
                    <a:pt x="20574" y="175069"/>
                  </a:lnTo>
                  <a:cubicBezTo>
                    <a:pt x="20574" y="89725"/>
                    <a:pt x="89725" y="20574"/>
                    <a:pt x="175070" y="20574"/>
                  </a:cubicBezTo>
                  <a:lnTo>
                    <a:pt x="1481614" y="20574"/>
                  </a:lnTo>
                  <a:moveTo>
                    <a:pt x="1481614" y="0"/>
                  </a:moveTo>
                  <a:lnTo>
                    <a:pt x="175070" y="0"/>
                  </a:lnTo>
                  <a:cubicBezTo>
                    <a:pt x="78486" y="0"/>
                    <a:pt x="0" y="78581"/>
                    <a:pt x="0" y="175069"/>
                  </a:cubicBezTo>
                  <a:lnTo>
                    <a:pt x="0" y="2458498"/>
                  </a:lnTo>
                  <a:cubicBezTo>
                    <a:pt x="0" y="2555081"/>
                    <a:pt x="78581" y="2633567"/>
                    <a:pt x="175070" y="2633567"/>
                  </a:cubicBezTo>
                  <a:lnTo>
                    <a:pt x="1481614" y="2633567"/>
                  </a:lnTo>
                  <a:cubicBezTo>
                    <a:pt x="1578197" y="2633567"/>
                    <a:pt x="1656683" y="2554986"/>
                    <a:pt x="1656683" y="2458498"/>
                  </a:cubicBezTo>
                  <a:lnTo>
                    <a:pt x="1656683" y="175069"/>
                  </a:lnTo>
                  <a:cubicBezTo>
                    <a:pt x="1656683" y="78486"/>
                    <a:pt x="1578102" y="0"/>
                    <a:pt x="1481614" y="0"/>
                  </a:cubicBezTo>
                  <a:lnTo>
                    <a:pt x="1481614"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1" name="Google Shape;1741;p49"/>
            <p:cNvSpPr/>
            <p:nvPr/>
          </p:nvSpPr>
          <p:spPr>
            <a:xfrm>
              <a:off x="4006664" y="4069649"/>
              <a:ext cx="1128807" cy="410908"/>
            </a:xfrm>
            <a:custGeom>
              <a:avLst/>
              <a:gdLst/>
              <a:ahLst/>
              <a:cxnLst/>
              <a:rect l="l" t="t" r="r" b="b"/>
              <a:pathLst>
                <a:path w="1128807" h="410908" extrusionOk="0">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2" name="Google Shape;1742;p49"/>
            <p:cNvSpPr/>
            <p:nvPr/>
          </p:nvSpPr>
          <p:spPr>
            <a:xfrm>
              <a:off x="3953895" y="4016880"/>
              <a:ext cx="1128807" cy="410908"/>
            </a:xfrm>
            <a:custGeom>
              <a:avLst/>
              <a:gdLst/>
              <a:ahLst/>
              <a:cxnLst/>
              <a:rect l="l" t="t" r="r" b="b"/>
              <a:pathLst>
                <a:path w="1128807" h="410908" extrusionOk="0">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3" name="Google Shape;1743;p49"/>
            <p:cNvSpPr/>
            <p:nvPr/>
          </p:nvSpPr>
          <p:spPr>
            <a:xfrm>
              <a:off x="3889697" y="3952682"/>
              <a:ext cx="1128807" cy="410908"/>
            </a:xfrm>
            <a:custGeom>
              <a:avLst/>
              <a:gdLst/>
              <a:ahLst/>
              <a:cxnLst/>
              <a:rect l="l" t="t" r="r" b="b"/>
              <a:pathLst>
                <a:path w="1128807" h="410908" extrusionOk="0">
                  <a:moveTo>
                    <a:pt x="1128808" y="68580"/>
                  </a:moveTo>
                  <a:lnTo>
                    <a:pt x="1128808" y="410909"/>
                  </a:lnTo>
                  <a:lnTo>
                    <a:pt x="0" y="410909"/>
                  </a:lnTo>
                  <a:lnTo>
                    <a:pt x="0" y="68580"/>
                  </a:lnTo>
                  <a:cubicBezTo>
                    <a:pt x="0" y="30575"/>
                    <a:pt x="30671" y="0"/>
                    <a:pt x="68485" y="0"/>
                  </a:cubicBezTo>
                  <a:lnTo>
                    <a:pt x="1060228" y="0"/>
                  </a:lnTo>
                  <a:cubicBezTo>
                    <a:pt x="1098042" y="0"/>
                    <a:pt x="1128713" y="30671"/>
                    <a:pt x="1128713" y="6858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4" name="Google Shape;1744;p49"/>
            <p:cNvSpPr/>
            <p:nvPr/>
          </p:nvSpPr>
          <p:spPr>
            <a:xfrm>
              <a:off x="3639189" y="4363590"/>
              <a:ext cx="1615630" cy="219836"/>
            </a:xfrm>
            <a:custGeom>
              <a:avLst/>
              <a:gdLst/>
              <a:ahLst/>
              <a:cxnLst/>
              <a:rect l="l" t="t" r="r" b="b"/>
              <a:pathLst>
                <a:path w="1615630" h="219836" extrusionOk="0">
                  <a:moveTo>
                    <a:pt x="1615535" y="0"/>
                  </a:moveTo>
                  <a:lnTo>
                    <a:pt x="1615535" y="65341"/>
                  </a:lnTo>
                  <a:cubicBezTo>
                    <a:pt x="1615535" y="150685"/>
                    <a:pt x="1546384" y="219837"/>
                    <a:pt x="1461040" y="219837"/>
                  </a:cubicBezTo>
                  <a:lnTo>
                    <a:pt x="154496" y="219837"/>
                  </a:lnTo>
                  <a:cubicBezTo>
                    <a:pt x="69151" y="219837"/>
                    <a:pt x="0" y="150685"/>
                    <a:pt x="0" y="65341"/>
                  </a:cubicBezTo>
                  <a:lnTo>
                    <a:pt x="0" y="0"/>
                  </a:lnTo>
                  <a:lnTo>
                    <a:pt x="161563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5" name="Google Shape;1745;p49"/>
            <p:cNvSpPr/>
            <p:nvPr/>
          </p:nvSpPr>
          <p:spPr>
            <a:xfrm>
              <a:off x="4042763" y="1991008"/>
              <a:ext cx="808482" cy="105727"/>
            </a:xfrm>
            <a:custGeom>
              <a:avLst/>
              <a:gdLst/>
              <a:ahLst/>
              <a:cxnLst/>
              <a:rect l="l" t="t" r="r" b="b"/>
              <a:pathLst>
                <a:path w="808482" h="105727" extrusionOk="0">
                  <a:moveTo>
                    <a:pt x="808387" y="0"/>
                  </a:moveTo>
                  <a:cubicBezTo>
                    <a:pt x="804672" y="27051"/>
                    <a:pt x="792004" y="51340"/>
                    <a:pt x="773621" y="69818"/>
                  </a:cubicBezTo>
                  <a:cubicBezTo>
                    <a:pt x="751427" y="91916"/>
                    <a:pt x="720852" y="105727"/>
                    <a:pt x="687229" y="105727"/>
                  </a:cubicBezTo>
                  <a:lnTo>
                    <a:pt x="121158" y="105727"/>
                  </a:lnTo>
                  <a:cubicBezTo>
                    <a:pt x="59436" y="105727"/>
                    <a:pt x="8096" y="59436"/>
                    <a:pt x="0" y="0"/>
                  </a:cubicBezTo>
                  <a:lnTo>
                    <a:pt x="80848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6" name="Google Shape;1746;p49"/>
            <p:cNvSpPr/>
            <p:nvPr/>
          </p:nvSpPr>
          <p:spPr>
            <a:xfrm>
              <a:off x="3813306" y="3525295"/>
              <a:ext cx="198310" cy="24574"/>
            </a:xfrm>
            <a:custGeom>
              <a:avLst/>
              <a:gdLst/>
              <a:ahLst/>
              <a:cxnLst/>
              <a:rect l="l" t="t" r="r" b="b"/>
              <a:pathLst>
                <a:path w="198310" h="24574" extrusionOk="0">
                  <a:moveTo>
                    <a:pt x="0" y="0"/>
                  </a:moveTo>
                  <a:lnTo>
                    <a:pt x="198311" y="0"/>
                  </a:lnTo>
                  <a:lnTo>
                    <a:pt x="198311"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7" name="Google Shape;1747;p49"/>
            <p:cNvSpPr/>
            <p:nvPr/>
          </p:nvSpPr>
          <p:spPr>
            <a:xfrm>
              <a:off x="4029143" y="3525295"/>
              <a:ext cx="152590" cy="24574"/>
            </a:xfrm>
            <a:custGeom>
              <a:avLst/>
              <a:gdLst/>
              <a:ahLst/>
              <a:cxnLst/>
              <a:rect l="l" t="t" r="r" b="b"/>
              <a:pathLst>
                <a:path w="152590" h="24574" extrusionOk="0">
                  <a:moveTo>
                    <a:pt x="0" y="0"/>
                  </a:moveTo>
                  <a:lnTo>
                    <a:pt x="152591" y="0"/>
                  </a:lnTo>
                  <a:lnTo>
                    <a:pt x="152591"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8" name="Google Shape;1748;p49"/>
            <p:cNvSpPr/>
            <p:nvPr/>
          </p:nvSpPr>
          <p:spPr>
            <a:xfrm>
              <a:off x="4198116" y="3525295"/>
              <a:ext cx="121157" cy="24574"/>
            </a:xfrm>
            <a:custGeom>
              <a:avLst/>
              <a:gdLst/>
              <a:ahLst/>
              <a:cxnLst/>
              <a:rect l="l" t="t" r="r" b="b"/>
              <a:pathLst>
                <a:path w="121157" h="24574" extrusionOk="0">
                  <a:moveTo>
                    <a:pt x="0" y="0"/>
                  </a:moveTo>
                  <a:lnTo>
                    <a:pt x="121158" y="0"/>
                  </a:lnTo>
                  <a:lnTo>
                    <a:pt x="121158"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49" name="Google Shape;1749;p49"/>
            <p:cNvSpPr/>
            <p:nvPr/>
          </p:nvSpPr>
          <p:spPr>
            <a:xfrm>
              <a:off x="3911128" y="3582159"/>
              <a:ext cx="408241" cy="24574"/>
            </a:xfrm>
            <a:custGeom>
              <a:avLst/>
              <a:gdLst/>
              <a:ahLst/>
              <a:cxnLst/>
              <a:rect l="l" t="t" r="r" b="b"/>
              <a:pathLst>
                <a:path w="408241" h="24574" extrusionOk="0">
                  <a:moveTo>
                    <a:pt x="0" y="0"/>
                  </a:moveTo>
                  <a:lnTo>
                    <a:pt x="408242" y="0"/>
                  </a:lnTo>
                  <a:lnTo>
                    <a:pt x="40824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0" name="Google Shape;1750;p49"/>
            <p:cNvSpPr/>
            <p:nvPr/>
          </p:nvSpPr>
          <p:spPr>
            <a:xfrm>
              <a:off x="3813306" y="3582159"/>
              <a:ext cx="74961" cy="24574"/>
            </a:xfrm>
            <a:custGeom>
              <a:avLst/>
              <a:gdLst/>
              <a:ahLst/>
              <a:cxnLst/>
              <a:rect l="l" t="t" r="r" b="b"/>
              <a:pathLst>
                <a:path w="74961" h="24574" extrusionOk="0">
                  <a:moveTo>
                    <a:pt x="0" y="0"/>
                  </a:moveTo>
                  <a:lnTo>
                    <a:pt x="74962" y="0"/>
                  </a:lnTo>
                  <a:lnTo>
                    <a:pt x="7496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1" name="Google Shape;1751;p49"/>
            <p:cNvSpPr/>
            <p:nvPr/>
          </p:nvSpPr>
          <p:spPr>
            <a:xfrm>
              <a:off x="4038287" y="3638928"/>
              <a:ext cx="193071" cy="24574"/>
            </a:xfrm>
            <a:custGeom>
              <a:avLst/>
              <a:gdLst/>
              <a:ahLst/>
              <a:cxnLst/>
              <a:rect l="l" t="t" r="r" b="b"/>
              <a:pathLst>
                <a:path w="193071" h="24574" extrusionOk="0">
                  <a:moveTo>
                    <a:pt x="0" y="0"/>
                  </a:moveTo>
                  <a:lnTo>
                    <a:pt x="193072" y="0"/>
                  </a:lnTo>
                  <a:lnTo>
                    <a:pt x="19307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2" name="Google Shape;1752;p49"/>
            <p:cNvSpPr/>
            <p:nvPr/>
          </p:nvSpPr>
          <p:spPr>
            <a:xfrm>
              <a:off x="4249647" y="3638928"/>
              <a:ext cx="69627" cy="24574"/>
            </a:xfrm>
            <a:custGeom>
              <a:avLst/>
              <a:gdLst/>
              <a:ahLst/>
              <a:cxnLst/>
              <a:rect l="l" t="t" r="r" b="b"/>
              <a:pathLst>
                <a:path w="69627" h="24574" extrusionOk="0">
                  <a:moveTo>
                    <a:pt x="0" y="0"/>
                  </a:moveTo>
                  <a:lnTo>
                    <a:pt x="69628" y="0"/>
                  </a:lnTo>
                  <a:lnTo>
                    <a:pt x="69628"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3" name="Google Shape;1753;p49"/>
            <p:cNvSpPr/>
            <p:nvPr/>
          </p:nvSpPr>
          <p:spPr>
            <a:xfrm>
              <a:off x="3813306" y="3638928"/>
              <a:ext cx="207454" cy="24574"/>
            </a:xfrm>
            <a:custGeom>
              <a:avLst/>
              <a:gdLst/>
              <a:ahLst/>
              <a:cxnLst/>
              <a:rect l="l" t="t" r="r" b="b"/>
              <a:pathLst>
                <a:path w="207454" h="24574" extrusionOk="0">
                  <a:moveTo>
                    <a:pt x="0" y="0"/>
                  </a:moveTo>
                  <a:lnTo>
                    <a:pt x="207454" y="0"/>
                  </a:lnTo>
                  <a:lnTo>
                    <a:pt x="207454"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4" name="Google Shape;1754;p49"/>
            <p:cNvSpPr/>
            <p:nvPr/>
          </p:nvSpPr>
          <p:spPr>
            <a:xfrm>
              <a:off x="3958753" y="3695697"/>
              <a:ext cx="168116" cy="24574"/>
            </a:xfrm>
            <a:custGeom>
              <a:avLst/>
              <a:gdLst/>
              <a:ahLst/>
              <a:cxnLst/>
              <a:rect l="l" t="t" r="r" b="b"/>
              <a:pathLst>
                <a:path w="168116" h="24574" extrusionOk="0">
                  <a:moveTo>
                    <a:pt x="0" y="0"/>
                  </a:moveTo>
                  <a:lnTo>
                    <a:pt x="168116" y="0"/>
                  </a:lnTo>
                  <a:lnTo>
                    <a:pt x="168116"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5" name="Google Shape;1755;p49"/>
            <p:cNvSpPr/>
            <p:nvPr/>
          </p:nvSpPr>
          <p:spPr>
            <a:xfrm>
              <a:off x="3813306" y="3695697"/>
              <a:ext cx="126492" cy="24574"/>
            </a:xfrm>
            <a:custGeom>
              <a:avLst/>
              <a:gdLst/>
              <a:ahLst/>
              <a:cxnLst/>
              <a:rect l="l" t="t" r="r" b="b"/>
              <a:pathLst>
                <a:path w="126492" h="24574" extrusionOk="0">
                  <a:moveTo>
                    <a:pt x="0" y="0"/>
                  </a:moveTo>
                  <a:lnTo>
                    <a:pt x="126492" y="0"/>
                  </a:lnTo>
                  <a:lnTo>
                    <a:pt x="12649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6" name="Google Shape;1756;p49"/>
            <p:cNvSpPr/>
            <p:nvPr/>
          </p:nvSpPr>
          <p:spPr>
            <a:xfrm>
              <a:off x="4445862" y="3525295"/>
              <a:ext cx="198310" cy="24574"/>
            </a:xfrm>
            <a:custGeom>
              <a:avLst/>
              <a:gdLst/>
              <a:ahLst/>
              <a:cxnLst/>
              <a:rect l="l" t="t" r="r" b="b"/>
              <a:pathLst>
                <a:path w="198310" h="24574" extrusionOk="0">
                  <a:moveTo>
                    <a:pt x="0" y="0"/>
                  </a:moveTo>
                  <a:lnTo>
                    <a:pt x="198310" y="0"/>
                  </a:lnTo>
                  <a:lnTo>
                    <a:pt x="198310"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7" name="Google Shape;1757;p49"/>
            <p:cNvSpPr/>
            <p:nvPr/>
          </p:nvSpPr>
          <p:spPr>
            <a:xfrm>
              <a:off x="4661698" y="3525295"/>
              <a:ext cx="152590" cy="24574"/>
            </a:xfrm>
            <a:custGeom>
              <a:avLst/>
              <a:gdLst/>
              <a:ahLst/>
              <a:cxnLst/>
              <a:rect l="l" t="t" r="r" b="b"/>
              <a:pathLst>
                <a:path w="152590" h="24574" extrusionOk="0">
                  <a:moveTo>
                    <a:pt x="0" y="0"/>
                  </a:moveTo>
                  <a:lnTo>
                    <a:pt x="152590" y="0"/>
                  </a:lnTo>
                  <a:lnTo>
                    <a:pt x="152590"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8" name="Google Shape;1758;p49"/>
            <p:cNvSpPr/>
            <p:nvPr/>
          </p:nvSpPr>
          <p:spPr>
            <a:xfrm>
              <a:off x="4830672" y="3525295"/>
              <a:ext cx="121158" cy="24574"/>
            </a:xfrm>
            <a:custGeom>
              <a:avLst/>
              <a:gdLst/>
              <a:ahLst/>
              <a:cxnLst/>
              <a:rect l="l" t="t" r="r" b="b"/>
              <a:pathLst>
                <a:path w="121158" h="24574" extrusionOk="0">
                  <a:moveTo>
                    <a:pt x="0" y="0"/>
                  </a:moveTo>
                  <a:lnTo>
                    <a:pt x="121158" y="0"/>
                  </a:lnTo>
                  <a:lnTo>
                    <a:pt x="121158"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9" name="Google Shape;1759;p49"/>
            <p:cNvSpPr/>
            <p:nvPr/>
          </p:nvSpPr>
          <p:spPr>
            <a:xfrm>
              <a:off x="4543683" y="3582159"/>
              <a:ext cx="408241" cy="24574"/>
            </a:xfrm>
            <a:custGeom>
              <a:avLst/>
              <a:gdLst/>
              <a:ahLst/>
              <a:cxnLst/>
              <a:rect l="l" t="t" r="r" b="b"/>
              <a:pathLst>
                <a:path w="408241" h="24574" extrusionOk="0">
                  <a:moveTo>
                    <a:pt x="0" y="0"/>
                  </a:moveTo>
                  <a:lnTo>
                    <a:pt x="408241" y="0"/>
                  </a:lnTo>
                  <a:lnTo>
                    <a:pt x="408241"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0" name="Google Shape;1760;p49"/>
            <p:cNvSpPr/>
            <p:nvPr/>
          </p:nvSpPr>
          <p:spPr>
            <a:xfrm>
              <a:off x="4445862" y="3582159"/>
              <a:ext cx="74961" cy="24574"/>
            </a:xfrm>
            <a:custGeom>
              <a:avLst/>
              <a:gdLst/>
              <a:ahLst/>
              <a:cxnLst/>
              <a:rect l="l" t="t" r="r" b="b"/>
              <a:pathLst>
                <a:path w="74961" h="24574" extrusionOk="0">
                  <a:moveTo>
                    <a:pt x="0" y="0"/>
                  </a:moveTo>
                  <a:lnTo>
                    <a:pt x="74962" y="0"/>
                  </a:lnTo>
                  <a:lnTo>
                    <a:pt x="7496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1" name="Google Shape;1761;p49"/>
            <p:cNvSpPr/>
            <p:nvPr/>
          </p:nvSpPr>
          <p:spPr>
            <a:xfrm>
              <a:off x="4670842" y="3638928"/>
              <a:ext cx="193071" cy="24574"/>
            </a:xfrm>
            <a:custGeom>
              <a:avLst/>
              <a:gdLst/>
              <a:ahLst/>
              <a:cxnLst/>
              <a:rect l="l" t="t" r="r" b="b"/>
              <a:pathLst>
                <a:path w="193071" h="24574" extrusionOk="0">
                  <a:moveTo>
                    <a:pt x="0" y="0"/>
                  </a:moveTo>
                  <a:lnTo>
                    <a:pt x="193072" y="0"/>
                  </a:lnTo>
                  <a:lnTo>
                    <a:pt x="19307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2" name="Google Shape;1762;p49"/>
            <p:cNvSpPr/>
            <p:nvPr/>
          </p:nvSpPr>
          <p:spPr>
            <a:xfrm>
              <a:off x="4882202" y="3638928"/>
              <a:ext cx="69627" cy="24574"/>
            </a:xfrm>
            <a:custGeom>
              <a:avLst/>
              <a:gdLst/>
              <a:ahLst/>
              <a:cxnLst/>
              <a:rect l="l" t="t" r="r" b="b"/>
              <a:pathLst>
                <a:path w="69627" h="24574" extrusionOk="0">
                  <a:moveTo>
                    <a:pt x="0" y="0"/>
                  </a:moveTo>
                  <a:lnTo>
                    <a:pt x="69628" y="0"/>
                  </a:lnTo>
                  <a:lnTo>
                    <a:pt x="69628"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3" name="Google Shape;1763;p49"/>
            <p:cNvSpPr/>
            <p:nvPr/>
          </p:nvSpPr>
          <p:spPr>
            <a:xfrm>
              <a:off x="4445862" y="3638928"/>
              <a:ext cx="207454" cy="24574"/>
            </a:xfrm>
            <a:custGeom>
              <a:avLst/>
              <a:gdLst/>
              <a:ahLst/>
              <a:cxnLst/>
              <a:rect l="l" t="t" r="r" b="b"/>
              <a:pathLst>
                <a:path w="207454" h="24574" extrusionOk="0">
                  <a:moveTo>
                    <a:pt x="0" y="0"/>
                  </a:moveTo>
                  <a:lnTo>
                    <a:pt x="207455" y="0"/>
                  </a:lnTo>
                  <a:lnTo>
                    <a:pt x="207455"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4" name="Google Shape;1764;p49"/>
            <p:cNvSpPr/>
            <p:nvPr/>
          </p:nvSpPr>
          <p:spPr>
            <a:xfrm>
              <a:off x="4591308" y="3695697"/>
              <a:ext cx="168116" cy="24574"/>
            </a:xfrm>
            <a:custGeom>
              <a:avLst/>
              <a:gdLst/>
              <a:ahLst/>
              <a:cxnLst/>
              <a:rect l="l" t="t" r="r" b="b"/>
              <a:pathLst>
                <a:path w="168116" h="24574" extrusionOk="0">
                  <a:moveTo>
                    <a:pt x="0" y="0"/>
                  </a:moveTo>
                  <a:lnTo>
                    <a:pt x="168116" y="0"/>
                  </a:lnTo>
                  <a:lnTo>
                    <a:pt x="168116"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5" name="Google Shape;1765;p49"/>
            <p:cNvSpPr/>
            <p:nvPr/>
          </p:nvSpPr>
          <p:spPr>
            <a:xfrm>
              <a:off x="4445862" y="3695697"/>
              <a:ext cx="126492" cy="24574"/>
            </a:xfrm>
            <a:custGeom>
              <a:avLst/>
              <a:gdLst/>
              <a:ahLst/>
              <a:cxnLst/>
              <a:rect l="l" t="t" r="r" b="b"/>
              <a:pathLst>
                <a:path w="126492" h="24574" extrusionOk="0">
                  <a:moveTo>
                    <a:pt x="0" y="0"/>
                  </a:moveTo>
                  <a:lnTo>
                    <a:pt x="126492" y="0"/>
                  </a:lnTo>
                  <a:lnTo>
                    <a:pt x="126492" y="24574"/>
                  </a:lnTo>
                  <a:lnTo>
                    <a:pt x="0" y="245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6" name="Google Shape;1766;p49"/>
            <p:cNvSpPr/>
            <p:nvPr/>
          </p:nvSpPr>
          <p:spPr>
            <a:xfrm>
              <a:off x="4748471" y="3787994"/>
              <a:ext cx="202977" cy="54673"/>
            </a:xfrm>
            <a:custGeom>
              <a:avLst/>
              <a:gdLst/>
              <a:ahLst/>
              <a:cxnLst/>
              <a:rect l="l" t="t" r="r" b="b"/>
              <a:pathLst>
                <a:path w="202977" h="54673" extrusionOk="0">
                  <a:moveTo>
                    <a:pt x="27337" y="54674"/>
                  </a:moveTo>
                  <a:lnTo>
                    <a:pt x="175641" y="54674"/>
                  </a:lnTo>
                  <a:cubicBezTo>
                    <a:pt x="190690" y="54674"/>
                    <a:pt x="202978" y="42386"/>
                    <a:pt x="202978" y="27337"/>
                  </a:cubicBezTo>
                  <a:lnTo>
                    <a:pt x="202978" y="27337"/>
                  </a:lnTo>
                  <a:cubicBezTo>
                    <a:pt x="202978" y="12287"/>
                    <a:pt x="190690" y="0"/>
                    <a:pt x="175641" y="0"/>
                  </a:cubicBezTo>
                  <a:lnTo>
                    <a:pt x="27337" y="0"/>
                  </a:lnTo>
                  <a:cubicBezTo>
                    <a:pt x="12287" y="0"/>
                    <a:pt x="0" y="12287"/>
                    <a:pt x="0" y="27337"/>
                  </a:cubicBezTo>
                  <a:lnTo>
                    <a:pt x="0" y="27337"/>
                  </a:lnTo>
                  <a:cubicBezTo>
                    <a:pt x="0" y="42386"/>
                    <a:pt x="12287" y="54674"/>
                    <a:pt x="27337" y="54674"/>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7" name="Google Shape;1767;p49"/>
            <p:cNvSpPr/>
            <p:nvPr/>
          </p:nvSpPr>
          <p:spPr>
            <a:xfrm>
              <a:off x="4796858" y="3809712"/>
              <a:ext cx="106203" cy="11239"/>
            </a:xfrm>
            <a:custGeom>
              <a:avLst/>
              <a:gdLst/>
              <a:ahLst/>
              <a:cxnLst/>
              <a:rect l="l" t="t" r="r" b="b"/>
              <a:pathLst>
                <a:path w="106203" h="11239" extrusionOk="0">
                  <a:moveTo>
                    <a:pt x="0" y="0"/>
                  </a:moveTo>
                  <a:lnTo>
                    <a:pt x="106204" y="0"/>
                  </a:lnTo>
                  <a:lnTo>
                    <a:pt x="106204" y="11239"/>
                  </a:lnTo>
                  <a:lnTo>
                    <a:pt x="0" y="1123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8" name="Google Shape;1768;p49"/>
            <p:cNvSpPr/>
            <p:nvPr/>
          </p:nvSpPr>
          <p:spPr>
            <a:xfrm>
              <a:off x="4116392" y="3787994"/>
              <a:ext cx="202977" cy="54673"/>
            </a:xfrm>
            <a:custGeom>
              <a:avLst/>
              <a:gdLst/>
              <a:ahLst/>
              <a:cxnLst/>
              <a:rect l="l" t="t" r="r" b="b"/>
              <a:pathLst>
                <a:path w="202977" h="54673" extrusionOk="0">
                  <a:moveTo>
                    <a:pt x="27337" y="54674"/>
                  </a:moveTo>
                  <a:lnTo>
                    <a:pt x="175641" y="54674"/>
                  </a:lnTo>
                  <a:cubicBezTo>
                    <a:pt x="190690" y="54674"/>
                    <a:pt x="202978" y="42386"/>
                    <a:pt x="202978" y="27337"/>
                  </a:cubicBezTo>
                  <a:lnTo>
                    <a:pt x="202978" y="27337"/>
                  </a:lnTo>
                  <a:cubicBezTo>
                    <a:pt x="202978" y="12287"/>
                    <a:pt x="190690" y="0"/>
                    <a:pt x="175641" y="0"/>
                  </a:cubicBezTo>
                  <a:lnTo>
                    <a:pt x="27337" y="0"/>
                  </a:lnTo>
                  <a:cubicBezTo>
                    <a:pt x="12287" y="0"/>
                    <a:pt x="0" y="12287"/>
                    <a:pt x="0" y="27337"/>
                  </a:cubicBezTo>
                  <a:lnTo>
                    <a:pt x="0" y="27337"/>
                  </a:lnTo>
                  <a:cubicBezTo>
                    <a:pt x="0" y="42386"/>
                    <a:pt x="12287" y="54674"/>
                    <a:pt x="27337" y="54674"/>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69" name="Google Shape;1769;p49"/>
            <p:cNvSpPr/>
            <p:nvPr/>
          </p:nvSpPr>
          <p:spPr>
            <a:xfrm>
              <a:off x="4164779" y="3809712"/>
              <a:ext cx="106203" cy="11239"/>
            </a:xfrm>
            <a:custGeom>
              <a:avLst/>
              <a:gdLst/>
              <a:ahLst/>
              <a:cxnLst/>
              <a:rect l="l" t="t" r="r" b="b"/>
              <a:pathLst>
                <a:path w="106203" h="11239" extrusionOk="0">
                  <a:moveTo>
                    <a:pt x="0" y="0"/>
                  </a:moveTo>
                  <a:lnTo>
                    <a:pt x="106204" y="0"/>
                  </a:lnTo>
                  <a:lnTo>
                    <a:pt x="106204" y="11239"/>
                  </a:lnTo>
                  <a:lnTo>
                    <a:pt x="0" y="1123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0" name="Google Shape;1770;p49"/>
            <p:cNvSpPr/>
            <p:nvPr/>
          </p:nvSpPr>
          <p:spPr>
            <a:xfrm>
              <a:off x="4272602" y="2025869"/>
              <a:ext cx="219455" cy="31241"/>
            </a:xfrm>
            <a:custGeom>
              <a:avLst/>
              <a:gdLst/>
              <a:ahLst/>
              <a:cxnLst/>
              <a:rect l="l" t="t" r="r" b="b"/>
              <a:pathLst>
                <a:path w="219455" h="31241" extrusionOk="0">
                  <a:moveTo>
                    <a:pt x="203835" y="31242"/>
                  </a:moveTo>
                  <a:lnTo>
                    <a:pt x="15621" y="31242"/>
                  </a:lnTo>
                  <a:cubicBezTo>
                    <a:pt x="7049" y="31242"/>
                    <a:pt x="0" y="24194"/>
                    <a:pt x="0" y="15621"/>
                  </a:cubicBezTo>
                  <a:lnTo>
                    <a:pt x="0" y="15621"/>
                  </a:lnTo>
                  <a:cubicBezTo>
                    <a:pt x="0" y="7049"/>
                    <a:pt x="7049" y="0"/>
                    <a:pt x="15621" y="0"/>
                  </a:cubicBezTo>
                  <a:lnTo>
                    <a:pt x="203835" y="0"/>
                  </a:lnTo>
                  <a:cubicBezTo>
                    <a:pt x="212408" y="0"/>
                    <a:pt x="219456" y="7049"/>
                    <a:pt x="219456" y="15621"/>
                  </a:cubicBezTo>
                  <a:lnTo>
                    <a:pt x="219456" y="15621"/>
                  </a:lnTo>
                  <a:cubicBezTo>
                    <a:pt x="219456" y="24194"/>
                    <a:pt x="212408" y="31242"/>
                    <a:pt x="203835" y="3124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1" name="Google Shape;1771;p49"/>
            <p:cNvSpPr/>
            <p:nvPr/>
          </p:nvSpPr>
          <p:spPr>
            <a:xfrm>
              <a:off x="4538349" y="2025869"/>
              <a:ext cx="73533" cy="31241"/>
            </a:xfrm>
            <a:custGeom>
              <a:avLst/>
              <a:gdLst/>
              <a:ahLst/>
              <a:cxnLst/>
              <a:rect l="l" t="t" r="r" b="b"/>
              <a:pathLst>
                <a:path w="73533" h="31241" extrusionOk="0">
                  <a:moveTo>
                    <a:pt x="57912" y="31242"/>
                  </a:moveTo>
                  <a:lnTo>
                    <a:pt x="15621" y="31242"/>
                  </a:lnTo>
                  <a:cubicBezTo>
                    <a:pt x="7049" y="31242"/>
                    <a:pt x="0" y="24194"/>
                    <a:pt x="0" y="15621"/>
                  </a:cubicBezTo>
                  <a:lnTo>
                    <a:pt x="0" y="15621"/>
                  </a:lnTo>
                  <a:cubicBezTo>
                    <a:pt x="0" y="7049"/>
                    <a:pt x="7049" y="0"/>
                    <a:pt x="15621" y="0"/>
                  </a:cubicBezTo>
                  <a:lnTo>
                    <a:pt x="57912" y="0"/>
                  </a:lnTo>
                  <a:cubicBezTo>
                    <a:pt x="66484" y="0"/>
                    <a:pt x="73533" y="7049"/>
                    <a:pt x="73533" y="15621"/>
                  </a:cubicBezTo>
                  <a:lnTo>
                    <a:pt x="73533" y="15621"/>
                  </a:lnTo>
                  <a:cubicBezTo>
                    <a:pt x="73533" y="24194"/>
                    <a:pt x="66484" y="31242"/>
                    <a:pt x="57912" y="3124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2" name="Google Shape;1772;p49"/>
            <p:cNvSpPr/>
            <p:nvPr/>
          </p:nvSpPr>
          <p:spPr>
            <a:xfrm>
              <a:off x="4723610" y="2159410"/>
              <a:ext cx="86487" cy="86486"/>
            </a:xfrm>
            <a:custGeom>
              <a:avLst/>
              <a:gdLst/>
              <a:ahLst/>
              <a:cxnLst/>
              <a:rect l="l" t="t" r="r" b="b"/>
              <a:pathLst>
                <a:path w="86487" h="86486" extrusionOk="0">
                  <a:moveTo>
                    <a:pt x="86487" y="43243"/>
                  </a:moveTo>
                  <a:cubicBezTo>
                    <a:pt x="86487" y="67151"/>
                    <a:pt x="67151" y="86487"/>
                    <a:pt x="43244" y="86487"/>
                  </a:cubicBezTo>
                  <a:cubicBezTo>
                    <a:pt x="19336" y="86487"/>
                    <a:pt x="0" y="67151"/>
                    <a:pt x="0" y="43243"/>
                  </a:cubicBezTo>
                  <a:cubicBezTo>
                    <a:pt x="0" y="19336"/>
                    <a:pt x="19336" y="0"/>
                    <a:pt x="43244" y="0"/>
                  </a:cubicBezTo>
                  <a:cubicBezTo>
                    <a:pt x="67151" y="0"/>
                    <a:pt x="86487" y="19336"/>
                    <a:pt x="86487" y="432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3" name="Google Shape;1773;p49"/>
            <p:cNvSpPr/>
            <p:nvPr/>
          </p:nvSpPr>
          <p:spPr>
            <a:xfrm>
              <a:off x="4842578" y="2159410"/>
              <a:ext cx="86486" cy="86486"/>
            </a:xfrm>
            <a:custGeom>
              <a:avLst/>
              <a:gdLst/>
              <a:ahLst/>
              <a:cxnLst/>
              <a:rect l="l" t="t" r="r" b="b"/>
              <a:pathLst>
                <a:path w="86486" h="86486" extrusionOk="0">
                  <a:moveTo>
                    <a:pt x="86487" y="43243"/>
                  </a:moveTo>
                  <a:cubicBezTo>
                    <a:pt x="86487" y="67151"/>
                    <a:pt x="67151" y="86487"/>
                    <a:pt x="43243" y="86487"/>
                  </a:cubicBezTo>
                  <a:cubicBezTo>
                    <a:pt x="19336" y="86487"/>
                    <a:pt x="0" y="67151"/>
                    <a:pt x="0" y="43243"/>
                  </a:cubicBezTo>
                  <a:cubicBezTo>
                    <a:pt x="0" y="19336"/>
                    <a:pt x="19336" y="0"/>
                    <a:pt x="43243" y="0"/>
                  </a:cubicBezTo>
                  <a:cubicBezTo>
                    <a:pt x="67151" y="0"/>
                    <a:pt x="86487" y="19336"/>
                    <a:pt x="86487" y="4324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4" name="Google Shape;1774;p49"/>
            <p:cNvSpPr/>
            <p:nvPr/>
          </p:nvSpPr>
          <p:spPr>
            <a:xfrm>
              <a:off x="4961450" y="2159410"/>
              <a:ext cx="86487" cy="86486"/>
            </a:xfrm>
            <a:custGeom>
              <a:avLst/>
              <a:gdLst/>
              <a:ahLst/>
              <a:cxnLst/>
              <a:rect l="l" t="t" r="r" b="b"/>
              <a:pathLst>
                <a:path w="86487" h="86486" extrusionOk="0">
                  <a:moveTo>
                    <a:pt x="86487" y="43243"/>
                  </a:moveTo>
                  <a:cubicBezTo>
                    <a:pt x="86487" y="67151"/>
                    <a:pt x="67151" y="86487"/>
                    <a:pt x="43244" y="86487"/>
                  </a:cubicBezTo>
                  <a:cubicBezTo>
                    <a:pt x="19336" y="86487"/>
                    <a:pt x="0" y="67151"/>
                    <a:pt x="0" y="43243"/>
                  </a:cubicBezTo>
                  <a:cubicBezTo>
                    <a:pt x="0" y="19336"/>
                    <a:pt x="19336" y="0"/>
                    <a:pt x="43244" y="0"/>
                  </a:cubicBezTo>
                  <a:cubicBezTo>
                    <a:pt x="67151" y="0"/>
                    <a:pt x="86487" y="19336"/>
                    <a:pt x="86487" y="43243"/>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5" name="Google Shape;1775;p49"/>
            <p:cNvSpPr/>
            <p:nvPr/>
          </p:nvSpPr>
          <p:spPr>
            <a:xfrm>
              <a:off x="3732820" y="2426872"/>
              <a:ext cx="1416081" cy="268033"/>
            </a:xfrm>
            <a:custGeom>
              <a:avLst/>
              <a:gdLst/>
              <a:ahLst/>
              <a:cxnLst/>
              <a:rect l="l" t="t" r="r" b="b"/>
              <a:pathLst>
                <a:path w="1416081" h="268033" extrusionOk="0">
                  <a:moveTo>
                    <a:pt x="0" y="0"/>
                  </a:moveTo>
                  <a:lnTo>
                    <a:pt x="1416082" y="0"/>
                  </a:lnTo>
                  <a:lnTo>
                    <a:pt x="1416082" y="268034"/>
                  </a:lnTo>
                  <a:lnTo>
                    <a:pt x="0" y="26803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6" name="Google Shape;1776;p49"/>
            <p:cNvSpPr/>
            <p:nvPr/>
          </p:nvSpPr>
          <p:spPr>
            <a:xfrm>
              <a:off x="3787303" y="2381819"/>
              <a:ext cx="232219" cy="232219"/>
            </a:xfrm>
            <a:custGeom>
              <a:avLst/>
              <a:gdLst/>
              <a:ahLst/>
              <a:cxnLst/>
              <a:rect l="l" t="t" r="r" b="b"/>
              <a:pathLst>
                <a:path w="232219" h="232219" extrusionOk="0">
                  <a:moveTo>
                    <a:pt x="185547" y="0"/>
                  </a:moveTo>
                  <a:cubicBezTo>
                    <a:pt x="211323" y="0"/>
                    <a:pt x="232219" y="20896"/>
                    <a:pt x="232219" y="46673"/>
                  </a:cubicBezTo>
                  <a:lnTo>
                    <a:pt x="232219" y="185547"/>
                  </a:lnTo>
                  <a:cubicBezTo>
                    <a:pt x="232219" y="211324"/>
                    <a:pt x="211323" y="232219"/>
                    <a:pt x="185547" y="232219"/>
                  </a:cubicBezTo>
                  <a:lnTo>
                    <a:pt x="46672" y="232219"/>
                  </a:lnTo>
                  <a:cubicBezTo>
                    <a:pt x="20896" y="232219"/>
                    <a:pt x="0" y="211323"/>
                    <a:pt x="0" y="185547"/>
                  </a:cubicBezTo>
                  <a:lnTo>
                    <a:pt x="0" y="46673"/>
                  </a:lnTo>
                  <a:cubicBezTo>
                    <a:pt x="0" y="20896"/>
                    <a:pt x="20896" y="0"/>
                    <a:pt x="46672" y="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77" name="Google Shape;1777;p49"/>
            <p:cNvGrpSpPr/>
            <p:nvPr/>
          </p:nvGrpSpPr>
          <p:grpSpPr>
            <a:xfrm>
              <a:off x="3889602" y="2786441"/>
              <a:ext cx="1128902" cy="610171"/>
              <a:chOff x="4511802" y="3739991"/>
              <a:chExt cx="1128902" cy="610171"/>
            </a:xfrm>
          </p:grpSpPr>
          <p:sp>
            <p:nvSpPr>
              <p:cNvPr id="1778" name="Google Shape;1778;p49"/>
              <p:cNvSpPr/>
              <p:nvPr/>
            </p:nvSpPr>
            <p:spPr>
              <a:xfrm>
                <a:off x="4511802" y="3739991"/>
                <a:ext cx="1128902" cy="610171"/>
              </a:xfrm>
              <a:custGeom>
                <a:avLst/>
                <a:gdLst/>
                <a:ahLst/>
                <a:cxnLst/>
                <a:rect l="l" t="t" r="r" b="b"/>
                <a:pathLst>
                  <a:path w="1128902" h="610171" extrusionOk="0">
                    <a:moveTo>
                      <a:pt x="1060323" y="0"/>
                    </a:moveTo>
                    <a:cubicBezTo>
                      <a:pt x="1098199" y="0"/>
                      <a:pt x="1128903" y="30704"/>
                      <a:pt x="1128903" y="68580"/>
                    </a:cubicBezTo>
                    <a:lnTo>
                      <a:pt x="1128903" y="541592"/>
                    </a:lnTo>
                    <a:cubicBezTo>
                      <a:pt x="1128903" y="579467"/>
                      <a:pt x="1098199" y="610172"/>
                      <a:pt x="1060323" y="610172"/>
                    </a:cubicBezTo>
                    <a:lnTo>
                      <a:pt x="68580" y="610172"/>
                    </a:lnTo>
                    <a:cubicBezTo>
                      <a:pt x="30704" y="610172"/>
                      <a:pt x="0" y="579468"/>
                      <a:pt x="0" y="541592"/>
                    </a:cubicBezTo>
                    <a:lnTo>
                      <a:pt x="0" y="68580"/>
                    </a:lnTo>
                    <a:cubicBezTo>
                      <a:pt x="0" y="30704"/>
                      <a:pt x="30704" y="0"/>
                      <a:pt x="68580"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79" name="Google Shape;1779;p49"/>
              <p:cNvGrpSpPr/>
              <p:nvPr/>
            </p:nvGrpSpPr>
            <p:grpSpPr>
              <a:xfrm>
                <a:off x="4838223" y="4249674"/>
                <a:ext cx="476060" cy="50673"/>
                <a:chOff x="4838223" y="4249674"/>
                <a:chExt cx="476060" cy="50673"/>
              </a:xfrm>
            </p:grpSpPr>
            <p:sp>
              <p:nvSpPr>
                <p:cNvPr id="1780" name="Google Shape;1780;p49"/>
                <p:cNvSpPr/>
                <p:nvPr/>
              </p:nvSpPr>
              <p:spPr>
                <a:xfrm>
                  <a:off x="4838223" y="4249674"/>
                  <a:ext cx="50672" cy="50673"/>
                </a:xfrm>
                <a:custGeom>
                  <a:avLst/>
                  <a:gdLst/>
                  <a:ahLst/>
                  <a:cxnLst/>
                  <a:rect l="l" t="t" r="r" b="b"/>
                  <a:pathLst>
                    <a:path w="50672" h="50673" extrusionOk="0">
                      <a:moveTo>
                        <a:pt x="50673" y="25337"/>
                      </a:moveTo>
                      <a:cubicBezTo>
                        <a:pt x="50673" y="39330"/>
                        <a:pt x="39330" y="50673"/>
                        <a:pt x="25337" y="50673"/>
                      </a:cubicBezTo>
                      <a:cubicBezTo>
                        <a:pt x="11344" y="50673"/>
                        <a:pt x="0" y="39330"/>
                        <a:pt x="0" y="25337"/>
                      </a:cubicBezTo>
                      <a:cubicBezTo>
                        <a:pt x="0" y="11344"/>
                        <a:pt x="11343" y="0"/>
                        <a:pt x="25337" y="0"/>
                      </a:cubicBezTo>
                      <a:cubicBezTo>
                        <a:pt x="39329" y="0"/>
                        <a:pt x="50673" y="11344"/>
                        <a:pt x="50673" y="2533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1" name="Google Shape;1781;p49"/>
                <p:cNvSpPr/>
                <p:nvPr/>
              </p:nvSpPr>
              <p:spPr>
                <a:xfrm>
                  <a:off x="4944618" y="4249674"/>
                  <a:ext cx="50672" cy="50673"/>
                </a:xfrm>
                <a:custGeom>
                  <a:avLst/>
                  <a:gdLst/>
                  <a:ahLst/>
                  <a:cxnLst/>
                  <a:rect l="l" t="t" r="r" b="b"/>
                  <a:pathLst>
                    <a:path w="50672" h="50673" extrusionOk="0">
                      <a:moveTo>
                        <a:pt x="50673" y="25337"/>
                      </a:moveTo>
                      <a:cubicBezTo>
                        <a:pt x="50673" y="39330"/>
                        <a:pt x="39330" y="50673"/>
                        <a:pt x="25336" y="50673"/>
                      </a:cubicBezTo>
                      <a:cubicBezTo>
                        <a:pt x="11344" y="50673"/>
                        <a:pt x="0" y="39330"/>
                        <a:pt x="0" y="25337"/>
                      </a:cubicBezTo>
                      <a:cubicBezTo>
                        <a:pt x="0" y="11344"/>
                        <a:pt x="11343" y="0"/>
                        <a:pt x="25336" y="0"/>
                      </a:cubicBezTo>
                      <a:cubicBezTo>
                        <a:pt x="39329" y="0"/>
                        <a:pt x="50673" y="11344"/>
                        <a:pt x="50673" y="2533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2" name="Google Shape;1782;p49"/>
                <p:cNvSpPr/>
                <p:nvPr/>
              </p:nvSpPr>
              <p:spPr>
                <a:xfrm>
                  <a:off x="5050917" y="4249674"/>
                  <a:ext cx="50672" cy="50673"/>
                </a:xfrm>
                <a:custGeom>
                  <a:avLst/>
                  <a:gdLst/>
                  <a:ahLst/>
                  <a:cxnLst/>
                  <a:rect l="l" t="t" r="r" b="b"/>
                  <a:pathLst>
                    <a:path w="50672" h="50673" extrusionOk="0">
                      <a:moveTo>
                        <a:pt x="50673" y="25337"/>
                      </a:moveTo>
                      <a:cubicBezTo>
                        <a:pt x="50673" y="39330"/>
                        <a:pt x="39330" y="50673"/>
                        <a:pt x="25337" y="50673"/>
                      </a:cubicBezTo>
                      <a:cubicBezTo>
                        <a:pt x="11344" y="50673"/>
                        <a:pt x="0" y="39330"/>
                        <a:pt x="0" y="25337"/>
                      </a:cubicBezTo>
                      <a:cubicBezTo>
                        <a:pt x="0" y="11344"/>
                        <a:pt x="11343" y="0"/>
                        <a:pt x="25337" y="0"/>
                      </a:cubicBezTo>
                      <a:cubicBezTo>
                        <a:pt x="39329" y="0"/>
                        <a:pt x="50673" y="11344"/>
                        <a:pt x="50673" y="2533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3" name="Google Shape;1783;p49"/>
                <p:cNvSpPr/>
                <p:nvPr/>
              </p:nvSpPr>
              <p:spPr>
                <a:xfrm>
                  <a:off x="5157311" y="4249674"/>
                  <a:ext cx="50673" cy="50673"/>
                </a:xfrm>
                <a:custGeom>
                  <a:avLst/>
                  <a:gdLst/>
                  <a:ahLst/>
                  <a:cxnLst/>
                  <a:rect l="l" t="t" r="r" b="b"/>
                  <a:pathLst>
                    <a:path w="50673" h="50673" extrusionOk="0">
                      <a:moveTo>
                        <a:pt x="50673" y="25337"/>
                      </a:moveTo>
                      <a:cubicBezTo>
                        <a:pt x="50673" y="39338"/>
                        <a:pt x="39338" y="50673"/>
                        <a:pt x="25337" y="50673"/>
                      </a:cubicBezTo>
                      <a:cubicBezTo>
                        <a:pt x="11335" y="50673"/>
                        <a:pt x="0" y="39338"/>
                        <a:pt x="0" y="25337"/>
                      </a:cubicBezTo>
                      <a:cubicBezTo>
                        <a:pt x="0" y="11335"/>
                        <a:pt x="11335" y="0"/>
                        <a:pt x="25337" y="0"/>
                      </a:cubicBezTo>
                      <a:cubicBezTo>
                        <a:pt x="39338" y="0"/>
                        <a:pt x="50673" y="11335"/>
                        <a:pt x="50673" y="2533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4" name="Google Shape;1784;p49"/>
                <p:cNvSpPr/>
                <p:nvPr/>
              </p:nvSpPr>
              <p:spPr>
                <a:xfrm>
                  <a:off x="5263610" y="4249674"/>
                  <a:ext cx="50673" cy="50673"/>
                </a:xfrm>
                <a:custGeom>
                  <a:avLst/>
                  <a:gdLst/>
                  <a:ahLst/>
                  <a:cxnLst/>
                  <a:rect l="l" t="t" r="r" b="b"/>
                  <a:pathLst>
                    <a:path w="50673" h="50673" extrusionOk="0">
                      <a:moveTo>
                        <a:pt x="50673" y="25337"/>
                      </a:moveTo>
                      <a:cubicBezTo>
                        <a:pt x="50673" y="39338"/>
                        <a:pt x="39338" y="50673"/>
                        <a:pt x="25337" y="50673"/>
                      </a:cubicBezTo>
                      <a:cubicBezTo>
                        <a:pt x="11335" y="50673"/>
                        <a:pt x="0" y="39338"/>
                        <a:pt x="0" y="25337"/>
                      </a:cubicBezTo>
                      <a:cubicBezTo>
                        <a:pt x="0" y="11335"/>
                        <a:pt x="11335" y="0"/>
                        <a:pt x="25337" y="0"/>
                      </a:cubicBezTo>
                      <a:cubicBezTo>
                        <a:pt x="39338" y="0"/>
                        <a:pt x="50673" y="11335"/>
                        <a:pt x="50673" y="2533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785" name="Google Shape;1785;p49"/>
            <p:cNvGrpSpPr/>
            <p:nvPr/>
          </p:nvGrpSpPr>
          <p:grpSpPr>
            <a:xfrm>
              <a:off x="3738654" y="3017809"/>
              <a:ext cx="1430798" cy="123051"/>
              <a:chOff x="4360854" y="3971359"/>
              <a:chExt cx="1430798" cy="123051"/>
            </a:xfrm>
          </p:grpSpPr>
          <p:sp>
            <p:nvSpPr>
              <p:cNvPr id="1786" name="Google Shape;1786;p49"/>
              <p:cNvSpPr/>
              <p:nvPr/>
            </p:nvSpPr>
            <p:spPr>
              <a:xfrm>
                <a:off x="4360854" y="3971359"/>
                <a:ext cx="66651" cy="123051"/>
              </a:xfrm>
              <a:custGeom>
                <a:avLst/>
                <a:gdLst/>
                <a:ahLst/>
                <a:cxnLst/>
                <a:rect l="l" t="t" r="r" b="b"/>
                <a:pathLst>
                  <a:path w="66651" h="123051" extrusionOk="0">
                    <a:moveTo>
                      <a:pt x="1500" y="65145"/>
                    </a:moveTo>
                    <a:lnTo>
                      <a:pt x="57888" y="121533"/>
                    </a:lnTo>
                    <a:cubicBezTo>
                      <a:pt x="61127" y="124772"/>
                      <a:pt x="66651" y="122485"/>
                      <a:pt x="66651" y="117914"/>
                    </a:cubicBezTo>
                    <a:lnTo>
                      <a:pt x="66651" y="5138"/>
                    </a:lnTo>
                    <a:cubicBezTo>
                      <a:pt x="66651" y="566"/>
                      <a:pt x="61127" y="-1720"/>
                      <a:pt x="57888" y="1518"/>
                    </a:cubicBezTo>
                    <a:lnTo>
                      <a:pt x="1500" y="57906"/>
                    </a:lnTo>
                    <a:cubicBezTo>
                      <a:pt x="-500" y="59906"/>
                      <a:pt x="-500" y="63145"/>
                      <a:pt x="1500" y="6524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7" name="Google Shape;1787;p49"/>
              <p:cNvSpPr/>
              <p:nvPr/>
            </p:nvSpPr>
            <p:spPr>
              <a:xfrm>
                <a:off x="5725001" y="3971359"/>
                <a:ext cx="66651" cy="123051"/>
              </a:xfrm>
              <a:custGeom>
                <a:avLst/>
                <a:gdLst/>
                <a:ahLst/>
                <a:cxnLst/>
                <a:rect l="l" t="t" r="r" b="b"/>
                <a:pathLst>
                  <a:path w="66651" h="123051" extrusionOk="0">
                    <a:moveTo>
                      <a:pt x="65151" y="65145"/>
                    </a:moveTo>
                    <a:lnTo>
                      <a:pt x="8763" y="121533"/>
                    </a:lnTo>
                    <a:cubicBezTo>
                      <a:pt x="5525" y="124772"/>
                      <a:pt x="0" y="122485"/>
                      <a:pt x="0" y="117914"/>
                    </a:cubicBezTo>
                    <a:lnTo>
                      <a:pt x="0" y="5138"/>
                    </a:lnTo>
                    <a:cubicBezTo>
                      <a:pt x="0" y="566"/>
                      <a:pt x="5525" y="-1720"/>
                      <a:pt x="8763" y="1518"/>
                    </a:cubicBezTo>
                    <a:lnTo>
                      <a:pt x="65151" y="57906"/>
                    </a:lnTo>
                    <a:cubicBezTo>
                      <a:pt x="67151" y="59906"/>
                      <a:pt x="67151" y="63145"/>
                      <a:pt x="65151" y="6524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788" name="Google Shape;1788;p49"/>
          <p:cNvGrpSpPr/>
          <p:nvPr/>
        </p:nvGrpSpPr>
        <p:grpSpPr>
          <a:xfrm>
            <a:off x="2472301" y="3586302"/>
            <a:ext cx="780835" cy="462544"/>
            <a:chOff x="4309776" y="600731"/>
            <a:chExt cx="780835" cy="462544"/>
          </a:xfrm>
        </p:grpSpPr>
        <p:sp>
          <p:nvSpPr>
            <p:cNvPr id="1789" name="Google Shape;1789;p49"/>
            <p:cNvSpPr/>
            <p:nvPr/>
          </p:nvSpPr>
          <p:spPr>
            <a:xfrm>
              <a:off x="4309776" y="730567"/>
              <a:ext cx="631507" cy="332708"/>
            </a:xfrm>
            <a:custGeom>
              <a:avLst/>
              <a:gdLst/>
              <a:ahLst/>
              <a:cxnLst/>
              <a:rect l="l" t="t" r="r" b="b"/>
              <a:pathLst>
                <a:path w="631507" h="332708" extrusionOk="0">
                  <a:moveTo>
                    <a:pt x="631508" y="44577"/>
                  </a:moveTo>
                  <a:lnTo>
                    <a:pt x="631508" y="288131"/>
                  </a:lnTo>
                  <a:cubicBezTo>
                    <a:pt x="631508" y="312706"/>
                    <a:pt x="611505" y="332708"/>
                    <a:pt x="587026" y="332708"/>
                  </a:cubicBezTo>
                  <a:lnTo>
                    <a:pt x="44482" y="332708"/>
                  </a:lnTo>
                  <a:cubicBezTo>
                    <a:pt x="19907" y="332708"/>
                    <a:pt x="0" y="312706"/>
                    <a:pt x="0" y="288131"/>
                  </a:cubicBezTo>
                  <a:lnTo>
                    <a:pt x="0" y="44577"/>
                  </a:lnTo>
                  <a:cubicBezTo>
                    <a:pt x="0" y="20002"/>
                    <a:pt x="19812" y="0"/>
                    <a:pt x="44482" y="0"/>
                  </a:cubicBezTo>
                  <a:lnTo>
                    <a:pt x="587026" y="0"/>
                  </a:lnTo>
                  <a:cubicBezTo>
                    <a:pt x="611505" y="0"/>
                    <a:pt x="631508" y="20002"/>
                    <a:pt x="631508" y="44577"/>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90" name="Google Shape;1790;p49"/>
            <p:cNvSpPr/>
            <p:nvPr/>
          </p:nvSpPr>
          <p:spPr>
            <a:xfrm>
              <a:off x="4834985" y="730567"/>
              <a:ext cx="106394" cy="133731"/>
            </a:xfrm>
            <a:custGeom>
              <a:avLst/>
              <a:gdLst/>
              <a:ahLst/>
              <a:cxnLst/>
              <a:rect l="l" t="t" r="r" b="b"/>
              <a:pathLst>
                <a:path w="106394" h="133731" extrusionOk="0">
                  <a:moveTo>
                    <a:pt x="106299" y="44577"/>
                  </a:moveTo>
                  <a:lnTo>
                    <a:pt x="106299" y="133636"/>
                  </a:lnTo>
                  <a:cubicBezTo>
                    <a:pt x="104870" y="133731"/>
                    <a:pt x="103346" y="133731"/>
                    <a:pt x="101917" y="133731"/>
                  </a:cubicBezTo>
                  <a:cubicBezTo>
                    <a:pt x="45625" y="133731"/>
                    <a:pt x="0" y="88011"/>
                    <a:pt x="0" y="31718"/>
                  </a:cubicBezTo>
                  <a:cubicBezTo>
                    <a:pt x="0" y="20574"/>
                    <a:pt x="1714" y="10001"/>
                    <a:pt x="5048" y="0"/>
                  </a:cubicBezTo>
                  <a:lnTo>
                    <a:pt x="61913" y="0"/>
                  </a:lnTo>
                  <a:cubicBezTo>
                    <a:pt x="86392" y="0"/>
                    <a:pt x="106394" y="20002"/>
                    <a:pt x="106394" y="44577"/>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91" name="Google Shape;1791;p49"/>
            <p:cNvGrpSpPr/>
            <p:nvPr/>
          </p:nvGrpSpPr>
          <p:grpSpPr>
            <a:xfrm>
              <a:off x="4801916" y="600731"/>
              <a:ext cx="288695" cy="288695"/>
              <a:chOff x="4801916" y="600731"/>
              <a:chExt cx="288695" cy="288695"/>
            </a:xfrm>
          </p:grpSpPr>
          <p:sp>
            <p:nvSpPr>
              <p:cNvPr id="1792" name="Google Shape;1792;p49"/>
              <p:cNvSpPr/>
              <p:nvPr/>
            </p:nvSpPr>
            <p:spPr>
              <a:xfrm rot="-2700000">
                <a:off x="4844194" y="643009"/>
                <a:ext cx="204138" cy="204138"/>
              </a:xfrm>
              <a:custGeom>
                <a:avLst/>
                <a:gdLst/>
                <a:ahLst/>
                <a:cxnLst/>
                <a:rect l="l" t="t" r="r" b="b"/>
                <a:pathLst>
                  <a:path w="204025" h="204025" extrusionOk="0">
                    <a:moveTo>
                      <a:pt x="204026" y="102013"/>
                    </a:moveTo>
                    <a:cubicBezTo>
                      <a:pt x="204026" y="158353"/>
                      <a:pt x="158353" y="204026"/>
                      <a:pt x="102013" y="204026"/>
                    </a:cubicBezTo>
                    <a:cubicBezTo>
                      <a:pt x="45673" y="204026"/>
                      <a:pt x="0" y="158353"/>
                      <a:pt x="0" y="102013"/>
                    </a:cubicBezTo>
                    <a:cubicBezTo>
                      <a:pt x="0" y="45673"/>
                      <a:pt x="45673" y="0"/>
                      <a:pt x="102013" y="0"/>
                    </a:cubicBezTo>
                    <a:cubicBezTo>
                      <a:pt x="158353" y="0"/>
                      <a:pt x="204026" y="45673"/>
                      <a:pt x="204026" y="102013"/>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93" name="Google Shape;1793;p49"/>
              <p:cNvSpPr/>
              <p:nvPr/>
            </p:nvSpPr>
            <p:spPr>
              <a:xfrm>
                <a:off x="4888801" y="703802"/>
                <a:ext cx="114585" cy="88106"/>
              </a:xfrm>
              <a:custGeom>
                <a:avLst/>
                <a:gdLst/>
                <a:ahLst/>
                <a:cxnLst/>
                <a:rect l="l" t="t" r="r" b="b"/>
                <a:pathLst>
                  <a:path w="114585" h="88106" extrusionOk="0">
                    <a:moveTo>
                      <a:pt x="0" y="61722"/>
                    </a:moveTo>
                    <a:lnTo>
                      <a:pt x="26479" y="88106"/>
                    </a:lnTo>
                    <a:lnTo>
                      <a:pt x="114586" y="0"/>
                    </a:lnTo>
                  </a:path>
                </a:pathLst>
              </a:custGeom>
              <a:noFill/>
              <a:ln w="20550" cap="flat" cmpd="sng">
                <a:solidFill>
                  <a:schemeClr val="lt1"/>
                </a:solidFill>
                <a:prstDash val="solid"/>
                <a:miter lim="8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794" name="Google Shape;1794;p49"/>
            <p:cNvGrpSpPr/>
            <p:nvPr/>
          </p:nvGrpSpPr>
          <p:grpSpPr>
            <a:xfrm>
              <a:off x="4423219" y="820197"/>
              <a:ext cx="400335" cy="153543"/>
              <a:chOff x="4423219" y="820197"/>
              <a:chExt cx="400335" cy="153543"/>
            </a:xfrm>
          </p:grpSpPr>
          <p:grpSp>
            <p:nvGrpSpPr>
              <p:cNvPr id="1795" name="Google Shape;1795;p49"/>
              <p:cNvGrpSpPr/>
              <p:nvPr/>
            </p:nvGrpSpPr>
            <p:grpSpPr>
              <a:xfrm>
                <a:off x="4511040" y="820197"/>
                <a:ext cx="224599" cy="153543"/>
                <a:chOff x="4511040" y="820197"/>
                <a:chExt cx="224599" cy="153543"/>
              </a:xfrm>
            </p:grpSpPr>
            <p:sp>
              <p:nvSpPr>
                <p:cNvPr id="1796" name="Google Shape;1796;p49"/>
                <p:cNvSpPr/>
                <p:nvPr/>
              </p:nvSpPr>
              <p:spPr>
                <a:xfrm>
                  <a:off x="4511040" y="820197"/>
                  <a:ext cx="224599" cy="153543"/>
                </a:xfrm>
                <a:custGeom>
                  <a:avLst/>
                  <a:gdLst/>
                  <a:ahLst/>
                  <a:cxnLst/>
                  <a:rect l="l" t="t" r="r" b="b"/>
                  <a:pathLst>
                    <a:path w="224599" h="153543" extrusionOk="0">
                      <a:moveTo>
                        <a:pt x="208121" y="0"/>
                      </a:moveTo>
                      <a:cubicBezTo>
                        <a:pt x="217222" y="0"/>
                        <a:pt x="224599" y="7378"/>
                        <a:pt x="224599" y="16478"/>
                      </a:cubicBezTo>
                      <a:lnTo>
                        <a:pt x="224599" y="137065"/>
                      </a:lnTo>
                      <a:cubicBezTo>
                        <a:pt x="224599" y="146165"/>
                        <a:pt x="217222" y="153543"/>
                        <a:pt x="208121" y="153543"/>
                      </a:cubicBezTo>
                      <a:lnTo>
                        <a:pt x="16478" y="153543"/>
                      </a:lnTo>
                      <a:cubicBezTo>
                        <a:pt x="7378" y="153543"/>
                        <a:pt x="0" y="146165"/>
                        <a:pt x="0" y="137065"/>
                      </a:cubicBezTo>
                      <a:lnTo>
                        <a:pt x="0" y="16478"/>
                      </a:lnTo>
                      <a:cubicBezTo>
                        <a:pt x="0" y="7378"/>
                        <a:pt x="7378" y="0"/>
                        <a:pt x="16478"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797" name="Google Shape;1797;p49"/>
                <p:cNvGrpSpPr/>
                <p:nvPr/>
              </p:nvGrpSpPr>
              <p:grpSpPr>
                <a:xfrm>
                  <a:off x="4524184" y="832485"/>
                  <a:ext cx="198405" cy="131635"/>
                  <a:chOff x="4524184" y="832485"/>
                  <a:chExt cx="198405" cy="131635"/>
                </a:xfrm>
              </p:grpSpPr>
              <p:sp>
                <p:nvSpPr>
                  <p:cNvPr id="1798" name="Google Shape;1798;p49"/>
                  <p:cNvSpPr/>
                  <p:nvPr/>
                </p:nvSpPr>
                <p:spPr>
                  <a:xfrm>
                    <a:off x="4524184" y="832485"/>
                    <a:ext cx="198405" cy="131635"/>
                  </a:xfrm>
                  <a:custGeom>
                    <a:avLst/>
                    <a:gdLst/>
                    <a:ahLst/>
                    <a:cxnLst/>
                    <a:rect l="l" t="t" r="r" b="b"/>
                    <a:pathLst>
                      <a:path w="198405" h="131635" extrusionOk="0">
                        <a:moveTo>
                          <a:pt x="0" y="131636"/>
                        </a:moveTo>
                        <a:lnTo>
                          <a:pt x="198406" y="0"/>
                        </a:lnTo>
                      </a:path>
                    </a:pathLst>
                  </a:custGeom>
                  <a:noFill/>
                  <a:ln w="9525" cap="rnd" cmpd="sng">
                    <a:solidFill>
                      <a:schemeClr val="dk2"/>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99" name="Google Shape;1799;p49"/>
                  <p:cNvSpPr/>
                  <p:nvPr/>
                </p:nvSpPr>
                <p:spPr>
                  <a:xfrm>
                    <a:off x="4524184" y="832485"/>
                    <a:ext cx="198405" cy="131635"/>
                  </a:xfrm>
                  <a:custGeom>
                    <a:avLst/>
                    <a:gdLst/>
                    <a:ahLst/>
                    <a:cxnLst/>
                    <a:rect l="l" t="t" r="r" b="b"/>
                    <a:pathLst>
                      <a:path w="198405" h="131635" extrusionOk="0">
                        <a:moveTo>
                          <a:pt x="198406" y="131636"/>
                        </a:moveTo>
                        <a:lnTo>
                          <a:pt x="0" y="0"/>
                        </a:lnTo>
                      </a:path>
                    </a:pathLst>
                  </a:custGeom>
                  <a:noFill/>
                  <a:ln w="9525" cap="rnd" cmpd="sng">
                    <a:solidFill>
                      <a:schemeClr val="dk2"/>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800" name="Google Shape;1800;p49"/>
              <p:cNvGrpSpPr/>
              <p:nvPr/>
            </p:nvGrpSpPr>
            <p:grpSpPr>
              <a:xfrm>
                <a:off x="4423219" y="867251"/>
                <a:ext cx="400335" cy="52101"/>
                <a:chOff x="4423219" y="867251"/>
                <a:chExt cx="400335" cy="52101"/>
              </a:xfrm>
            </p:grpSpPr>
            <p:sp>
              <p:nvSpPr>
                <p:cNvPr id="1801" name="Google Shape;1801;p49"/>
                <p:cNvSpPr/>
                <p:nvPr/>
              </p:nvSpPr>
              <p:spPr>
                <a:xfrm>
                  <a:off x="4798313" y="867251"/>
                  <a:ext cx="25241" cy="50482"/>
                </a:xfrm>
                <a:custGeom>
                  <a:avLst/>
                  <a:gdLst/>
                  <a:ahLst/>
                  <a:cxnLst/>
                  <a:rect l="l" t="t" r="r" b="b"/>
                  <a:pathLst>
                    <a:path w="25241" h="50482" extrusionOk="0">
                      <a:moveTo>
                        <a:pt x="0" y="0"/>
                      </a:moveTo>
                      <a:lnTo>
                        <a:pt x="25241" y="25241"/>
                      </a:lnTo>
                      <a:lnTo>
                        <a:pt x="0" y="50482"/>
                      </a:lnTo>
                    </a:path>
                  </a:pathLst>
                </a:custGeom>
                <a:solidFill>
                  <a:schemeClr val="lt1"/>
                </a:solidFill>
                <a:ln w="20550" cap="rnd" cmpd="sng">
                  <a:solidFill>
                    <a:srgbClr val="FFFFFF"/>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02" name="Google Shape;1802;p49"/>
                <p:cNvSpPr/>
                <p:nvPr/>
              </p:nvSpPr>
              <p:spPr>
                <a:xfrm>
                  <a:off x="4423219" y="868965"/>
                  <a:ext cx="25241" cy="50387"/>
                </a:xfrm>
                <a:custGeom>
                  <a:avLst/>
                  <a:gdLst/>
                  <a:ahLst/>
                  <a:cxnLst/>
                  <a:rect l="l" t="t" r="r" b="b"/>
                  <a:pathLst>
                    <a:path w="25241" h="50387" extrusionOk="0">
                      <a:moveTo>
                        <a:pt x="25241" y="50387"/>
                      </a:moveTo>
                      <a:lnTo>
                        <a:pt x="0" y="25146"/>
                      </a:lnTo>
                      <a:lnTo>
                        <a:pt x="25241" y="0"/>
                      </a:lnTo>
                    </a:path>
                  </a:pathLst>
                </a:custGeom>
                <a:solidFill>
                  <a:schemeClr val="lt1"/>
                </a:solidFill>
                <a:ln w="20550" cap="rnd" cmpd="sng">
                  <a:solidFill>
                    <a:srgbClr val="FFFFFF"/>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1803" name="Google Shape;1803;p49"/>
          <p:cNvGrpSpPr/>
          <p:nvPr/>
        </p:nvGrpSpPr>
        <p:grpSpPr>
          <a:xfrm>
            <a:off x="2551842" y="4243025"/>
            <a:ext cx="453104" cy="310991"/>
            <a:chOff x="8968549" y="2613850"/>
            <a:chExt cx="453104" cy="310991"/>
          </a:xfrm>
        </p:grpSpPr>
        <p:sp>
          <p:nvSpPr>
            <p:cNvPr id="1804" name="Google Shape;1804;p49"/>
            <p:cNvSpPr/>
            <p:nvPr/>
          </p:nvSpPr>
          <p:spPr>
            <a:xfrm>
              <a:off x="8976836" y="2622804"/>
              <a:ext cx="444817" cy="302037"/>
            </a:xfrm>
            <a:custGeom>
              <a:avLst/>
              <a:gdLst/>
              <a:ahLst/>
              <a:cxnLst/>
              <a:rect l="l" t="t" r="r" b="b"/>
              <a:pathLst>
                <a:path w="444817" h="302037" extrusionOk="0">
                  <a:moveTo>
                    <a:pt x="423481" y="0"/>
                  </a:moveTo>
                  <a:cubicBezTo>
                    <a:pt x="435265" y="0"/>
                    <a:pt x="444817" y="9552"/>
                    <a:pt x="444817" y="21336"/>
                  </a:cubicBezTo>
                  <a:lnTo>
                    <a:pt x="444817" y="280702"/>
                  </a:lnTo>
                  <a:cubicBezTo>
                    <a:pt x="444817" y="292485"/>
                    <a:pt x="435265" y="302038"/>
                    <a:pt x="423481" y="302038"/>
                  </a:cubicBezTo>
                  <a:lnTo>
                    <a:pt x="21336" y="302038"/>
                  </a:lnTo>
                  <a:cubicBezTo>
                    <a:pt x="9552" y="302038"/>
                    <a:pt x="0" y="292485"/>
                    <a:pt x="0" y="280702"/>
                  </a:cubicBezTo>
                  <a:lnTo>
                    <a:pt x="0" y="21336"/>
                  </a:lnTo>
                  <a:cubicBezTo>
                    <a:pt x="0" y="9552"/>
                    <a:pt x="9552" y="0"/>
                    <a:pt x="21336"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05" name="Google Shape;1805;p49"/>
            <p:cNvSpPr/>
            <p:nvPr/>
          </p:nvSpPr>
          <p:spPr>
            <a:xfrm>
              <a:off x="8968549" y="2613850"/>
              <a:ext cx="444817" cy="302037"/>
            </a:xfrm>
            <a:custGeom>
              <a:avLst/>
              <a:gdLst/>
              <a:ahLst/>
              <a:cxnLst/>
              <a:rect l="l" t="t" r="r" b="b"/>
              <a:pathLst>
                <a:path w="444817" h="302037" extrusionOk="0">
                  <a:moveTo>
                    <a:pt x="423481" y="0"/>
                  </a:moveTo>
                  <a:cubicBezTo>
                    <a:pt x="435265" y="0"/>
                    <a:pt x="444817" y="9552"/>
                    <a:pt x="444817" y="21336"/>
                  </a:cubicBezTo>
                  <a:lnTo>
                    <a:pt x="444817" y="280702"/>
                  </a:lnTo>
                  <a:cubicBezTo>
                    <a:pt x="444817" y="292485"/>
                    <a:pt x="435265" y="302038"/>
                    <a:pt x="423481" y="302038"/>
                  </a:cubicBezTo>
                  <a:lnTo>
                    <a:pt x="21336" y="302038"/>
                  </a:lnTo>
                  <a:cubicBezTo>
                    <a:pt x="9552" y="302038"/>
                    <a:pt x="0" y="292485"/>
                    <a:pt x="0" y="280702"/>
                  </a:cubicBezTo>
                  <a:lnTo>
                    <a:pt x="0" y="21336"/>
                  </a:lnTo>
                  <a:cubicBezTo>
                    <a:pt x="0" y="9552"/>
                    <a:pt x="9552" y="0"/>
                    <a:pt x="21336"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06" name="Google Shape;1806;p49"/>
            <p:cNvSpPr/>
            <p:nvPr/>
          </p:nvSpPr>
          <p:spPr>
            <a:xfrm>
              <a:off x="9048940" y="2682525"/>
              <a:ext cx="101441" cy="185546"/>
            </a:xfrm>
            <a:custGeom>
              <a:avLst/>
              <a:gdLst/>
              <a:ahLst/>
              <a:cxnLst/>
              <a:rect l="l" t="t" r="r" b="b"/>
              <a:pathLst>
                <a:path w="101441" h="185546" extrusionOk="0">
                  <a:moveTo>
                    <a:pt x="88678" y="0"/>
                  </a:moveTo>
                  <a:cubicBezTo>
                    <a:pt x="95727" y="0"/>
                    <a:pt x="101442" y="5715"/>
                    <a:pt x="101442" y="12764"/>
                  </a:cubicBezTo>
                  <a:lnTo>
                    <a:pt x="101442" y="172784"/>
                  </a:lnTo>
                  <a:cubicBezTo>
                    <a:pt x="101442" y="179833"/>
                    <a:pt x="95727" y="185547"/>
                    <a:pt x="88678" y="185547"/>
                  </a:cubicBezTo>
                  <a:lnTo>
                    <a:pt x="12764" y="185547"/>
                  </a:lnTo>
                  <a:cubicBezTo>
                    <a:pt x="5715" y="185547"/>
                    <a:pt x="0" y="179833"/>
                    <a:pt x="0" y="172784"/>
                  </a:cubicBezTo>
                  <a:lnTo>
                    <a:pt x="0" y="12764"/>
                  </a:lnTo>
                  <a:cubicBezTo>
                    <a:pt x="0" y="5714"/>
                    <a:pt x="5714" y="0"/>
                    <a:pt x="12764"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807" name="Google Shape;1807;p49"/>
            <p:cNvGrpSpPr/>
            <p:nvPr/>
          </p:nvGrpSpPr>
          <p:grpSpPr>
            <a:xfrm>
              <a:off x="9195244" y="2694622"/>
              <a:ext cx="127158" cy="157924"/>
              <a:chOff x="9195244" y="2694622"/>
              <a:chExt cx="127158" cy="157924"/>
            </a:xfrm>
          </p:grpSpPr>
          <p:sp>
            <p:nvSpPr>
              <p:cNvPr id="1808" name="Google Shape;1808;p49"/>
              <p:cNvSpPr/>
              <p:nvPr/>
            </p:nvSpPr>
            <p:spPr>
              <a:xfrm>
                <a:off x="9195244" y="2694622"/>
                <a:ext cx="127158" cy="18764"/>
              </a:xfrm>
              <a:custGeom>
                <a:avLst/>
                <a:gdLst/>
                <a:ahLst/>
                <a:cxnLst/>
                <a:rect l="l" t="t" r="r" b="b"/>
                <a:pathLst>
                  <a:path w="127158" h="18764" extrusionOk="0">
                    <a:moveTo>
                      <a:pt x="0" y="0"/>
                    </a:moveTo>
                    <a:lnTo>
                      <a:pt x="127159" y="0"/>
                    </a:lnTo>
                    <a:lnTo>
                      <a:pt x="127159" y="18764"/>
                    </a:lnTo>
                    <a:lnTo>
                      <a:pt x="0" y="1876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09" name="Google Shape;1809;p49"/>
              <p:cNvSpPr/>
              <p:nvPr/>
            </p:nvSpPr>
            <p:spPr>
              <a:xfrm>
                <a:off x="9195244" y="2741009"/>
                <a:ext cx="127158" cy="18764"/>
              </a:xfrm>
              <a:custGeom>
                <a:avLst/>
                <a:gdLst/>
                <a:ahLst/>
                <a:cxnLst/>
                <a:rect l="l" t="t" r="r" b="b"/>
                <a:pathLst>
                  <a:path w="127158" h="18764" extrusionOk="0">
                    <a:moveTo>
                      <a:pt x="0" y="0"/>
                    </a:moveTo>
                    <a:lnTo>
                      <a:pt x="127159" y="0"/>
                    </a:lnTo>
                    <a:lnTo>
                      <a:pt x="127159" y="18764"/>
                    </a:lnTo>
                    <a:lnTo>
                      <a:pt x="0" y="1876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10" name="Google Shape;1810;p49"/>
              <p:cNvSpPr/>
              <p:nvPr/>
            </p:nvSpPr>
            <p:spPr>
              <a:xfrm>
                <a:off x="9195244" y="2787396"/>
                <a:ext cx="127158" cy="18764"/>
              </a:xfrm>
              <a:custGeom>
                <a:avLst/>
                <a:gdLst/>
                <a:ahLst/>
                <a:cxnLst/>
                <a:rect l="l" t="t" r="r" b="b"/>
                <a:pathLst>
                  <a:path w="127158" h="18764" extrusionOk="0">
                    <a:moveTo>
                      <a:pt x="0" y="0"/>
                    </a:moveTo>
                    <a:lnTo>
                      <a:pt x="127159" y="0"/>
                    </a:lnTo>
                    <a:lnTo>
                      <a:pt x="127159" y="18764"/>
                    </a:lnTo>
                    <a:lnTo>
                      <a:pt x="0" y="1876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11" name="Google Shape;1811;p49"/>
              <p:cNvSpPr/>
              <p:nvPr/>
            </p:nvSpPr>
            <p:spPr>
              <a:xfrm>
                <a:off x="9195244" y="2833782"/>
                <a:ext cx="127158" cy="18764"/>
              </a:xfrm>
              <a:custGeom>
                <a:avLst/>
                <a:gdLst/>
                <a:ahLst/>
                <a:cxnLst/>
                <a:rect l="l" t="t" r="r" b="b"/>
                <a:pathLst>
                  <a:path w="127158" h="18764" extrusionOk="0">
                    <a:moveTo>
                      <a:pt x="0" y="0"/>
                    </a:moveTo>
                    <a:lnTo>
                      <a:pt x="127159" y="0"/>
                    </a:lnTo>
                    <a:lnTo>
                      <a:pt x="127159" y="18764"/>
                    </a:lnTo>
                    <a:lnTo>
                      <a:pt x="0" y="1876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812" name="Google Shape;1812;p49"/>
          <p:cNvGrpSpPr/>
          <p:nvPr/>
        </p:nvGrpSpPr>
        <p:grpSpPr>
          <a:xfrm>
            <a:off x="2506524" y="2957880"/>
            <a:ext cx="712374" cy="434244"/>
            <a:chOff x="2771775" y="636555"/>
            <a:chExt cx="712374" cy="434244"/>
          </a:xfrm>
        </p:grpSpPr>
        <p:sp>
          <p:nvSpPr>
            <p:cNvPr id="1813" name="Google Shape;1813;p49"/>
            <p:cNvSpPr/>
            <p:nvPr/>
          </p:nvSpPr>
          <p:spPr>
            <a:xfrm>
              <a:off x="2771775" y="646842"/>
              <a:ext cx="712374" cy="423957"/>
            </a:xfrm>
            <a:custGeom>
              <a:avLst/>
              <a:gdLst/>
              <a:ahLst/>
              <a:cxnLst/>
              <a:rect l="l" t="t" r="r" b="b"/>
              <a:pathLst>
                <a:path w="712374" h="423957" extrusionOk="0">
                  <a:moveTo>
                    <a:pt x="661797" y="0"/>
                  </a:moveTo>
                  <a:cubicBezTo>
                    <a:pt x="689730" y="0"/>
                    <a:pt x="712375" y="22644"/>
                    <a:pt x="712375" y="50578"/>
                  </a:cubicBezTo>
                  <a:lnTo>
                    <a:pt x="712375" y="373380"/>
                  </a:lnTo>
                  <a:cubicBezTo>
                    <a:pt x="712375" y="401313"/>
                    <a:pt x="689730" y="423958"/>
                    <a:pt x="661797" y="423958"/>
                  </a:cubicBezTo>
                  <a:lnTo>
                    <a:pt x="50578" y="423958"/>
                  </a:lnTo>
                  <a:cubicBezTo>
                    <a:pt x="22644" y="423958"/>
                    <a:pt x="0" y="401313"/>
                    <a:pt x="0" y="373380"/>
                  </a:cubicBezTo>
                  <a:lnTo>
                    <a:pt x="0" y="50578"/>
                  </a:lnTo>
                  <a:cubicBezTo>
                    <a:pt x="0" y="22644"/>
                    <a:pt x="22644" y="0"/>
                    <a:pt x="50578" y="0"/>
                  </a:cubicBezTo>
                  <a:close/>
                </a:path>
              </a:pathLst>
            </a:custGeom>
            <a:solidFill>
              <a:srgbClr val="E6EAF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14" name="Google Shape;1814;p49"/>
            <p:cNvSpPr/>
            <p:nvPr/>
          </p:nvSpPr>
          <p:spPr>
            <a:xfrm>
              <a:off x="2771775" y="636555"/>
              <a:ext cx="712374" cy="423957"/>
            </a:xfrm>
            <a:custGeom>
              <a:avLst/>
              <a:gdLst/>
              <a:ahLst/>
              <a:cxnLst/>
              <a:rect l="l" t="t" r="r" b="b"/>
              <a:pathLst>
                <a:path w="712374" h="423957" extrusionOk="0">
                  <a:moveTo>
                    <a:pt x="661797" y="0"/>
                  </a:moveTo>
                  <a:cubicBezTo>
                    <a:pt x="689730" y="0"/>
                    <a:pt x="712375" y="22644"/>
                    <a:pt x="712375" y="50578"/>
                  </a:cubicBezTo>
                  <a:lnTo>
                    <a:pt x="712375" y="373380"/>
                  </a:lnTo>
                  <a:cubicBezTo>
                    <a:pt x="712375" y="401313"/>
                    <a:pt x="689730" y="423958"/>
                    <a:pt x="661797" y="423958"/>
                  </a:cubicBezTo>
                  <a:lnTo>
                    <a:pt x="50578" y="423958"/>
                  </a:lnTo>
                  <a:cubicBezTo>
                    <a:pt x="22644" y="423958"/>
                    <a:pt x="0" y="401313"/>
                    <a:pt x="0" y="373380"/>
                  </a:cubicBezTo>
                  <a:lnTo>
                    <a:pt x="0" y="50578"/>
                  </a:lnTo>
                  <a:cubicBezTo>
                    <a:pt x="0" y="22644"/>
                    <a:pt x="22644" y="0"/>
                    <a:pt x="50578"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815" name="Google Shape;1815;p49"/>
            <p:cNvGrpSpPr/>
            <p:nvPr/>
          </p:nvGrpSpPr>
          <p:grpSpPr>
            <a:xfrm>
              <a:off x="2853880" y="721233"/>
              <a:ext cx="548163" cy="254697"/>
              <a:chOff x="2853880" y="721233"/>
              <a:chExt cx="548163" cy="254697"/>
            </a:xfrm>
          </p:grpSpPr>
          <p:grpSp>
            <p:nvGrpSpPr>
              <p:cNvPr id="1816" name="Google Shape;1816;p49"/>
              <p:cNvGrpSpPr/>
              <p:nvPr/>
            </p:nvGrpSpPr>
            <p:grpSpPr>
              <a:xfrm>
                <a:off x="2853880" y="721233"/>
                <a:ext cx="102108" cy="254697"/>
                <a:chOff x="2853880" y="721233"/>
                <a:chExt cx="102108" cy="254697"/>
              </a:xfrm>
            </p:grpSpPr>
            <p:sp>
              <p:nvSpPr>
                <p:cNvPr id="1817" name="Google Shape;1817;p49"/>
                <p:cNvSpPr/>
                <p:nvPr/>
              </p:nvSpPr>
              <p:spPr>
                <a:xfrm>
                  <a:off x="2853880" y="730281"/>
                  <a:ext cx="102108" cy="245649"/>
                </a:xfrm>
                <a:custGeom>
                  <a:avLst/>
                  <a:gdLst/>
                  <a:ahLst/>
                  <a:cxnLst/>
                  <a:rect l="l" t="t" r="r" b="b"/>
                  <a:pathLst>
                    <a:path w="102108" h="245649" extrusionOk="0">
                      <a:moveTo>
                        <a:pt x="88583" y="0"/>
                      </a:moveTo>
                      <a:cubicBezTo>
                        <a:pt x="96052" y="0"/>
                        <a:pt x="102108" y="6056"/>
                        <a:pt x="102108" y="13526"/>
                      </a:cubicBezTo>
                      <a:lnTo>
                        <a:pt x="102108" y="232124"/>
                      </a:lnTo>
                      <a:cubicBezTo>
                        <a:pt x="102108" y="239594"/>
                        <a:pt x="96052" y="245650"/>
                        <a:pt x="88583" y="245650"/>
                      </a:cubicBezTo>
                      <a:lnTo>
                        <a:pt x="13526" y="245650"/>
                      </a:lnTo>
                      <a:cubicBezTo>
                        <a:pt x="6056" y="245650"/>
                        <a:pt x="0" y="239594"/>
                        <a:pt x="0" y="232124"/>
                      </a:cubicBezTo>
                      <a:lnTo>
                        <a:pt x="0" y="13526"/>
                      </a:lnTo>
                      <a:cubicBezTo>
                        <a:pt x="0" y="6056"/>
                        <a:pt x="6056" y="0"/>
                        <a:pt x="13526" y="0"/>
                      </a:cubicBezTo>
                      <a:close/>
                    </a:path>
                  </a:pathLst>
                </a:custGeom>
                <a:solidFill>
                  <a:srgbClr val="D2D6D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18" name="Google Shape;1818;p49"/>
                <p:cNvSpPr/>
                <p:nvPr/>
              </p:nvSpPr>
              <p:spPr>
                <a:xfrm>
                  <a:off x="2853880" y="721233"/>
                  <a:ext cx="102108" cy="245649"/>
                </a:xfrm>
                <a:custGeom>
                  <a:avLst/>
                  <a:gdLst/>
                  <a:ahLst/>
                  <a:cxnLst/>
                  <a:rect l="l" t="t" r="r" b="b"/>
                  <a:pathLst>
                    <a:path w="102108" h="245649" extrusionOk="0">
                      <a:moveTo>
                        <a:pt x="88583" y="0"/>
                      </a:moveTo>
                      <a:cubicBezTo>
                        <a:pt x="96052" y="0"/>
                        <a:pt x="102108" y="6056"/>
                        <a:pt x="102108" y="13525"/>
                      </a:cubicBezTo>
                      <a:lnTo>
                        <a:pt x="102108" y="232124"/>
                      </a:lnTo>
                      <a:cubicBezTo>
                        <a:pt x="102108" y="239594"/>
                        <a:pt x="96052" y="245650"/>
                        <a:pt x="88583" y="245650"/>
                      </a:cubicBezTo>
                      <a:lnTo>
                        <a:pt x="13526" y="245650"/>
                      </a:lnTo>
                      <a:cubicBezTo>
                        <a:pt x="6056" y="245650"/>
                        <a:pt x="0" y="239594"/>
                        <a:pt x="0" y="232124"/>
                      </a:cubicBezTo>
                      <a:lnTo>
                        <a:pt x="0" y="13525"/>
                      </a:lnTo>
                      <a:cubicBezTo>
                        <a:pt x="0" y="6056"/>
                        <a:pt x="6056" y="0"/>
                        <a:pt x="13526"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19" name="Google Shape;1819;p49"/>
                <p:cNvSpPr/>
                <p:nvPr/>
              </p:nvSpPr>
              <p:spPr>
                <a:xfrm>
                  <a:off x="2864358" y="734853"/>
                  <a:ext cx="81248" cy="188309"/>
                </a:xfrm>
                <a:custGeom>
                  <a:avLst/>
                  <a:gdLst/>
                  <a:ahLst/>
                  <a:cxnLst/>
                  <a:rect l="l" t="t" r="r" b="b"/>
                  <a:pathLst>
                    <a:path w="81248" h="188309" extrusionOk="0">
                      <a:moveTo>
                        <a:pt x="0" y="0"/>
                      </a:moveTo>
                      <a:lnTo>
                        <a:pt x="81248" y="0"/>
                      </a:lnTo>
                      <a:lnTo>
                        <a:pt x="81248" y="188309"/>
                      </a:lnTo>
                      <a:lnTo>
                        <a:pt x="0" y="18830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20" name="Google Shape;1820;p49"/>
              <p:cNvGrpSpPr/>
              <p:nvPr/>
            </p:nvGrpSpPr>
            <p:grpSpPr>
              <a:xfrm>
                <a:off x="3002565" y="721233"/>
                <a:ext cx="102108" cy="254697"/>
                <a:chOff x="3002565" y="721233"/>
                <a:chExt cx="102108" cy="254697"/>
              </a:xfrm>
            </p:grpSpPr>
            <p:sp>
              <p:nvSpPr>
                <p:cNvPr id="1821" name="Google Shape;1821;p49"/>
                <p:cNvSpPr/>
                <p:nvPr/>
              </p:nvSpPr>
              <p:spPr>
                <a:xfrm>
                  <a:off x="3002565" y="730281"/>
                  <a:ext cx="102108" cy="245649"/>
                </a:xfrm>
                <a:custGeom>
                  <a:avLst/>
                  <a:gdLst/>
                  <a:ahLst/>
                  <a:cxnLst/>
                  <a:rect l="l" t="t" r="r" b="b"/>
                  <a:pathLst>
                    <a:path w="102108" h="245649" extrusionOk="0">
                      <a:moveTo>
                        <a:pt x="88582" y="0"/>
                      </a:moveTo>
                      <a:cubicBezTo>
                        <a:pt x="96052" y="0"/>
                        <a:pt x="102108" y="6056"/>
                        <a:pt x="102108" y="13526"/>
                      </a:cubicBezTo>
                      <a:lnTo>
                        <a:pt x="102108" y="232124"/>
                      </a:lnTo>
                      <a:cubicBezTo>
                        <a:pt x="102108" y="239594"/>
                        <a:pt x="96052" y="245650"/>
                        <a:pt x="88582"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22" name="Google Shape;1822;p49"/>
                <p:cNvSpPr/>
                <p:nvPr/>
              </p:nvSpPr>
              <p:spPr>
                <a:xfrm>
                  <a:off x="3002565" y="721233"/>
                  <a:ext cx="102108" cy="245649"/>
                </a:xfrm>
                <a:custGeom>
                  <a:avLst/>
                  <a:gdLst/>
                  <a:ahLst/>
                  <a:cxnLst/>
                  <a:rect l="l" t="t" r="r" b="b"/>
                  <a:pathLst>
                    <a:path w="102108" h="245649" extrusionOk="0">
                      <a:moveTo>
                        <a:pt x="88582" y="0"/>
                      </a:moveTo>
                      <a:cubicBezTo>
                        <a:pt x="96052" y="0"/>
                        <a:pt x="102108" y="6056"/>
                        <a:pt x="102108" y="13525"/>
                      </a:cubicBezTo>
                      <a:lnTo>
                        <a:pt x="102108" y="232124"/>
                      </a:lnTo>
                      <a:cubicBezTo>
                        <a:pt x="102108" y="239594"/>
                        <a:pt x="96052" y="245650"/>
                        <a:pt x="88582"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23" name="Google Shape;1823;p49"/>
                <p:cNvSpPr/>
                <p:nvPr/>
              </p:nvSpPr>
              <p:spPr>
                <a:xfrm>
                  <a:off x="3013043" y="734853"/>
                  <a:ext cx="81248" cy="188309"/>
                </a:xfrm>
                <a:custGeom>
                  <a:avLst/>
                  <a:gdLst/>
                  <a:ahLst/>
                  <a:cxnLst/>
                  <a:rect l="l" t="t" r="r" b="b"/>
                  <a:pathLst>
                    <a:path w="81248" h="188309" extrusionOk="0">
                      <a:moveTo>
                        <a:pt x="0" y="0"/>
                      </a:moveTo>
                      <a:lnTo>
                        <a:pt x="81248" y="0"/>
                      </a:lnTo>
                      <a:lnTo>
                        <a:pt x="81248" y="188309"/>
                      </a:lnTo>
                      <a:lnTo>
                        <a:pt x="0" y="18830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24" name="Google Shape;1824;p49"/>
              <p:cNvGrpSpPr/>
              <p:nvPr/>
            </p:nvGrpSpPr>
            <p:grpSpPr>
              <a:xfrm>
                <a:off x="3151251" y="721233"/>
                <a:ext cx="102107" cy="254697"/>
                <a:chOff x="3151251" y="721233"/>
                <a:chExt cx="102107" cy="254697"/>
              </a:xfrm>
            </p:grpSpPr>
            <p:sp>
              <p:nvSpPr>
                <p:cNvPr id="1825" name="Google Shape;1825;p49"/>
                <p:cNvSpPr/>
                <p:nvPr/>
              </p:nvSpPr>
              <p:spPr>
                <a:xfrm>
                  <a:off x="3151251" y="730281"/>
                  <a:ext cx="102107" cy="245649"/>
                </a:xfrm>
                <a:custGeom>
                  <a:avLst/>
                  <a:gdLst/>
                  <a:ahLst/>
                  <a:cxnLst/>
                  <a:rect l="l" t="t" r="r" b="b"/>
                  <a:pathLst>
                    <a:path w="102107" h="245649" extrusionOk="0">
                      <a:moveTo>
                        <a:pt x="88582" y="0"/>
                      </a:moveTo>
                      <a:cubicBezTo>
                        <a:pt x="96052" y="0"/>
                        <a:pt x="102108" y="6056"/>
                        <a:pt x="102108" y="13526"/>
                      </a:cubicBezTo>
                      <a:lnTo>
                        <a:pt x="102108" y="232124"/>
                      </a:lnTo>
                      <a:cubicBezTo>
                        <a:pt x="102108" y="239594"/>
                        <a:pt x="96052" y="245650"/>
                        <a:pt x="88582"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26" name="Google Shape;1826;p49"/>
                <p:cNvSpPr/>
                <p:nvPr/>
              </p:nvSpPr>
              <p:spPr>
                <a:xfrm>
                  <a:off x="3151251" y="721233"/>
                  <a:ext cx="102107" cy="245649"/>
                </a:xfrm>
                <a:custGeom>
                  <a:avLst/>
                  <a:gdLst/>
                  <a:ahLst/>
                  <a:cxnLst/>
                  <a:rect l="l" t="t" r="r" b="b"/>
                  <a:pathLst>
                    <a:path w="102107" h="245649" extrusionOk="0">
                      <a:moveTo>
                        <a:pt x="88582" y="0"/>
                      </a:moveTo>
                      <a:cubicBezTo>
                        <a:pt x="96052" y="0"/>
                        <a:pt x="102108" y="6056"/>
                        <a:pt x="102108" y="13525"/>
                      </a:cubicBezTo>
                      <a:lnTo>
                        <a:pt x="102108" y="232124"/>
                      </a:lnTo>
                      <a:cubicBezTo>
                        <a:pt x="102108" y="239594"/>
                        <a:pt x="96052" y="245650"/>
                        <a:pt x="88582"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27" name="Google Shape;1827;p49"/>
                <p:cNvSpPr/>
                <p:nvPr/>
              </p:nvSpPr>
              <p:spPr>
                <a:xfrm>
                  <a:off x="3161728" y="734853"/>
                  <a:ext cx="81248" cy="188309"/>
                </a:xfrm>
                <a:custGeom>
                  <a:avLst/>
                  <a:gdLst/>
                  <a:ahLst/>
                  <a:cxnLst/>
                  <a:rect l="l" t="t" r="r" b="b"/>
                  <a:pathLst>
                    <a:path w="81248" h="188309" extrusionOk="0">
                      <a:moveTo>
                        <a:pt x="0" y="0"/>
                      </a:moveTo>
                      <a:lnTo>
                        <a:pt x="81248" y="0"/>
                      </a:lnTo>
                      <a:lnTo>
                        <a:pt x="81248" y="188309"/>
                      </a:lnTo>
                      <a:lnTo>
                        <a:pt x="0" y="18830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28" name="Google Shape;1828;p49"/>
              <p:cNvGrpSpPr/>
              <p:nvPr/>
            </p:nvGrpSpPr>
            <p:grpSpPr>
              <a:xfrm>
                <a:off x="3299936" y="721233"/>
                <a:ext cx="102107" cy="254697"/>
                <a:chOff x="3299936" y="721233"/>
                <a:chExt cx="102107" cy="254697"/>
              </a:xfrm>
            </p:grpSpPr>
            <p:sp>
              <p:nvSpPr>
                <p:cNvPr id="1829" name="Google Shape;1829;p49"/>
                <p:cNvSpPr/>
                <p:nvPr/>
              </p:nvSpPr>
              <p:spPr>
                <a:xfrm>
                  <a:off x="3299936" y="730281"/>
                  <a:ext cx="102107" cy="245649"/>
                </a:xfrm>
                <a:custGeom>
                  <a:avLst/>
                  <a:gdLst/>
                  <a:ahLst/>
                  <a:cxnLst/>
                  <a:rect l="l" t="t" r="r" b="b"/>
                  <a:pathLst>
                    <a:path w="102107" h="245649" extrusionOk="0">
                      <a:moveTo>
                        <a:pt x="88583" y="0"/>
                      </a:moveTo>
                      <a:cubicBezTo>
                        <a:pt x="96052" y="0"/>
                        <a:pt x="102108" y="6056"/>
                        <a:pt x="102108" y="13526"/>
                      </a:cubicBezTo>
                      <a:lnTo>
                        <a:pt x="102108" y="232124"/>
                      </a:lnTo>
                      <a:cubicBezTo>
                        <a:pt x="102108" y="239594"/>
                        <a:pt x="96052" y="245650"/>
                        <a:pt x="88583" y="245650"/>
                      </a:cubicBezTo>
                      <a:lnTo>
                        <a:pt x="13525" y="245650"/>
                      </a:lnTo>
                      <a:cubicBezTo>
                        <a:pt x="6056" y="245650"/>
                        <a:pt x="0" y="239594"/>
                        <a:pt x="0" y="232124"/>
                      </a:cubicBezTo>
                      <a:lnTo>
                        <a:pt x="0" y="13526"/>
                      </a:lnTo>
                      <a:cubicBezTo>
                        <a:pt x="0" y="6056"/>
                        <a:pt x="6056" y="0"/>
                        <a:pt x="13525" y="0"/>
                      </a:cubicBezTo>
                      <a:close/>
                    </a:path>
                  </a:pathLst>
                </a:custGeom>
                <a:solidFill>
                  <a:srgbClr val="D2D6D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30" name="Google Shape;1830;p49"/>
                <p:cNvSpPr/>
                <p:nvPr/>
              </p:nvSpPr>
              <p:spPr>
                <a:xfrm>
                  <a:off x="3299936" y="721233"/>
                  <a:ext cx="102107" cy="245649"/>
                </a:xfrm>
                <a:custGeom>
                  <a:avLst/>
                  <a:gdLst/>
                  <a:ahLst/>
                  <a:cxnLst/>
                  <a:rect l="l" t="t" r="r" b="b"/>
                  <a:pathLst>
                    <a:path w="102107" h="245649" extrusionOk="0">
                      <a:moveTo>
                        <a:pt x="88583" y="0"/>
                      </a:moveTo>
                      <a:cubicBezTo>
                        <a:pt x="96052" y="0"/>
                        <a:pt x="102108" y="6056"/>
                        <a:pt x="102108" y="13525"/>
                      </a:cubicBezTo>
                      <a:lnTo>
                        <a:pt x="102108" y="232124"/>
                      </a:lnTo>
                      <a:cubicBezTo>
                        <a:pt x="102108" y="239594"/>
                        <a:pt x="96052" y="245650"/>
                        <a:pt x="88583" y="245650"/>
                      </a:cubicBezTo>
                      <a:lnTo>
                        <a:pt x="13525" y="245650"/>
                      </a:lnTo>
                      <a:cubicBezTo>
                        <a:pt x="6056" y="245650"/>
                        <a:pt x="0" y="239594"/>
                        <a:pt x="0" y="232124"/>
                      </a:cubicBezTo>
                      <a:lnTo>
                        <a:pt x="0" y="13525"/>
                      </a:lnTo>
                      <a:cubicBezTo>
                        <a:pt x="0" y="6056"/>
                        <a:pt x="6056" y="0"/>
                        <a:pt x="13525"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31" name="Google Shape;1831;p49"/>
                <p:cNvSpPr/>
                <p:nvPr/>
              </p:nvSpPr>
              <p:spPr>
                <a:xfrm>
                  <a:off x="3310413" y="734853"/>
                  <a:ext cx="81248" cy="188309"/>
                </a:xfrm>
                <a:custGeom>
                  <a:avLst/>
                  <a:gdLst/>
                  <a:ahLst/>
                  <a:cxnLst/>
                  <a:rect l="l" t="t" r="r" b="b"/>
                  <a:pathLst>
                    <a:path w="81248" h="188309" extrusionOk="0">
                      <a:moveTo>
                        <a:pt x="0" y="0"/>
                      </a:moveTo>
                      <a:lnTo>
                        <a:pt x="81248" y="0"/>
                      </a:lnTo>
                      <a:lnTo>
                        <a:pt x="81248" y="188309"/>
                      </a:lnTo>
                      <a:lnTo>
                        <a:pt x="0" y="188309"/>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grpSp>
        <p:nvGrpSpPr>
          <p:cNvPr id="1832" name="Google Shape;1832;p49"/>
          <p:cNvGrpSpPr/>
          <p:nvPr/>
        </p:nvGrpSpPr>
        <p:grpSpPr>
          <a:xfrm>
            <a:off x="3879041" y="2957880"/>
            <a:ext cx="1216247" cy="206692"/>
            <a:chOff x="5758338" y="1286732"/>
            <a:chExt cx="1216247" cy="206692"/>
          </a:xfrm>
        </p:grpSpPr>
        <p:grpSp>
          <p:nvGrpSpPr>
            <p:cNvPr id="1833" name="Google Shape;1833;p49"/>
            <p:cNvGrpSpPr/>
            <p:nvPr/>
          </p:nvGrpSpPr>
          <p:grpSpPr>
            <a:xfrm>
              <a:off x="5758338" y="1286732"/>
              <a:ext cx="1216247" cy="206692"/>
              <a:chOff x="5758338" y="1286732"/>
              <a:chExt cx="1216247" cy="206692"/>
            </a:xfrm>
          </p:grpSpPr>
          <p:grpSp>
            <p:nvGrpSpPr>
              <p:cNvPr id="1834" name="Google Shape;1834;p49"/>
              <p:cNvGrpSpPr/>
              <p:nvPr/>
            </p:nvGrpSpPr>
            <p:grpSpPr>
              <a:xfrm>
                <a:off x="5758338" y="1286732"/>
                <a:ext cx="1216247" cy="206692"/>
                <a:chOff x="5758338" y="1286732"/>
                <a:chExt cx="1216247" cy="206692"/>
              </a:xfrm>
            </p:grpSpPr>
            <p:sp>
              <p:nvSpPr>
                <p:cNvPr id="1835" name="Google Shape;1835;p49"/>
                <p:cNvSpPr/>
                <p:nvPr/>
              </p:nvSpPr>
              <p:spPr>
                <a:xfrm>
                  <a:off x="5758338" y="1286732"/>
                  <a:ext cx="1216247" cy="206692"/>
                </a:xfrm>
                <a:custGeom>
                  <a:avLst/>
                  <a:gdLst/>
                  <a:ahLst/>
                  <a:cxnLst/>
                  <a:rect l="l" t="t" r="r" b="b"/>
                  <a:pathLst>
                    <a:path w="1216247" h="206692" extrusionOk="0">
                      <a:moveTo>
                        <a:pt x="1216247" y="44672"/>
                      </a:moveTo>
                      <a:lnTo>
                        <a:pt x="1216247" y="161925"/>
                      </a:lnTo>
                      <a:cubicBezTo>
                        <a:pt x="1216247" y="186595"/>
                        <a:pt x="1196245" y="206693"/>
                        <a:pt x="1171480" y="206693"/>
                      </a:cubicBezTo>
                      <a:lnTo>
                        <a:pt x="44768" y="206693"/>
                      </a:lnTo>
                      <a:cubicBezTo>
                        <a:pt x="32385" y="206693"/>
                        <a:pt x="21146" y="201644"/>
                        <a:pt x="12954" y="193453"/>
                      </a:cubicBezTo>
                      <a:cubicBezTo>
                        <a:pt x="5048" y="185452"/>
                        <a:pt x="0" y="174308"/>
                        <a:pt x="0" y="162020"/>
                      </a:cubicBezTo>
                      <a:lnTo>
                        <a:pt x="0" y="44768"/>
                      </a:lnTo>
                      <a:cubicBezTo>
                        <a:pt x="0" y="20003"/>
                        <a:pt x="20098" y="0"/>
                        <a:pt x="44768" y="0"/>
                      </a:cubicBezTo>
                      <a:lnTo>
                        <a:pt x="1171480" y="0"/>
                      </a:lnTo>
                      <a:cubicBezTo>
                        <a:pt x="1186053" y="0"/>
                        <a:pt x="1199007" y="6953"/>
                        <a:pt x="1207199" y="17812"/>
                      </a:cubicBezTo>
                      <a:cubicBezTo>
                        <a:pt x="1212914" y="25337"/>
                        <a:pt x="1216247" y="34576"/>
                        <a:pt x="1216247" y="44768"/>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36" name="Google Shape;1836;p49"/>
                <p:cNvSpPr/>
                <p:nvPr/>
              </p:nvSpPr>
              <p:spPr>
                <a:xfrm>
                  <a:off x="5769673" y="1300352"/>
                  <a:ext cx="1204912" cy="193071"/>
                </a:xfrm>
                <a:custGeom>
                  <a:avLst/>
                  <a:gdLst/>
                  <a:ahLst/>
                  <a:cxnLst/>
                  <a:rect l="l" t="t" r="r" b="b"/>
                  <a:pathLst>
                    <a:path w="1204912" h="193071" extrusionOk="0">
                      <a:moveTo>
                        <a:pt x="1204913" y="31052"/>
                      </a:moveTo>
                      <a:lnTo>
                        <a:pt x="1204913" y="148304"/>
                      </a:lnTo>
                      <a:cubicBezTo>
                        <a:pt x="1204913" y="172974"/>
                        <a:pt x="1184910" y="193072"/>
                        <a:pt x="1160145" y="193072"/>
                      </a:cubicBezTo>
                      <a:lnTo>
                        <a:pt x="33433" y="193072"/>
                      </a:lnTo>
                      <a:cubicBezTo>
                        <a:pt x="21050" y="193072"/>
                        <a:pt x="9811" y="188024"/>
                        <a:pt x="1619" y="179832"/>
                      </a:cubicBezTo>
                      <a:cubicBezTo>
                        <a:pt x="476" y="176403"/>
                        <a:pt x="0" y="172879"/>
                        <a:pt x="0" y="169069"/>
                      </a:cubicBezTo>
                      <a:lnTo>
                        <a:pt x="0" y="37719"/>
                      </a:lnTo>
                      <a:cubicBezTo>
                        <a:pt x="0" y="16955"/>
                        <a:pt x="16954" y="0"/>
                        <a:pt x="37719" y="0"/>
                      </a:cubicBezTo>
                      <a:lnTo>
                        <a:pt x="1178528" y="0"/>
                      </a:lnTo>
                      <a:cubicBezTo>
                        <a:pt x="1184815" y="0"/>
                        <a:pt x="1190625" y="1524"/>
                        <a:pt x="1195769" y="4191"/>
                      </a:cubicBezTo>
                      <a:cubicBezTo>
                        <a:pt x="1201484" y="11716"/>
                        <a:pt x="1204818" y="20955"/>
                        <a:pt x="1204818" y="3114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837" name="Google Shape;1837;p49"/>
              <p:cNvSpPr/>
              <p:nvPr/>
            </p:nvSpPr>
            <p:spPr>
              <a:xfrm>
                <a:off x="6791039" y="1309973"/>
                <a:ext cx="159734" cy="159734"/>
              </a:xfrm>
              <a:custGeom>
                <a:avLst/>
                <a:gdLst/>
                <a:ahLst/>
                <a:cxnLst/>
                <a:rect l="l" t="t" r="r" b="b"/>
                <a:pathLst>
                  <a:path w="159734" h="159734" extrusionOk="0">
                    <a:moveTo>
                      <a:pt x="143351" y="0"/>
                    </a:moveTo>
                    <a:cubicBezTo>
                      <a:pt x="152399" y="0"/>
                      <a:pt x="159734" y="7335"/>
                      <a:pt x="159734" y="16383"/>
                    </a:cubicBezTo>
                    <a:lnTo>
                      <a:pt x="159734" y="143351"/>
                    </a:lnTo>
                    <a:cubicBezTo>
                      <a:pt x="159734" y="152399"/>
                      <a:pt x="152399" y="159734"/>
                      <a:pt x="143351" y="159734"/>
                    </a:cubicBezTo>
                    <a:lnTo>
                      <a:pt x="16383" y="159734"/>
                    </a:lnTo>
                    <a:cubicBezTo>
                      <a:pt x="7335" y="159734"/>
                      <a:pt x="0" y="152399"/>
                      <a:pt x="0" y="143351"/>
                    </a:cubicBezTo>
                    <a:lnTo>
                      <a:pt x="0" y="16383"/>
                    </a:lnTo>
                    <a:cubicBezTo>
                      <a:pt x="0" y="7335"/>
                      <a:pt x="7335" y="0"/>
                      <a:pt x="16383"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838" name="Google Shape;1838;p49"/>
            <p:cNvSpPr/>
            <p:nvPr/>
          </p:nvSpPr>
          <p:spPr>
            <a:xfrm>
              <a:off x="6813613" y="1330452"/>
              <a:ext cx="118109" cy="117729"/>
            </a:xfrm>
            <a:custGeom>
              <a:avLst/>
              <a:gdLst/>
              <a:ahLst/>
              <a:cxnLst/>
              <a:rect l="l" t="t" r="r" b="b"/>
              <a:pathLst>
                <a:path w="118109" h="117729" extrusionOk="0">
                  <a:moveTo>
                    <a:pt x="114681" y="97441"/>
                  </a:moveTo>
                  <a:lnTo>
                    <a:pt x="85249" y="68008"/>
                  </a:lnTo>
                  <a:lnTo>
                    <a:pt x="80486" y="72771"/>
                  </a:lnTo>
                  <a:lnTo>
                    <a:pt x="75152" y="67437"/>
                  </a:lnTo>
                  <a:cubicBezTo>
                    <a:pt x="87820" y="50959"/>
                    <a:pt x="86773" y="27337"/>
                    <a:pt x="71723" y="12287"/>
                  </a:cubicBezTo>
                  <a:cubicBezTo>
                    <a:pt x="55340" y="-4096"/>
                    <a:pt x="28670" y="-4096"/>
                    <a:pt x="12287" y="12287"/>
                  </a:cubicBezTo>
                  <a:cubicBezTo>
                    <a:pt x="-4096" y="28670"/>
                    <a:pt x="-4096" y="55340"/>
                    <a:pt x="12287" y="71723"/>
                  </a:cubicBezTo>
                  <a:cubicBezTo>
                    <a:pt x="27527" y="86963"/>
                    <a:pt x="51530" y="87821"/>
                    <a:pt x="68009" y="74771"/>
                  </a:cubicBezTo>
                  <a:lnTo>
                    <a:pt x="73343" y="80105"/>
                  </a:lnTo>
                  <a:lnTo>
                    <a:pt x="68580" y="84868"/>
                  </a:lnTo>
                  <a:lnTo>
                    <a:pt x="98012" y="114300"/>
                  </a:lnTo>
                  <a:cubicBezTo>
                    <a:pt x="102584" y="118872"/>
                    <a:pt x="110109" y="118872"/>
                    <a:pt x="114681" y="114300"/>
                  </a:cubicBezTo>
                  <a:lnTo>
                    <a:pt x="114681" y="114300"/>
                  </a:lnTo>
                  <a:cubicBezTo>
                    <a:pt x="119253" y="109728"/>
                    <a:pt x="119253" y="102203"/>
                    <a:pt x="114681" y="97631"/>
                  </a:cubicBezTo>
                  <a:close/>
                  <a:moveTo>
                    <a:pt x="41910" y="72581"/>
                  </a:moveTo>
                  <a:cubicBezTo>
                    <a:pt x="38576" y="72581"/>
                    <a:pt x="35338" y="72009"/>
                    <a:pt x="32290" y="71056"/>
                  </a:cubicBezTo>
                  <a:cubicBezTo>
                    <a:pt x="23812" y="68294"/>
                    <a:pt x="16859" y="61913"/>
                    <a:pt x="13526" y="53626"/>
                  </a:cubicBezTo>
                  <a:cubicBezTo>
                    <a:pt x="12002" y="50006"/>
                    <a:pt x="11144" y="46006"/>
                    <a:pt x="11144" y="41815"/>
                  </a:cubicBezTo>
                  <a:cubicBezTo>
                    <a:pt x="11144" y="24860"/>
                    <a:pt x="24955" y="11049"/>
                    <a:pt x="41910" y="11049"/>
                  </a:cubicBezTo>
                  <a:cubicBezTo>
                    <a:pt x="46101" y="11049"/>
                    <a:pt x="50102" y="11906"/>
                    <a:pt x="53721" y="13430"/>
                  </a:cubicBezTo>
                  <a:cubicBezTo>
                    <a:pt x="61912" y="16859"/>
                    <a:pt x="68294" y="23717"/>
                    <a:pt x="71152" y="32290"/>
                  </a:cubicBezTo>
                  <a:cubicBezTo>
                    <a:pt x="72104" y="35338"/>
                    <a:pt x="72676" y="38481"/>
                    <a:pt x="72676" y="41910"/>
                  </a:cubicBezTo>
                  <a:cubicBezTo>
                    <a:pt x="72676" y="58865"/>
                    <a:pt x="58960" y="72676"/>
                    <a:pt x="41910" y="72676"/>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39" name="Google Shape;1839;p49"/>
          <p:cNvGrpSpPr/>
          <p:nvPr/>
        </p:nvGrpSpPr>
        <p:grpSpPr>
          <a:xfrm>
            <a:off x="4224322" y="4351419"/>
            <a:ext cx="525685" cy="202597"/>
            <a:chOff x="8773953" y="3584733"/>
            <a:chExt cx="525685" cy="202597"/>
          </a:xfrm>
        </p:grpSpPr>
        <p:sp>
          <p:nvSpPr>
            <p:cNvPr id="1840" name="Google Shape;1840;p49"/>
            <p:cNvSpPr/>
            <p:nvPr/>
          </p:nvSpPr>
          <p:spPr>
            <a:xfrm>
              <a:off x="8773953" y="3584733"/>
              <a:ext cx="205930" cy="25527"/>
            </a:xfrm>
            <a:custGeom>
              <a:avLst/>
              <a:gdLst/>
              <a:ahLst/>
              <a:cxnLst/>
              <a:rect l="l" t="t" r="r" b="b"/>
              <a:pathLst>
                <a:path w="205930" h="25527" extrusionOk="0">
                  <a:moveTo>
                    <a:pt x="0" y="0"/>
                  </a:moveTo>
                  <a:lnTo>
                    <a:pt x="205931" y="0"/>
                  </a:lnTo>
                  <a:lnTo>
                    <a:pt x="205931"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1" name="Google Shape;1841;p49"/>
            <p:cNvSpPr/>
            <p:nvPr/>
          </p:nvSpPr>
          <p:spPr>
            <a:xfrm>
              <a:off x="8998172" y="3584733"/>
              <a:ext cx="158591" cy="25527"/>
            </a:xfrm>
            <a:custGeom>
              <a:avLst/>
              <a:gdLst/>
              <a:ahLst/>
              <a:cxnLst/>
              <a:rect l="l" t="t" r="r" b="b"/>
              <a:pathLst>
                <a:path w="158591" h="25527" extrusionOk="0">
                  <a:moveTo>
                    <a:pt x="0" y="0"/>
                  </a:moveTo>
                  <a:lnTo>
                    <a:pt x="158592" y="0"/>
                  </a:lnTo>
                  <a:lnTo>
                    <a:pt x="158592"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2" name="Google Shape;1842;p49"/>
            <p:cNvSpPr/>
            <p:nvPr/>
          </p:nvSpPr>
          <p:spPr>
            <a:xfrm>
              <a:off x="9173718" y="3584733"/>
              <a:ext cx="125920" cy="25527"/>
            </a:xfrm>
            <a:custGeom>
              <a:avLst/>
              <a:gdLst/>
              <a:ahLst/>
              <a:cxnLst/>
              <a:rect l="l" t="t" r="r" b="b"/>
              <a:pathLst>
                <a:path w="125920" h="25527" extrusionOk="0">
                  <a:moveTo>
                    <a:pt x="0" y="0"/>
                  </a:moveTo>
                  <a:lnTo>
                    <a:pt x="125920" y="0"/>
                  </a:lnTo>
                  <a:lnTo>
                    <a:pt x="125920"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3" name="Google Shape;1843;p49"/>
            <p:cNvSpPr/>
            <p:nvPr/>
          </p:nvSpPr>
          <p:spPr>
            <a:xfrm>
              <a:off x="8875585" y="3643788"/>
              <a:ext cx="424052" cy="25527"/>
            </a:xfrm>
            <a:custGeom>
              <a:avLst/>
              <a:gdLst/>
              <a:ahLst/>
              <a:cxnLst/>
              <a:rect l="l" t="t" r="r" b="b"/>
              <a:pathLst>
                <a:path w="424052" h="25527" extrusionOk="0">
                  <a:moveTo>
                    <a:pt x="0" y="0"/>
                  </a:moveTo>
                  <a:lnTo>
                    <a:pt x="424053" y="0"/>
                  </a:lnTo>
                  <a:lnTo>
                    <a:pt x="424053"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4" name="Google Shape;1844;p49"/>
            <p:cNvSpPr/>
            <p:nvPr/>
          </p:nvSpPr>
          <p:spPr>
            <a:xfrm>
              <a:off x="8773953" y="3643788"/>
              <a:ext cx="77914" cy="25527"/>
            </a:xfrm>
            <a:custGeom>
              <a:avLst/>
              <a:gdLst/>
              <a:ahLst/>
              <a:cxnLst/>
              <a:rect l="l" t="t" r="r" b="b"/>
              <a:pathLst>
                <a:path w="77914" h="25527" extrusionOk="0">
                  <a:moveTo>
                    <a:pt x="0" y="0"/>
                  </a:moveTo>
                  <a:lnTo>
                    <a:pt x="77915" y="0"/>
                  </a:lnTo>
                  <a:lnTo>
                    <a:pt x="77915"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5" name="Google Shape;1845;p49"/>
            <p:cNvSpPr/>
            <p:nvPr/>
          </p:nvSpPr>
          <p:spPr>
            <a:xfrm>
              <a:off x="9007697" y="3702748"/>
              <a:ext cx="200596" cy="25527"/>
            </a:xfrm>
            <a:custGeom>
              <a:avLst/>
              <a:gdLst/>
              <a:ahLst/>
              <a:cxnLst/>
              <a:rect l="l" t="t" r="r" b="b"/>
              <a:pathLst>
                <a:path w="200596" h="25527" extrusionOk="0">
                  <a:moveTo>
                    <a:pt x="0" y="0"/>
                  </a:moveTo>
                  <a:lnTo>
                    <a:pt x="200597" y="0"/>
                  </a:lnTo>
                  <a:lnTo>
                    <a:pt x="200597"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6" name="Google Shape;1846;p49"/>
            <p:cNvSpPr/>
            <p:nvPr/>
          </p:nvSpPr>
          <p:spPr>
            <a:xfrm>
              <a:off x="9227248" y="3702748"/>
              <a:ext cx="72390" cy="25527"/>
            </a:xfrm>
            <a:custGeom>
              <a:avLst/>
              <a:gdLst/>
              <a:ahLst/>
              <a:cxnLst/>
              <a:rect l="l" t="t" r="r" b="b"/>
              <a:pathLst>
                <a:path w="72390" h="25527" extrusionOk="0">
                  <a:moveTo>
                    <a:pt x="0" y="0"/>
                  </a:moveTo>
                  <a:lnTo>
                    <a:pt x="72390" y="0"/>
                  </a:lnTo>
                  <a:lnTo>
                    <a:pt x="72390"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7" name="Google Shape;1847;p49"/>
            <p:cNvSpPr/>
            <p:nvPr/>
          </p:nvSpPr>
          <p:spPr>
            <a:xfrm>
              <a:off x="8773953" y="3702748"/>
              <a:ext cx="215455" cy="25527"/>
            </a:xfrm>
            <a:custGeom>
              <a:avLst/>
              <a:gdLst/>
              <a:ahLst/>
              <a:cxnLst/>
              <a:rect l="l" t="t" r="r" b="b"/>
              <a:pathLst>
                <a:path w="215455" h="25527" extrusionOk="0">
                  <a:moveTo>
                    <a:pt x="0" y="0"/>
                  </a:moveTo>
                  <a:lnTo>
                    <a:pt x="215456" y="0"/>
                  </a:lnTo>
                  <a:lnTo>
                    <a:pt x="215456"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8" name="Google Shape;1848;p49"/>
            <p:cNvSpPr/>
            <p:nvPr/>
          </p:nvSpPr>
          <p:spPr>
            <a:xfrm>
              <a:off x="8925020" y="3761803"/>
              <a:ext cx="174688" cy="25527"/>
            </a:xfrm>
            <a:custGeom>
              <a:avLst/>
              <a:gdLst/>
              <a:ahLst/>
              <a:cxnLst/>
              <a:rect l="l" t="t" r="r" b="b"/>
              <a:pathLst>
                <a:path w="174688" h="25527" extrusionOk="0">
                  <a:moveTo>
                    <a:pt x="0" y="0"/>
                  </a:moveTo>
                  <a:lnTo>
                    <a:pt x="174689" y="0"/>
                  </a:lnTo>
                  <a:lnTo>
                    <a:pt x="174689"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49" name="Google Shape;1849;p49"/>
            <p:cNvSpPr/>
            <p:nvPr/>
          </p:nvSpPr>
          <p:spPr>
            <a:xfrm>
              <a:off x="8773953" y="3761803"/>
              <a:ext cx="131444" cy="25527"/>
            </a:xfrm>
            <a:custGeom>
              <a:avLst/>
              <a:gdLst/>
              <a:ahLst/>
              <a:cxnLst/>
              <a:rect l="l" t="t" r="r" b="b"/>
              <a:pathLst>
                <a:path w="131444" h="25527" extrusionOk="0">
                  <a:moveTo>
                    <a:pt x="0" y="0"/>
                  </a:moveTo>
                  <a:lnTo>
                    <a:pt x="131445" y="0"/>
                  </a:lnTo>
                  <a:lnTo>
                    <a:pt x="131445" y="25527"/>
                  </a:lnTo>
                  <a:lnTo>
                    <a:pt x="0" y="2552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50" name="Google Shape;1850;p49"/>
          <p:cNvGrpSpPr/>
          <p:nvPr/>
        </p:nvGrpSpPr>
        <p:grpSpPr>
          <a:xfrm>
            <a:off x="5813238" y="2957880"/>
            <a:ext cx="654462" cy="535748"/>
            <a:chOff x="7502937" y="524288"/>
            <a:chExt cx="654462" cy="535748"/>
          </a:xfrm>
        </p:grpSpPr>
        <p:grpSp>
          <p:nvGrpSpPr>
            <p:cNvPr id="1851" name="Google Shape;1851;p49"/>
            <p:cNvGrpSpPr/>
            <p:nvPr/>
          </p:nvGrpSpPr>
          <p:grpSpPr>
            <a:xfrm>
              <a:off x="7502937" y="524288"/>
              <a:ext cx="654462" cy="535748"/>
              <a:chOff x="7502937" y="524288"/>
              <a:chExt cx="654462" cy="535748"/>
            </a:xfrm>
          </p:grpSpPr>
          <p:sp>
            <p:nvSpPr>
              <p:cNvPr id="1852" name="Google Shape;1852;p49"/>
              <p:cNvSpPr/>
              <p:nvPr/>
            </p:nvSpPr>
            <p:spPr>
              <a:xfrm rot="-10195540">
                <a:off x="7580346" y="568325"/>
                <a:ext cx="522573" cy="216404"/>
              </a:xfrm>
              <a:custGeom>
                <a:avLst/>
                <a:gdLst/>
                <a:ahLst/>
                <a:cxnLst/>
                <a:rect l="l" t="t" r="r" b="b"/>
                <a:pathLst>
                  <a:path w="522351" h="216312" extrusionOk="0">
                    <a:moveTo>
                      <a:pt x="0" y="0"/>
                    </a:moveTo>
                    <a:lnTo>
                      <a:pt x="522351" y="0"/>
                    </a:lnTo>
                    <a:lnTo>
                      <a:pt x="522351" y="216313"/>
                    </a:lnTo>
                    <a:lnTo>
                      <a:pt x="0" y="216313"/>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53" name="Google Shape;1853;p49"/>
              <p:cNvSpPr/>
              <p:nvPr/>
            </p:nvSpPr>
            <p:spPr>
              <a:xfrm rot="10800000">
                <a:off x="7576185" y="585692"/>
                <a:ext cx="522350" cy="216312"/>
              </a:xfrm>
              <a:custGeom>
                <a:avLst/>
                <a:gdLst/>
                <a:ahLst/>
                <a:cxnLst/>
                <a:rect l="l" t="t" r="r" b="b"/>
                <a:pathLst>
                  <a:path w="522350" h="216312" extrusionOk="0">
                    <a:moveTo>
                      <a:pt x="0" y="0"/>
                    </a:moveTo>
                    <a:lnTo>
                      <a:pt x="522351" y="0"/>
                    </a:lnTo>
                    <a:lnTo>
                      <a:pt x="522351" y="216313"/>
                    </a:lnTo>
                    <a:lnTo>
                      <a:pt x="0" y="2163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54" name="Google Shape;1854;p49"/>
              <p:cNvSpPr/>
              <p:nvPr/>
            </p:nvSpPr>
            <p:spPr>
              <a:xfrm rot="10533442">
                <a:off x="7589040" y="638013"/>
                <a:ext cx="488498" cy="185355"/>
              </a:xfrm>
              <a:custGeom>
                <a:avLst/>
                <a:gdLst/>
                <a:ahLst/>
                <a:cxnLst/>
                <a:rect l="l" t="t" r="r" b="b"/>
                <a:pathLst>
                  <a:path w="488251" h="185261" extrusionOk="0">
                    <a:moveTo>
                      <a:pt x="0" y="0"/>
                    </a:moveTo>
                    <a:lnTo>
                      <a:pt x="488251" y="0"/>
                    </a:lnTo>
                    <a:lnTo>
                      <a:pt x="488251" y="185261"/>
                    </a:lnTo>
                    <a:lnTo>
                      <a:pt x="0" y="185261"/>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55" name="Google Shape;1855;p49"/>
              <p:cNvSpPr/>
              <p:nvPr/>
            </p:nvSpPr>
            <p:spPr>
              <a:xfrm>
                <a:off x="7502937" y="619886"/>
                <a:ext cx="654462" cy="440150"/>
              </a:xfrm>
              <a:custGeom>
                <a:avLst/>
                <a:gdLst/>
                <a:ahLst/>
                <a:cxnLst/>
                <a:rect l="l" t="t" r="r" b="b"/>
                <a:pathLst>
                  <a:path w="654462" h="440150" extrusionOk="0">
                    <a:moveTo>
                      <a:pt x="204502" y="11430"/>
                    </a:moveTo>
                    <a:lnTo>
                      <a:pt x="254794" y="61722"/>
                    </a:lnTo>
                    <a:cubicBezTo>
                      <a:pt x="262128" y="69056"/>
                      <a:pt x="272034" y="73152"/>
                      <a:pt x="282321" y="73152"/>
                    </a:cubicBezTo>
                    <a:lnTo>
                      <a:pt x="615506" y="73152"/>
                    </a:lnTo>
                    <a:cubicBezTo>
                      <a:pt x="637032" y="73152"/>
                      <a:pt x="654463" y="90583"/>
                      <a:pt x="654463" y="112109"/>
                    </a:cubicBezTo>
                    <a:lnTo>
                      <a:pt x="654463" y="401193"/>
                    </a:lnTo>
                    <a:cubicBezTo>
                      <a:pt x="654463" y="422720"/>
                      <a:pt x="637032" y="440150"/>
                      <a:pt x="615506" y="440150"/>
                    </a:cubicBezTo>
                    <a:lnTo>
                      <a:pt x="38957" y="440150"/>
                    </a:lnTo>
                    <a:cubicBezTo>
                      <a:pt x="17431" y="440150"/>
                      <a:pt x="0" y="422720"/>
                      <a:pt x="0" y="401193"/>
                    </a:cubicBezTo>
                    <a:lnTo>
                      <a:pt x="0" y="38957"/>
                    </a:lnTo>
                    <a:cubicBezTo>
                      <a:pt x="0" y="17431"/>
                      <a:pt x="17431" y="0"/>
                      <a:pt x="38957" y="0"/>
                    </a:cubicBezTo>
                    <a:lnTo>
                      <a:pt x="176974" y="0"/>
                    </a:lnTo>
                    <a:cubicBezTo>
                      <a:pt x="187262" y="0"/>
                      <a:pt x="197167" y="4096"/>
                      <a:pt x="204502" y="1143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56" name="Google Shape;1856;p49"/>
            <p:cNvGrpSpPr/>
            <p:nvPr/>
          </p:nvGrpSpPr>
          <p:grpSpPr>
            <a:xfrm>
              <a:off x="7971282" y="953643"/>
              <a:ext cx="120491" cy="46004"/>
              <a:chOff x="7971282" y="953643"/>
              <a:chExt cx="120491" cy="46004"/>
            </a:xfrm>
          </p:grpSpPr>
          <p:sp>
            <p:nvSpPr>
              <p:cNvPr id="1857" name="Google Shape;1857;p49"/>
              <p:cNvSpPr/>
              <p:nvPr/>
            </p:nvSpPr>
            <p:spPr>
              <a:xfrm>
                <a:off x="7971282" y="983265"/>
                <a:ext cx="88773" cy="16382"/>
              </a:xfrm>
              <a:custGeom>
                <a:avLst/>
                <a:gdLst/>
                <a:ahLst/>
                <a:cxnLst/>
                <a:rect l="l" t="t" r="r" b="b"/>
                <a:pathLst>
                  <a:path w="88773" h="16382" extrusionOk="0">
                    <a:moveTo>
                      <a:pt x="0" y="0"/>
                    </a:moveTo>
                    <a:lnTo>
                      <a:pt x="88773" y="0"/>
                    </a:lnTo>
                    <a:lnTo>
                      <a:pt x="88773" y="16383"/>
                    </a:lnTo>
                    <a:lnTo>
                      <a:pt x="0" y="1638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58" name="Google Shape;1858;p49"/>
              <p:cNvSpPr/>
              <p:nvPr/>
            </p:nvSpPr>
            <p:spPr>
              <a:xfrm>
                <a:off x="7971282" y="953643"/>
                <a:ext cx="120491" cy="16382"/>
              </a:xfrm>
              <a:custGeom>
                <a:avLst/>
                <a:gdLst/>
                <a:ahLst/>
                <a:cxnLst/>
                <a:rect l="l" t="t" r="r" b="b"/>
                <a:pathLst>
                  <a:path w="120491" h="16382" extrusionOk="0">
                    <a:moveTo>
                      <a:pt x="0" y="0"/>
                    </a:moveTo>
                    <a:lnTo>
                      <a:pt x="120492" y="0"/>
                    </a:lnTo>
                    <a:lnTo>
                      <a:pt x="120492" y="16383"/>
                    </a:lnTo>
                    <a:lnTo>
                      <a:pt x="0" y="1638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859" name="Google Shape;1859;p49"/>
            <p:cNvSpPr/>
            <p:nvPr/>
          </p:nvSpPr>
          <p:spPr>
            <a:xfrm>
              <a:off x="8085677" y="725805"/>
              <a:ext cx="40005" cy="40004"/>
            </a:xfrm>
            <a:custGeom>
              <a:avLst/>
              <a:gdLst/>
              <a:ahLst/>
              <a:cxnLst/>
              <a:rect l="l" t="t" r="r" b="b"/>
              <a:pathLst>
                <a:path w="40005" h="40004" extrusionOk="0">
                  <a:moveTo>
                    <a:pt x="40005" y="20002"/>
                  </a:moveTo>
                  <a:cubicBezTo>
                    <a:pt x="40005" y="31051"/>
                    <a:pt x="31052" y="40005"/>
                    <a:pt x="20002" y="40005"/>
                  </a:cubicBezTo>
                  <a:cubicBezTo>
                    <a:pt x="8954" y="40005"/>
                    <a:pt x="0" y="31051"/>
                    <a:pt x="0" y="20002"/>
                  </a:cubicBezTo>
                  <a:cubicBezTo>
                    <a:pt x="0" y="8953"/>
                    <a:pt x="8954" y="0"/>
                    <a:pt x="20002" y="0"/>
                  </a:cubicBezTo>
                  <a:cubicBezTo>
                    <a:pt x="31052" y="0"/>
                    <a:pt x="40005" y="8953"/>
                    <a:pt x="40005" y="20002"/>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60" name="Google Shape;1860;p49"/>
          <p:cNvGrpSpPr/>
          <p:nvPr/>
        </p:nvGrpSpPr>
        <p:grpSpPr>
          <a:xfrm>
            <a:off x="5777710" y="3848499"/>
            <a:ext cx="725519" cy="705517"/>
            <a:chOff x="8068023" y="1331404"/>
            <a:chExt cx="725519" cy="705517"/>
          </a:xfrm>
        </p:grpSpPr>
        <p:grpSp>
          <p:nvGrpSpPr>
            <p:cNvPr id="1861" name="Google Shape;1861;p49"/>
            <p:cNvGrpSpPr/>
            <p:nvPr/>
          </p:nvGrpSpPr>
          <p:grpSpPr>
            <a:xfrm>
              <a:off x="8068023" y="1407699"/>
              <a:ext cx="342614" cy="473297"/>
              <a:chOff x="8675560" y="1407699"/>
              <a:chExt cx="342614" cy="473297"/>
            </a:xfrm>
          </p:grpSpPr>
          <p:sp>
            <p:nvSpPr>
              <p:cNvPr id="1862" name="Google Shape;1862;p49"/>
              <p:cNvSpPr/>
              <p:nvPr/>
            </p:nvSpPr>
            <p:spPr>
              <a:xfrm>
                <a:off x="8675560" y="1407699"/>
                <a:ext cx="342614" cy="473297"/>
              </a:xfrm>
              <a:custGeom>
                <a:avLst/>
                <a:gdLst/>
                <a:ahLst/>
                <a:cxnLst/>
                <a:rect l="l" t="t" r="r" b="b"/>
                <a:pathLst>
                  <a:path w="342614" h="473297" extrusionOk="0">
                    <a:moveTo>
                      <a:pt x="0" y="0"/>
                    </a:moveTo>
                    <a:lnTo>
                      <a:pt x="342614" y="0"/>
                    </a:lnTo>
                    <a:lnTo>
                      <a:pt x="342614" y="473297"/>
                    </a:lnTo>
                    <a:lnTo>
                      <a:pt x="0" y="473297"/>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3" name="Google Shape;1863;p49"/>
              <p:cNvSpPr/>
              <p:nvPr/>
            </p:nvSpPr>
            <p:spPr>
              <a:xfrm>
                <a:off x="8675560" y="1407699"/>
                <a:ext cx="89439" cy="89535"/>
              </a:xfrm>
              <a:custGeom>
                <a:avLst/>
                <a:gdLst/>
                <a:ahLst/>
                <a:cxnLst/>
                <a:rect l="l" t="t" r="r" b="b"/>
                <a:pathLst>
                  <a:path w="89439" h="89535" extrusionOk="0">
                    <a:moveTo>
                      <a:pt x="89440" y="0"/>
                    </a:moveTo>
                    <a:lnTo>
                      <a:pt x="0" y="0"/>
                    </a:lnTo>
                    <a:lnTo>
                      <a:pt x="0" y="89535"/>
                    </a:lnTo>
                    <a:lnTo>
                      <a:pt x="8944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4" name="Google Shape;1864;p49"/>
              <p:cNvSpPr/>
              <p:nvPr/>
            </p:nvSpPr>
            <p:spPr>
              <a:xfrm>
                <a:off x="8747664" y="146075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5" name="Google Shape;1865;p49"/>
              <p:cNvSpPr/>
              <p:nvPr/>
            </p:nvSpPr>
            <p:spPr>
              <a:xfrm>
                <a:off x="8747664" y="149256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6" name="Google Shape;1866;p49"/>
              <p:cNvSpPr/>
              <p:nvPr/>
            </p:nvSpPr>
            <p:spPr>
              <a:xfrm>
                <a:off x="8747664" y="152438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7" name="Google Shape;1867;p49"/>
              <p:cNvSpPr/>
              <p:nvPr/>
            </p:nvSpPr>
            <p:spPr>
              <a:xfrm>
                <a:off x="8747664" y="155619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8" name="Google Shape;1868;p49"/>
              <p:cNvSpPr/>
              <p:nvPr/>
            </p:nvSpPr>
            <p:spPr>
              <a:xfrm>
                <a:off x="8747664" y="1588103"/>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69" name="Google Shape;1869;p49"/>
              <p:cNvSpPr/>
              <p:nvPr/>
            </p:nvSpPr>
            <p:spPr>
              <a:xfrm>
                <a:off x="8747664" y="1619916"/>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0" name="Google Shape;1870;p49"/>
              <p:cNvSpPr/>
              <p:nvPr/>
            </p:nvSpPr>
            <p:spPr>
              <a:xfrm>
                <a:off x="8747664" y="165173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1" name="Google Shape;1871;p49"/>
              <p:cNvSpPr/>
              <p:nvPr/>
            </p:nvSpPr>
            <p:spPr>
              <a:xfrm>
                <a:off x="8747664" y="1683543"/>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2" name="Google Shape;1872;p49"/>
              <p:cNvSpPr/>
              <p:nvPr/>
            </p:nvSpPr>
            <p:spPr>
              <a:xfrm>
                <a:off x="8747664" y="171535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3" name="Google Shape;1873;p49"/>
              <p:cNvSpPr/>
              <p:nvPr/>
            </p:nvSpPr>
            <p:spPr>
              <a:xfrm>
                <a:off x="8747664" y="174717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4" name="Google Shape;1874;p49"/>
              <p:cNvSpPr/>
              <p:nvPr/>
            </p:nvSpPr>
            <p:spPr>
              <a:xfrm>
                <a:off x="8747664" y="1779079"/>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5" name="Google Shape;1875;p49"/>
              <p:cNvSpPr/>
              <p:nvPr/>
            </p:nvSpPr>
            <p:spPr>
              <a:xfrm>
                <a:off x="8747664" y="1810893"/>
                <a:ext cx="120015" cy="11048"/>
              </a:xfrm>
              <a:custGeom>
                <a:avLst/>
                <a:gdLst/>
                <a:ahLst/>
                <a:cxnLst/>
                <a:rect l="l" t="t" r="r" b="b"/>
                <a:pathLst>
                  <a:path w="120015" h="11048" extrusionOk="0">
                    <a:moveTo>
                      <a:pt x="0" y="0"/>
                    </a:moveTo>
                    <a:lnTo>
                      <a:pt x="120015" y="0"/>
                    </a:lnTo>
                    <a:lnTo>
                      <a:pt x="120015"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76" name="Google Shape;1876;p49"/>
            <p:cNvGrpSpPr/>
            <p:nvPr/>
          </p:nvGrpSpPr>
          <p:grpSpPr>
            <a:xfrm>
              <a:off x="8244998" y="1563624"/>
              <a:ext cx="342614" cy="473297"/>
              <a:chOff x="8852535" y="1563624"/>
              <a:chExt cx="342614" cy="473297"/>
            </a:xfrm>
          </p:grpSpPr>
          <p:sp>
            <p:nvSpPr>
              <p:cNvPr id="1877" name="Google Shape;1877;p49"/>
              <p:cNvSpPr/>
              <p:nvPr/>
            </p:nvSpPr>
            <p:spPr>
              <a:xfrm>
                <a:off x="8852535" y="1563624"/>
                <a:ext cx="342614" cy="473297"/>
              </a:xfrm>
              <a:custGeom>
                <a:avLst/>
                <a:gdLst/>
                <a:ahLst/>
                <a:cxnLst/>
                <a:rect l="l" t="t" r="r" b="b"/>
                <a:pathLst>
                  <a:path w="342614" h="473297" extrusionOk="0">
                    <a:moveTo>
                      <a:pt x="0" y="0"/>
                    </a:moveTo>
                    <a:lnTo>
                      <a:pt x="342614" y="0"/>
                    </a:lnTo>
                    <a:lnTo>
                      <a:pt x="342614" y="473297"/>
                    </a:lnTo>
                    <a:lnTo>
                      <a:pt x="0" y="473297"/>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8" name="Google Shape;1878;p49"/>
              <p:cNvSpPr/>
              <p:nvPr/>
            </p:nvSpPr>
            <p:spPr>
              <a:xfrm>
                <a:off x="8852535" y="1563624"/>
                <a:ext cx="89439" cy="89439"/>
              </a:xfrm>
              <a:custGeom>
                <a:avLst/>
                <a:gdLst/>
                <a:ahLst/>
                <a:cxnLst/>
                <a:rect l="l" t="t" r="r" b="b"/>
                <a:pathLst>
                  <a:path w="89439" h="89439" extrusionOk="0">
                    <a:moveTo>
                      <a:pt x="89439" y="0"/>
                    </a:moveTo>
                    <a:lnTo>
                      <a:pt x="0" y="0"/>
                    </a:lnTo>
                    <a:lnTo>
                      <a:pt x="0" y="89440"/>
                    </a:lnTo>
                    <a:lnTo>
                      <a:pt x="89439"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9" name="Google Shape;1879;p49"/>
              <p:cNvSpPr/>
              <p:nvPr/>
            </p:nvSpPr>
            <p:spPr>
              <a:xfrm>
                <a:off x="8924544" y="161667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0" name="Google Shape;1880;p49"/>
              <p:cNvSpPr/>
              <p:nvPr/>
            </p:nvSpPr>
            <p:spPr>
              <a:xfrm>
                <a:off x="8924544" y="164849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1" name="Google Shape;1881;p49"/>
              <p:cNvSpPr/>
              <p:nvPr/>
            </p:nvSpPr>
            <p:spPr>
              <a:xfrm>
                <a:off x="8924544" y="1680305"/>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2" name="Google Shape;1882;p49"/>
              <p:cNvSpPr/>
              <p:nvPr/>
            </p:nvSpPr>
            <p:spPr>
              <a:xfrm>
                <a:off x="8924544" y="171211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3" name="Google Shape;1883;p49"/>
              <p:cNvSpPr/>
              <p:nvPr/>
            </p:nvSpPr>
            <p:spPr>
              <a:xfrm>
                <a:off x="8924544" y="1743932"/>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4" name="Google Shape;1884;p49"/>
              <p:cNvSpPr/>
              <p:nvPr/>
            </p:nvSpPr>
            <p:spPr>
              <a:xfrm>
                <a:off x="8924544" y="177584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5" name="Google Shape;1885;p49"/>
              <p:cNvSpPr/>
              <p:nvPr/>
            </p:nvSpPr>
            <p:spPr>
              <a:xfrm>
                <a:off x="8924544" y="180765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6" name="Google Shape;1886;p49"/>
              <p:cNvSpPr/>
              <p:nvPr/>
            </p:nvSpPr>
            <p:spPr>
              <a:xfrm>
                <a:off x="8924544" y="183946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7" name="Google Shape;1887;p49"/>
              <p:cNvSpPr/>
              <p:nvPr/>
            </p:nvSpPr>
            <p:spPr>
              <a:xfrm>
                <a:off x="8924544" y="187128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8" name="Google Shape;1888;p49"/>
              <p:cNvSpPr/>
              <p:nvPr/>
            </p:nvSpPr>
            <p:spPr>
              <a:xfrm>
                <a:off x="8924544" y="1903095"/>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9" name="Google Shape;1889;p49"/>
              <p:cNvSpPr/>
              <p:nvPr/>
            </p:nvSpPr>
            <p:spPr>
              <a:xfrm>
                <a:off x="8924544" y="193490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0" name="Google Shape;1890;p49"/>
              <p:cNvSpPr/>
              <p:nvPr/>
            </p:nvSpPr>
            <p:spPr>
              <a:xfrm>
                <a:off x="8924544" y="1966817"/>
                <a:ext cx="120015" cy="11048"/>
              </a:xfrm>
              <a:custGeom>
                <a:avLst/>
                <a:gdLst/>
                <a:ahLst/>
                <a:cxnLst/>
                <a:rect l="l" t="t" r="r" b="b"/>
                <a:pathLst>
                  <a:path w="120015" h="11048" extrusionOk="0">
                    <a:moveTo>
                      <a:pt x="0" y="0"/>
                    </a:moveTo>
                    <a:lnTo>
                      <a:pt x="120015" y="0"/>
                    </a:lnTo>
                    <a:lnTo>
                      <a:pt x="120015"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891" name="Google Shape;1891;p49"/>
            <p:cNvGrpSpPr/>
            <p:nvPr/>
          </p:nvGrpSpPr>
          <p:grpSpPr>
            <a:xfrm>
              <a:off x="8450928" y="1331404"/>
              <a:ext cx="342614" cy="473297"/>
              <a:chOff x="9058465" y="1331404"/>
              <a:chExt cx="342614" cy="473297"/>
            </a:xfrm>
          </p:grpSpPr>
          <p:sp>
            <p:nvSpPr>
              <p:cNvPr id="1892" name="Google Shape;1892;p49"/>
              <p:cNvSpPr/>
              <p:nvPr/>
            </p:nvSpPr>
            <p:spPr>
              <a:xfrm>
                <a:off x="9058465" y="1331404"/>
                <a:ext cx="342614" cy="473297"/>
              </a:xfrm>
              <a:custGeom>
                <a:avLst/>
                <a:gdLst/>
                <a:ahLst/>
                <a:cxnLst/>
                <a:rect l="l" t="t" r="r" b="b"/>
                <a:pathLst>
                  <a:path w="342614" h="473297" extrusionOk="0">
                    <a:moveTo>
                      <a:pt x="0" y="0"/>
                    </a:moveTo>
                    <a:lnTo>
                      <a:pt x="342614" y="0"/>
                    </a:lnTo>
                    <a:lnTo>
                      <a:pt x="342614" y="473297"/>
                    </a:lnTo>
                    <a:lnTo>
                      <a:pt x="0" y="473297"/>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3" name="Google Shape;1893;p49"/>
              <p:cNvSpPr/>
              <p:nvPr/>
            </p:nvSpPr>
            <p:spPr>
              <a:xfrm>
                <a:off x="9058465" y="1331404"/>
                <a:ext cx="89344" cy="89535"/>
              </a:xfrm>
              <a:custGeom>
                <a:avLst/>
                <a:gdLst/>
                <a:ahLst/>
                <a:cxnLst/>
                <a:rect l="l" t="t" r="r" b="b"/>
                <a:pathLst>
                  <a:path w="89344" h="89535" extrusionOk="0">
                    <a:moveTo>
                      <a:pt x="89345" y="0"/>
                    </a:moveTo>
                    <a:lnTo>
                      <a:pt x="0" y="0"/>
                    </a:lnTo>
                    <a:lnTo>
                      <a:pt x="0" y="89535"/>
                    </a:lnTo>
                    <a:lnTo>
                      <a:pt x="8934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4" name="Google Shape;1894;p49"/>
              <p:cNvSpPr/>
              <p:nvPr/>
            </p:nvSpPr>
            <p:spPr>
              <a:xfrm>
                <a:off x="9130474" y="138445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5" name="Google Shape;1895;p49"/>
              <p:cNvSpPr/>
              <p:nvPr/>
            </p:nvSpPr>
            <p:spPr>
              <a:xfrm>
                <a:off x="9130474" y="141636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6" name="Google Shape;1896;p49"/>
              <p:cNvSpPr/>
              <p:nvPr/>
            </p:nvSpPr>
            <p:spPr>
              <a:xfrm>
                <a:off x="9130474" y="144818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7" name="Google Shape;1897;p49"/>
              <p:cNvSpPr/>
              <p:nvPr/>
            </p:nvSpPr>
            <p:spPr>
              <a:xfrm>
                <a:off x="9130474" y="147999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8" name="Google Shape;1898;p49"/>
              <p:cNvSpPr/>
              <p:nvPr/>
            </p:nvSpPr>
            <p:spPr>
              <a:xfrm>
                <a:off x="9130474" y="1511808"/>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99" name="Google Shape;1899;p49"/>
              <p:cNvSpPr/>
              <p:nvPr/>
            </p:nvSpPr>
            <p:spPr>
              <a:xfrm>
                <a:off x="9130474" y="1543621"/>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00" name="Google Shape;1900;p49"/>
              <p:cNvSpPr/>
              <p:nvPr/>
            </p:nvSpPr>
            <p:spPr>
              <a:xfrm>
                <a:off x="9130474" y="157553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01" name="Google Shape;1901;p49"/>
              <p:cNvSpPr/>
              <p:nvPr/>
            </p:nvSpPr>
            <p:spPr>
              <a:xfrm>
                <a:off x="9130474" y="1607343"/>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02" name="Google Shape;1902;p49"/>
              <p:cNvSpPr/>
              <p:nvPr/>
            </p:nvSpPr>
            <p:spPr>
              <a:xfrm>
                <a:off x="9130474" y="1639157"/>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03" name="Google Shape;1903;p49"/>
              <p:cNvSpPr/>
              <p:nvPr/>
            </p:nvSpPr>
            <p:spPr>
              <a:xfrm>
                <a:off x="9130474" y="1670970"/>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04" name="Google Shape;1904;p49"/>
              <p:cNvSpPr/>
              <p:nvPr/>
            </p:nvSpPr>
            <p:spPr>
              <a:xfrm>
                <a:off x="9130474" y="1702784"/>
                <a:ext cx="198501" cy="11048"/>
              </a:xfrm>
              <a:custGeom>
                <a:avLst/>
                <a:gdLst/>
                <a:ahLst/>
                <a:cxnLst/>
                <a:rect l="l" t="t" r="r" b="b"/>
                <a:pathLst>
                  <a:path w="198501" h="11048" extrusionOk="0">
                    <a:moveTo>
                      <a:pt x="0" y="0"/>
                    </a:moveTo>
                    <a:lnTo>
                      <a:pt x="198501" y="0"/>
                    </a:lnTo>
                    <a:lnTo>
                      <a:pt x="198501"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05" name="Google Shape;1905;p49"/>
              <p:cNvSpPr/>
              <p:nvPr/>
            </p:nvSpPr>
            <p:spPr>
              <a:xfrm>
                <a:off x="9130474" y="1734597"/>
                <a:ext cx="120015" cy="11049"/>
              </a:xfrm>
              <a:custGeom>
                <a:avLst/>
                <a:gdLst/>
                <a:ahLst/>
                <a:cxnLst/>
                <a:rect l="l" t="t" r="r" b="b"/>
                <a:pathLst>
                  <a:path w="120015" h="11049" extrusionOk="0">
                    <a:moveTo>
                      <a:pt x="0" y="0"/>
                    </a:moveTo>
                    <a:lnTo>
                      <a:pt x="120015" y="0"/>
                    </a:lnTo>
                    <a:lnTo>
                      <a:pt x="120015" y="11049"/>
                    </a:lnTo>
                    <a:lnTo>
                      <a:pt x="0" y="110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909"/>
        <p:cNvGrpSpPr/>
        <p:nvPr/>
      </p:nvGrpSpPr>
      <p:grpSpPr>
        <a:xfrm>
          <a:off x="0" y="0"/>
          <a:ext cx="0" cy="0"/>
          <a:chOff x="0" y="0"/>
          <a:chExt cx="0" cy="0"/>
        </a:xfrm>
      </p:grpSpPr>
      <p:sp>
        <p:nvSpPr>
          <p:cNvPr id="1910" name="Google Shape;1910;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911" name="Google Shape;1911;p50"/>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in this template? Get them on these websites:</a:t>
            </a:r>
            <a:endParaRPr/>
          </a:p>
          <a:p>
            <a:pPr marL="0" lvl="0" indent="0" algn="l" rtl="0">
              <a:spcBef>
                <a:spcPts val="1000"/>
              </a:spcBef>
              <a:spcAft>
                <a:spcPts val="0"/>
              </a:spcAft>
              <a:buNone/>
            </a:pPr>
            <a:r>
              <a:rPr lang="en"/>
              <a:t>Vectors:</a:t>
            </a:r>
            <a:endParaRPr/>
          </a:p>
          <a:p>
            <a:pPr marL="457200" lvl="0" indent="-304800" algn="l" rtl="0">
              <a:spcBef>
                <a:spcPts val="0"/>
              </a:spcBef>
              <a:spcAft>
                <a:spcPts val="0"/>
              </a:spcAft>
              <a:buClr>
                <a:schemeClr val="dk1"/>
              </a:buClr>
              <a:buSzPts val="1200"/>
              <a:buFont typeface="Lato"/>
              <a:buChar char="●"/>
            </a:pPr>
            <a:r>
              <a:rPr lang="en" u="sng">
                <a:solidFill>
                  <a:schemeClr val="hlink"/>
                </a:solidFill>
                <a:hlinkClick r:id="rId3"/>
              </a:rPr>
              <a:t>Illustrated cms concept in flat design</a:t>
            </a:r>
            <a:endParaRPr/>
          </a:p>
          <a:p>
            <a:pPr marL="457200" lvl="0" indent="-304800" algn="l" rtl="0">
              <a:spcBef>
                <a:spcPts val="0"/>
              </a:spcBef>
              <a:spcAft>
                <a:spcPts val="0"/>
              </a:spcAft>
              <a:buClr>
                <a:schemeClr val="dk1"/>
              </a:buClr>
              <a:buSzPts val="1200"/>
              <a:buFont typeface="Lato"/>
              <a:buChar char="●"/>
            </a:pPr>
            <a:r>
              <a:rPr lang="en" u="sng">
                <a:solidFill>
                  <a:schemeClr val="hlink"/>
                </a:solidFill>
                <a:hlinkClick r:id="rId4"/>
              </a:rPr>
              <a:t>Cms concept illustration in flat design</a:t>
            </a:r>
            <a:endParaRPr/>
          </a:p>
          <a:p>
            <a:pPr marL="0" lvl="0" indent="0" algn="l" rtl="0">
              <a:spcBef>
                <a:spcPts val="1000"/>
              </a:spcBef>
              <a:spcAft>
                <a:spcPts val="0"/>
              </a:spcAft>
              <a:buNone/>
            </a:pPr>
            <a:r>
              <a:rPr lang="en"/>
              <a:t>Photos:</a:t>
            </a:r>
            <a:endParaRPr/>
          </a:p>
          <a:p>
            <a:pPr marL="457200" lvl="0" indent="-304800" algn="l" rtl="0">
              <a:spcBef>
                <a:spcPts val="0"/>
              </a:spcBef>
              <a:spcAft>
                <a:spcPts val="0"/>
              </a:spcAft>
              <a:buSzPts val="1200"/>
              <a:buFont typeface="Lato Light"/>
              <a:buChar char="●"/>
            </a:pPr>
            <a:r>
              <a:rPr lang="en" u="sng">
                <a:solidFill>
                  <a:schemeClr val="hlink"/>
                </a:solidFill>
                <a:hlinkClick r:id="rId5"/>
              </a:rPr>
              <a:t>High angle man working on laptop</a:t>
            </a:r>
            <a:endParaRPr/>
          </a:p>
          <a:p>
            <a:pPr marL="457200" lvl="0" indent="-304800" algn="l" rtl="0">
              <a:spcBef>
                <a:spcPts val="0"/>
              </a:spcBef>
              <a:spcAft>
                <a:spcPts val="0"/>
              </a:spcAft>
              <a:buSzPts val="1200"/>
              <a:buFont typeface="Lato Light"/>
              <a:buChar char="●"/>
            </a:pPr>
            <a:r>
              <a:rPr lang="en" u="sng">
                <a:solidFill>
                  <a:schemeClr val="hlink"/>
                </a:solidFill>
                <a:hlinkClick r:id="rId6"/>
              </a:rPr>
              <a:t>People working together in an animation studio</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15"/>
        <p:cNvGrpSpPr/>
        <p:nvPr/>
      </p:nvGrpSpPr>
      <p:grpSpPr>
        <a:xfrm>
          <a:off x="0" y="0"/>
          <a:ext cx="0" cy="0"/>
          <a:chOff x="0" y="0"/>
          <a:chExt cx="0" cy="0"/>
        </a:xfrm>
      </p:grpSpPr>
      <p:sp>
        <p:nvSpPr>
          <p:cNvPr id="1916" name="Google Shape;1916;p51"/>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917" name="Google Shape;1917;p51"/>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a:solidFill>
                  <a:schemeClr val="lt1"/>
                </a:solidFill>
              </a:rPr>
              <a:t> slide. Please refer to the next slide to read the instructions for premium users.</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None/>
            </a:pPr>
            <a:endParaRPr sz="1100">
              <a:solidFill>
                <a:schemeClr val="lt1"/>
              </a:solidFill>
            </a:endParaRPr>
          </a:p>
          <a:p>
            <a:pPr marL="0" lvl="0" indent="0" algn="l" rtl="0">
              <a:spcBef>
                <a:spcPts val="0"/>
              </a:spcBef>
              <a:spcAft>
                <a:spcPts val="0"/>
              </a:spcAft>
              <a:buNone/>
            </a:pP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21"/>
        <p:cNvGrpSpPr/>
        <p:nvPr/>
      </p:nvGrpSpPr>
      <p:grpSpPr>
        <a:xfrm>
          <a:off x="0" y="0"/>
          <a:ext cx="0" cy="0"/>
          <a:chOff x="0" y="0"/>
          <a:chExt cx="0" cy="0"/>
        </a:xfrm>
      </p:grpSpPr>
      <p:sp>
        <p:nvSpPr>
          <p:cNvPr id="1922" name="Google Shape;1922;p52"/>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923" name="Google Shape;1923;p52"/>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27"/>
        <p:cNvGrpSpPr/>
        <p:nvPr/>
      </p:nvGrpSpPr>
      <p:grpSpPr>
        <a:xfrm>
          <a:off x="0" y="0"/>
          <a:ext cx="0" cy="0"/>
          <a:chOff x="0" y="0"/>
          <a:chExt cx="0" cy="0"/>
        </a:xfrm>
      </p:grpSpPr>
      <p:sp>
        <p:nvSpPr>
          <p:cNvPr id="1928" name="Google Shape;1928;p53"/>
          <p:cNvSpPr txBox="1"/>
          <p:nvPr/>
        </p:nvSpPr>
        <p:spPr>
          <a:xfrm>
            <a:off x="716700" y="1188000"/>
            <a:ext cx="7710600" cy="137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marL="0" lvl="0" indent="0" algn="ctr" rtl="0">
              <a:spcBef>
                <a:spcPts val="1000"/>
              </a:spcBef>
              <a:spcAft>
                <a:spcPts val="0"/>
              </a:spcAft>
              <a:buClr>
                <a:schemeClr val="dk1"/>
              </a:buClr>
              <a:buSzPts val="1100"/>
              <a:buFont typeface="Arial"/>
              <a:buNone/>
            </a:pPr>
            <a:r>
              <a:rPr lang="en" sz="1100" b="1">
                <a:solidFill>
                  <a:srgbClr val="FFFFFF"/>
                </a:solidFill>
              </a:rPr>
              <a:t>Epilogue</a:t>
            </a:r>
            <a:endParaRPr sz="1100" b="1">
              <a:solidFill>
                <a:srgbClr val="FFFFFF"/>
              </a:solidFill>
            </a:endParaRPr>
          </a:p>
          <a:p>
            <a:pPr marL="0" lvl="0" indent="0" algn="ctr" rtl="0">
              <a:spcBef>
                <a:spcPts val="0"/>
              </a:spcBef>
              <a:spcAft>
                <a:spcPts val="0"/>
              </a:spcAft>
              <a:buClr>
                <a:schemeClr val="dk1"/>
              </a:buClr>
              <a:buSzPts val="1100"/>
              <a:buFont typeface="Arial"/>
              <a:buNone/>
            </a:pPr>
            <a:r>
              <a:rPr lang="en" sz="1100" u="sng">
                <a:solidFill>
                  <a:srgbClr val="FFFFFF"/>
                </a:solidFill>
                <a:hlinkClick r:id="rId3">
                  <a:extLst>
                    <a:ext uri="{A12FA001-AC4F-418D-AE19-62706E023703}">
                      <ahyp:hlinkClr xmlns:ahyp="http://schemas.microsoft.com/office/drawing/2018/hyperlinkcolor" val="tx"/>
                    </a:ext>
                  </a:extLst>
                </a:hlinkClick>
              </a:rPr>
              <a:t>https://fonts.google.com/specimen/Epilogue</a:t>
            </a:r>
            <a:endParaRPr sz="1100">
              <a:solidFill>
                <a:srgbClr val="FFFFFF"/>
              </a:solidFill>
            </a:endParaRPr>
          </a:p>
          <a:p>
            <a:pPr marL="0" lvl="0" indent="0" algn="ctr" rtl="0">
              <a:spcBef>
                <a:spcPts val="0"/>
              </a:spcBef>
              <a:spcAft>
                <a:spcPts val="0"/>
              </a:spcAft>
              <a:buClr>
                <a:schemeClr val="dk1"/>
              </a:buClr>
              <a:buSzPts val="1100"/>
              <a:buFont typeface="Arial"/>
              <a:buNone/>
            </a:pPr>
            <a:endParaRPr sz="1100">
              <a:solidFill>
                <a:srgbClr val="FFFFFF"/>
              </a:solidFill>
            </a:endParaRPr>
          </a:p>
          <a:p>
            <a:pPr marL="0" lvl="0" indent="0" algn="ctr" rtl="0">
              <a:spcBef>
                <a:spcPts val="0"/>
              </a:spcBef>
              <a:spcAft>
                <a:spcPts val="0"/>
              </a:spcAft>
              <a:buClr>
                <a:schemeClr val="dk1"/>
              </a:buClr>
              <a:buSzPts val="1100"/>
              <a:buFont typeface="Arial"/>
              <a:buNone/>
            </a:pPr>
            <a:r>
              <a:rPr lang="en" sz="1100" b="1">
                <a:solidFill>
                  <a:srgbClr val="FFFFFF"/>
                </a:solidFill>
              </a:rPr>
              <a:t>Lato</a:t>
            </a:r>
            <a:endParaRPr sz="1100" b="1">
              <a:solidFill>
                <a:srgbClr val="FFFFFF"/>
              </a:solidFill>
            </a:endParaRPr>
          </a:p>
          <a:p>
            <a:pPr marL="0" lvl="0" indent="0" algn="ctr" rtl="0">
              <a:spcBef>
                <a:spcPts val="0"/>
              </a:spcBef>
              <a:spcAft>
                <a:spcPts val="0"/>
              </a:spcAft>
              <a:buClr>
                <a:schemeClr val="dk1"/>
              </a:buClr>
              <a:buSzPts val="1100"/>
              <a:buFont typeface="Arial"/>
              <a:buNone/>
            </a:pPr>
            <a:r>
              <a:rPr lang="en" sz="1100" u="sng">
                <a:solidFill>
                  <a:srgbClr val="FFFFFF"/>
                </a:solidFill>
                <a:hlinkClick r:id="rId4">
                  <a:extLst>
                    <a:ext uri="{A12FA001-AC4F-418D-AE19-62706E023703}">
                      <ahyp:hlinkClr xmlns:ahyp="http://schemas.microsoft.com/office/drawing/2018/hyperlinkcolor" val="tx"/>
                    </a:ext>
                  </a:extLst>
                </a:hlinkClick>
              </a:rPr>
              <a:t>https://fonts.google.com/specimen/Lato</a:t>
            </a:r>
            <a:endParaRPr sz="1100">
              <a:solidFill>
                <a:srgbClr val="FFFFFF"/>
              </a:solidFill>
            </a:endParaRPr>
          </a:p>
        </p:txBody>
      </p:sp>
      <p:sp>
        <p:nvSpPr>
          <p:cNvPr id="1929" name="Google Shape;1929;p53"/>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1930" name="Google Shape;1930;p53"/>
          <p:cNvSpPr/>
          <p:nvPr/>
        </p:nvSpPr>
        <p:spPr>
          <a:xfrm>
            <a:off x="2052650" y="2947175"/>
            <a:ext cx="791400" cy="754200"/>
          </a:xfrm>
          <a:prstGeom prst="roundRect">
            <a:avLst>
              <a:gd name="adj" fmla="val 16667"/>
            </a:avLst>
          </a:prstGeom>
          <a:solidFill>
            <a:srgbClr val="3536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3"/>
          <p:cNvSpPr/>
          <p:nvPr/>
        </p:nvSpPr>
        <p:spPr>
          <a:xfrm>
            <a:off x="3114470" y="2947175"/>
            <a:ext cx="791400" cy="754200"/>
          </a:xfrm>
          <a:prstGeom prst="roundRect">
            <a:avLst>
              <a:gd name="adj" fmla="val 16667"/>
            </a:avLst>
          </a:prstGeom>
          <a:solidFill>
            <a:srgbClr val="F3F3F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3"/>
          <p:cNvSpPr/>
          <p:nvPr/>
        </p:nvSpPr>
        <p:spPr>
          <a:xfrm>
            <a:off x="4176289" y="2947175"/>
            <a:ext cx="791400" cy="754200"/>
          </a:xfrm>
          <a:prstGeom prst="roundRect">
            <a:avLst>
              <a:gd name="adj" fmla="val 16667"/>
            </a:avLst>
          </a:prstGeom>
          <a:solidFill>
            <a:srgbClr val="D9DDE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3"/>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#35363b</a:t>
            </a:r>
            <a:endParaRPr sz="1000">
              <a:solidFill>
                <a:srgbClr val="FFFFFF"/>
              </a:solidFill>
            </a:endParaRPr>
          </a:p>
        </p:txBody>
      </p:sp>
      <p:sp>
        <p:nvSpPr>
          <p:cNvPr id="1934" name="Google Shape;1934;p53"/>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#f3f3f3</a:t>
            </a:r>
            <a:endParaRPr sz="1000"/>
          </a:p>
        </p:txBody>
      </p:sp>
      <p:sp>
        <p:nvSpPr>
          <p:cNvPr id="1935" name="Google Shape;1935;p53"/>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#d9dde3</a:t>
            </a:r>
            <a:endParaRPr sz="1000"/>
          </a:p>
        </p:txBody>
      </p:sp>
      <p:sp>
        <p:nvSpPr>
          <p:cNvPr id="1936" name="Google Shape;1936;p53"/>
          <p:cNvSpPr/>
          <p:nvPr/>
        </p:nvSpPr>
        <p:spPr>
          <a:xfrm>
            <a:off x="5238125" y="2947175"/>
            <a:ext cx="791400" cy="754200"/>
          </a:xfrm>
          <a:prstGeom prst="roundRect">
            <a:avLst>
              <a:gd name="adj" fmla="val 16667"/>
            </a:avLst>
          </a:prstGeom>
          <a:solidFill>
            <a:srgbClr val="BA003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3"/>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#ba0034</a:t>
            </a:r>
            <a:endParaRPr sz="1000">
              <a:solidFill>
                <a:srgbClr val="FFFFFF"/>
              </a:solidFill>
            </a:endParaRPr>
          </a:p>
        </p:txBody>
      </p:sp>
      <p:sp>
        <p:nvSpPr>
          <p:cNvPr id="1938" name="Google Shape;1938;p53"/>
          <p:cNvSpPr/>
          <p:nvPr/>
        </p:nvSpPr>
        <p:spPr>
          <a:xfrm>
            <a:off x="2052650" y="3878275"/>
            <a:ext cx="791400" cy="754200"/>
          </a:xfrm>
          <a:prstGeom prst="roundRect">
            <a:avLst>
              <a:gd name="adj" fmla="val 16667"/>
            </a:avLst>
          </a:prstGeom>
          <a:solidFill>
            <a:srgbClr val="34909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3"/>
          <p:cNvSpPr/>
          <p:nvPr/>
        </p:nvSpPr>
        <p:spPr>
          <a:xfrm>
            <a:off x="3114470" y="3878275"/>
            <a:ext cx="791400" cy="754200"/>
          </a:xfrm>
          <a:prstGeom prst="roundRect">
            <a:avLst>
              <a:gd name="adj" fmla="val 16667"/>
            </a:avLst>
          </a:prstGeom>
          <a:solidFill>
            <a:srgbClr val="55C0E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3"/>
          <p:cNvSpPr/>
          <p:nvPr/>
        </p:nvSpPr>
        <p:spPr>
          <a:xfrm>
            <a:off x="4176289" y="3878275"/>
            <a:ext cx="791400" cy="754200"/>
          </a:xfrm>
          <a:prstGeom prst="roundRect">
            <a:avLst>
              <a:gd name="adj" fmla="val 16667"/>
            </a:avLst>
          </a:prstGeom>
          <a:solidFill>
            <a:srgbClr val="6F708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3"/>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#34909d</a:t>
            </a:r>
            <a:endParaRPr sz="1000">
              <a:solidFill>
                <a:srgbClr val="FFFFFF"/>
              </a:solidFill>
            </a:endParaRPr>
          </a:p>
        </p:txBody>
      </p:sp>
      <p:sp>
        <p:nvSpPr>
          <p:cNvPr id="1942" name="Google Shape;1942;p53"/>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#55c0ed</a:t>
            </a:r>
            <a:endParaRPr sz="1000"/>
          </a:p>
        </p:txBody>
      </p:sp>
      <p:sp>
        <p:nvSpPr>
          <p:cNvPr id="1943" name="Google Shape;1943;p53"/>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#6f7082</a:t>
            </a:r>
            <a:endParaRPr sz="1000">
              <a:solidFill>
                <a:srgbClr val="FFFFFF"/>
              </a:solidFill>
            </a:endParaRPr>
          </a:p>
        </p:txBody>
      </p:sp>
      <p:sp>
        <p:nvSpPr>
          <p:cNvPr id="1944" name="Google Shape;1944;p53"/>
          <p:cNvSpPr/>
          <p:nvPr/>
        </p:nvSpPr>
        <p:spPr>
          <a:xfrm>
            <a:off x="5238125" y="3878275"/>
            <a:ext cx="791400" cy="754200"/>
          </a:xfrm>
          <a:prstGeom prst="roundRect">
            <a:avLst>
              <a:gd name="adj" fmla="val 16667"/>
            </a:avLst>
          </a:prstGeom>
          <a:solidFill>
            <a:srgbClr val="CED0D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3"/>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#ced0d6</a:t>
            </a:r>
            <a:endParaRPr sz="1000"/>
          </a:p>
        </p:txBody>
      </p:sp>
      <p:sp>
        <p:nvSpPr>
          <p:cNvPr id="1946" name="Google Shape;1946;p53"/>
          <p:cNvSpPr/>
          <p:nvPr/>
        </p:nvSpPr>
        <p:spPr>
          <a:xfrm>
            <a:off x="6299950" y="2947175"/>
            <a:ext cx="791400" cy="754200"/>
          </a:xfrm>
          <a:prstGeom prst="roundRect">
            <a:avLst>
              <a:gd name="adj" fmla="val 16667"/>
            </a:avLst>
          </a:prstGeom>
          <a:solidFill>
            <a:srgbClr val="F8B85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3"/>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#f8b85e</a:t>
            </a:r>
            <a:endParaRPr sz="1000"/>
          </a:p>
        </p:txBody>
      </p:sp>
      <p:sp>
        <p:nvSpPr>
          <p:cNvPr id="1948" name="Google Shape;1948;p53"/>
          <p:cNvSpPr/>
          <p:nvPr/>
        </p:nvSpPr>
        <p:spPr>
          <a:xfrm>
            <a:off x="6299950" y="3878275"/>
            <a:ext cx="791400" cy="754200"/>
          </a:xfrm>
          <a:prstGeom prst="roundRect">
            <a:avLst>
              <a:gd name="adj" fmla="val 16667"/>
            </a:avLst>
          </a:prstGeom>
          <a:solidFill>
            <a:srgbClr val="42444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3"/>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#42444f</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53"/>
        <p:cNvGrpSpPr/>
        <p:nvPr/>
      </p:nvGrpSpPr>
      <p:grpSpPr>
        <a:xfrm>
          <a:off x="0" y="0"/>
          <a:ext cx="0" cy="0"/>
          <a:chOff x="0" y="0"/>
          <a:chExt cx="0" cy="0"/>
        </a:xfrm>
      </p:grpSpPr>
      <p:sp>
        <p:nvSpPr>
          <p:cNvPr id="1954" name="Google Shape;1954;p54"/>
          <p:cNvSpPr txBox="1"/>
          <p:nvPr/>
        </p:nvSpPr>
        <p:spPr>
          <a:xfrm>
            <a:off x="1472200" y="1188000"/>
            <a:ext cx="6199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955" name="Google Shape;1955;p54"/>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956" name="Google Shape;1956;p54"/>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957" name="Google Shape;1957;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958" name="Google Shape;1958;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959" name="Google Shape;1959;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960" name="Google Shape;1960;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961" name="Google Shape;1961;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962" name="Google Shape;1962;p54"/>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963" name="Google Shape;1963;p54"/>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1964" name="Google Shape;1964;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965" name="Google Shape;1965;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69"/>
        <p:cNvGrpSpPr/>
        <p:nvPr/>
      </p:nvGrpSpPr>
      <p:grpSpPr>
        <a:xfrm>
          <a:off x="0" y="0"/>
          <a:ext cx="0" cy="0"/>
          <a:chOff x="0" y="0"/>
          <a:chExt cx="0" cy="0"/>
        </a:xfrm>
      </p:grpSpPr>
      <p:sp>
        <p:nvSpPr>
          <p:cNvPr id="1970" name="Google Shape;1970;p55"/>
          <p:cNvSpPr txBox="1"/>
          <p:nvPr/>
        </p:nvSpPr>
        <p:spPr>
          <a:xfrm>
            <a:off x="716700" y="1188004"/>
            <a:ext cx="7710600" cy="895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sp>
        <p:nvSpPr>
          <p:cNvPr id="1971" name="Google Shape;1971;p55"/>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grpSp>
        <p:nvGrpSpPr>
          <p:cNvPr id="1972" name="Google Shape;1972;p55"/>
          <p:cNvGrpSpPr/>
          <p:nvPr/>
        </p:nvGrpSpPr>
        <p:grpSpPr>
          <a:xfrm>
            <a:off x="5048544" y="3019584"/>
            <a:ext cx="442841" cy="514271"/>
            <a:chOff x="4727025" y="1332775"/>
            <a:chExt cx="59900" cy="69625"/>
          </a:xfrm>
        </p:grpSpPr>
        <p:sp>
          <p:nvSpPr>
            <p:cNvPr id="1973" name="Google Shape;197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 name="Google Shape;1975;p55"/>
          <p:cNvGrpSpPr/>
          <p:nvPr/>
        </p:nvGrpSpPr>
        <p:grpSpPr>
          <a:xfrm>
            <a:off x="5723860" y="2267072"/>
            <a:ext cx="500909" cy="500899"/>
            <a:chOff x="4820425" y="1329900"/>
            <a:chExt cx="70175" cy="70350"/>
          </a:xfrm>
        </p:grpSpPr>
        <p:sp>
          <p:nvSpPr>
            <p:cNvPr id="1976" name="Google Shape;197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 name="Google Shape;1980;p55"/>
          <p:cNvGrpSpPr/>
          <p:nvPr/>
        </p:nvGrpSpPr>
        <p:grpSpPr>
          <a:xfrm>
            <a:off x="6376484" y="2278862"/>
            <a:ext cx="538135" cy="493119"/>
            <a:chOff x="4903200" y="1331525"/>
            <a:chExt cx="73575" cy="67425"/>
          </a:xfrm>
        </p:grpSpPr>
        <p:sp>
          <p:nvSpPr>
            <p:cNvPr id="1981" name="Google Shape;198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982" name="Google Shape;198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55"/>
          <p:cNvGrpSpPr/>
          <p:nvPr/>
        </p:nvGrpSpPr>
        <p:grpSpPr>
          <a:xfrm>
            <a:off x="5636435" y="3020840"/>
            <a:ext cx="544563" cy="511895"/>
            <a:chOff x="4815575" y="1416800"/>
            <a:chExt cx="73750" cy="71400"/>
          </a:xfrm>
        </p:grpSpPr>
        <p:sp>
          <p:nvSpPr>
            <p:cNvPr id="1984" name="Google Shape;198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 name="Google Shape;1987;p55"/>
          <p:cNvGrpSpPr/>
          <p:nvPr/>
        </p:nvGrpSpPr>
        <p:grpSpPr>
          <a:xfrm>
            <a:off x="6333060" y="3020546"/>
            <a:ext cx="602914" cy="512477"/>
            <a:chOff x="4902475" y="1418875"/>
            <a:chExt cx="74500" cy="63775"/>
          </a:xfrm>
        </p:grpSpPr>
        <p:sp>
          <p:nvSpPr>
            <p:cNvPr id="1988" name="Google Shape;198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5"/>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0" name="Google Shape;1990;p55"/>
          <p:cNvGrpSpPr/>
          <p:nvPr/>
        </p:nvGrpSpPr>
        <p:grpSpPr>
          <a:xfrm>
            <a:off x="5748932" y="3759785"/>
            <a:ext cx="515391" cy="525699"/>
            <a:chOff x="4818100" y="1507675"/>
            <a:chExt cx="71225" cy="71625"/>
          </a:xfrm>
        </p:grpSpPr>
        <p:sp>
          <p:nvSpPr>
            <p:cNvPr id="1991" name="Google Shape;199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55"/>
          <p:cNvGrpSpPr/>
          <p:nvPr/>
        </p:nvGrpSpPr>
        <p:grpSpPr>
          <a:xfrm>
            <a:off x="5087034" y="3781317"/>
            <a:ext cx="522956" cy="489869"/>
            <a:chOff x="4721450" y="1509475"/>
            <a:chExt cx="79350" cy="74325"/>
          </a:xfrm>
        </p:grpSpPr>
        <p:sp>
          <p:nvSpPr>
            <p:cNvPr id="1996" name="Google Shape;199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 name="Google Shape;2000;p55"/>
          <p:cNvGrpSpPr/>
          <p:nvPr/>
        </p:nvGrpSpPr>
        <p:grpSpPr>
          <a:xfrm>
            <a:off x="6410277" y="3761069"/>
            <a:ext cx="525704" cy="535436"/>
            <a:chOff x="4906800" y="1507500"/>
            <a:chExt cx="70350" cy="71075"/>
          </a:xfrm>
        </p:grpSpPr>
        <p:sp>
          <p:nvSpPr>
            <p:cNvPr id="2001" name="Google Shape;200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6" name="Google Shape;2006;p55"/>
          <p:cNvGrpSpPr/>
          <p:nvPr/>
        </p:nvGrpSpPr>
        <p:grpSpPr>
          <a:xfrm>
            <a:off x="4443099" y="2267050"/>
            <a:ext cx="508054" cy="508095"/>
            <a:chOff x="3736598" y="2170606"/>
            <a:chExt cx="404889" cy="404889"/>
          </a:xfrm>
        </p:grpSpPr>
        <p:sp>
          <p:nvSpPr>
            <p:cNvPr id="2007" name="Google Shape;200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55"/>
          <p:cNvGrpSpPr/>
          <p:nvPr/>
        </p:nvGrpSpPr>
        <p:grpSpPr>
          <a:xfrm>
            <a:off x="3731139" y="2267145"/>
            <a:ext cx="575790" cy="507904"/>
            <a:chOff x="3161917" y="2170682"/>
            <a:chExt cx="458870" cy="404737"/>
          </a:xfrm>
        </p:grpSpPr>
        <p:sp>
          <p:nvSpPr>
            <p:cNvPr id="2012" name="Google Shape;201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013" name="Google Shape;201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 name="Google Shape;2015;p55"/>
          <p:cNvGrpSpPr/>
          <p:nvPr/>
        </p:nvGrpSpPr>
        <p:grpSpPr>
          <a:xfrm>
            <a:off x="3758669" y="3027517"/>
            <a:ext cx="520730" cy="498567"/>
            <a:chOff x="3179914" y="2889488"/>
            <a:chExt cx="422876" cy="404911"/>
          </a:xfrm>
        </p:grpSpPr>
        <p:sp>
          <p:nvSpPr>
            <p:cNvPr id="2016" name="Google Shape;201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 name="Google Shape;2022;p55"/>
          <p:cNvGrpSpPr/>
          <p:nvPr/>
        </p:nvGrpSpPr>
        <p:grpSpPr>
          <a:xfrm>
            <a:off x="4387349" y="3027477"/>
            <a:ext cx="516145" cy="498648"/>
            <a:chOff x="3729467" y="2889422"/>
            <a:chExt cx="419153" cy="404977"/>
          </a:xfrm>
        </p:grpSpPr>
        <p:sp>
          <p:nvSpPr>
            <p:cNvPr id="2023" name="Google Shape;202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0" name="Google Shape;2030;p55"/>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5"/>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5"/>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5"/>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4" name="Google Shape;2034;p55"/>
          <p:cNvGrpSpPr/>
          <p:nvPr/>
        </p:nvGrpSpPr>
        <p:grpSpPr>
          <a:xfrm>
            <a:off x="7107677" y="2474362"/>
            <a:ext cx="166473" cy="141497"/>
            <a:chOff x="4660325" y="1866850"/>
            <a:chExt cx="68350" cy="58100"/>
          </a:xfrm>
        </p:grpSpPr>
        <p:sp>
          <p:nvSpPr>
            <p:cNvPr id="2035" name="Google Shape;2035;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 name="Google Shape;2037;p55"/>
          <p:cNvGrpSpPr/>
          <p:nvPr/>
        </p:nvGrpSpPr>
        <p:grpSpPr>
          <a:xfrm>
            <a:off x="7417022" y="2500086"/>
            <a:ext cx="162515" cy="90049"/>
            <a:chOff x="4791775" y="1877500"/>
            <a:chExt cx="66725" cy="36975"/>
          </a:xfrm>
        </p:grpSpPr>
        <p:sp>
          <p:nvSpPr>
            <p:cNvPr id="2038" name="Google Shape;2038;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 name="Google Shape;2040;p55"/>
          <p:cNvGrpSpPr/>
          <p:nvPr/>
        </p:nvGrpSpPr>
        <p:grpSpPr>
          <a:xfrm>
            <a:off x="7738734" y="2500086"/>
            <a:ext cx="144979" cy="90049"/>
            <a:chOff x="4923925" y="1877500"/>
            <a:chExt cx="59525" cy="36975"/>
          </a:xfrm>
        </p:grpSpPr>
        <p:sp>
          <p:nvSpPr>
            <p:cNvPr id="2041" name="Google Shape;2041;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3" name="Google Shape;2043;p55"/>
          <p:cNvGrpSpPr/>
          <p:nvPr/>
        </p:nvGrpSpPr>
        <p:grpSpPr>
          <a:xfrm>
            <a:off x="8033226" y="2482277"/>
            <a:ext cx="141447" cy="125667"/>
            <a:chOff x="5058450" y="1870100"/>
            <a:chExt cx="58075" cy="51600"/>
          </a:xfrm>
        </p:grpSpPr>
        <p:sp>
          <p:nvSpPr>
            <p:cNvPr id="2044" name="Google Shape;2044;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 name="Google Shape;2046;p55"/>
          <p:cNvGrpSpPr/>
          <p:nvPr/>
        </p:nvGrpSpPr>
        <p:grpSpPr>
          <a:xfrm>
            <a:off x="7447741" y="2904685"/>
            <a:ext cx="101077" cy="107645"/>
            <a:chOff x="4811425" y="2065025"/>
            <a:chExt cx="41500" cy="44200"/>
          </a:xfrm>
        </p:grpSpPr>
        <p:sp>
          <p:nvSpPr>
            <p:cNvPr id="2047" name="Google Shape;2047;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 name="Google Shape;2049;p55"/>
          <p:cNvGrpSpPr/>
          <p:nvPr/>
        </p:nvGrpSpPr>
        <p:grpSpPr>
          <a:xfrm>
            <a:off x="7740178" y="2904898"/>
            <a:ext cx="120867" cy="107218"/>
            <a:chOff x="4929875" y="2065025"/>
            <a:chExt cx="49625" cy="44025"/>
          </a:xfrm>
        </p:grpSpPr>
        <p:sp>
          <p:nvSpPr>
            <p:cNvPr id="2050" name="Google Shape;2050;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55"/>
          <p:cNvGrpSpPr/>
          <p:nvPr/>
        </p:nvGrpSpPr>
        <p:grpSpPr>
          <a:xfrm>
            <a:off x="8068847" y="2907912"/>
            <a:ext cx="70206" cy="101191"/>
            <a:chOff x="5083925" y="2066350"/>
            <a:chExt cx="28825" cy="41550"/>
          </a:xfrm>
        </p:grpSpPr>
        <p:sp>
          <p:nvSpPr>
            <p:cNvPr id="2053" name="Google Shape;2053;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5" name="Google Shape;2055;p55"/>
          <p:cNvGrpSpPr/>
          <p:nvPr/>
        </p:nvGrpSpPr>
        <p:grpSpPr>
          <a:xfrm>
            <a:off x="7100401" y="2923559"/>
            <a:ext cx="181026" cy="69896"/>
            <a:chOff x="4659775" y="2072775"/>
            <a:chExt cx="74325" cy="28700"/>
          </a:xfrm>
        </p:grpSpPr>
        <p:sp>
          <p:nvSpPr>
            <p:cNvPr id="2056" name="Google Shape;2056;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 name="Google Shape;2059;p55"/>
          <p:cNvGrpSpPr/>
          <p:nvPr/>
        </p:nvGrpSpPr>
        <p:grpSpPr>
          <a:xfrm>
            <a:off x="8020257" y="2714124"/>
            <a:ext cx="167387" cy="89197"/>
            <a:chOff x="4662475" y="1976500"/>
            <a:chExt cx="68725" cy="36625"/>
          </a:xfrm>
        </p:grpSpPr>
        <p:sp>
          <p:nvSpPr>
            <p:cNvPr id="2060" name="Google Shape;2060;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 name="Google Shape;2063;p55"/>
          <p:cNvGrpSpPr/>
          <p:nvPr/>
        </p:nvGrpSpPr>
        <p:grpSpPr>
          <a:xfrm>
            <a:off x="7717162" y="2717564"/>
            <a:ext cx="166899" cy="82317"/>
            <a:chOff x="4920150" y="1977875"/>
            <a:chExt cx="68525" cy="33800"/>
          </a:xfrm>
        </p:grpSpPr>
        <p:sp>
          <p:nvSpPr>
            <p:cNvPr id="2064" name="Google Shape;2064;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 name="Google Shape;2067;p55"/>
          <p:cNvGrpSpPr/>
          <p:nvPr/>
        </p:nvGrpSpPr>
        <p:grpSpPr>
          <a:xfrm>
            <a:off x="7128319" y="3121482"/>
            <a:ext cx="125190" cy="127858"/>
            <a:chOff x="4676550" y="2160575"/>
            <a:chExt cx="51400" cy="52500"/>
          </a:xfrm>
        </p:grpSpPr>
        <p:sp>
          <p:nvSpPr>
            <p:cNvPr id="2068" name="Google Shape;2068;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 name="Google Shape;2071;p55"/>
          <p:cNvGrpSpPr/>
          <p:nvPr/>
        </p:nvGrpSpPr>
        <p:grpSpPr>
          <a:xfrm>
            <a:off x="7425577" y="3128514"/>
            <a:ext cx="145405" cy="113794"/>
            <a:chOff x="4768325" y="2163475"/>
            <a:chExt cx="59700" cy="46725"/>
          </a:xfrm>
        </p:grpSpPr>
        <p:sp>
          <p:nvSpPr>
            <p:cNvPr id="2072" name="Google Shape;2072;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4" name="Google Shape;2074;p55"/>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5"/>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5"/>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5"/>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5"/>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5"/>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0" name="Google Shape;2080;p55"/>
          <p:cNvGrpSpPr/>
          <p:nvPr/>
        </p:nvGrpSpPr>
        <p:grpSpPr>
          <a:xfrm>
            <a:off x="7441895" y="3383608"/>
            <a:ext cx="112768" cy="106853"/>
            <a:chOff x="4768575" y="2253950"/>
            <a:chExt cx="46300" cy="43875"/>
          </a:xfrm>
        </p:grpSpPr>
        <p:sp>
          <p:nvSpPr>
            <p:cNvPr id="2081" name="Google Shape;2081;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 name="Google Shape;2083;p55"/>
          <p:cNvGrpSpPr/>
          <p:nvPr/>
        </p:nvGrpSpPr>
        <p:grpSpPr>
          <a:xfrm>
            <a:off x="7741518" y="3872634"/>
            <a:ext cx="118187" cy="146246"/>
            <a:chOff x="4960900" y="2433225"/>
            <a:chExt cx="48525" cy="60050"/>
          </a:xfrm>
        </p:grpSpPr>
        <p:sp>
          <p:nvSpPr>
            <p:cNvPr id="2084" name="Google Shape;2084;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 name="Google Shape;2086;p55"/>
          <p:cNvGrpSpPr/>
          <p:nvPr/>
        </p:nvGrpSpPr>
        <p:grpSpPr>
          <a:xfrm>
            <a:off x="7430083" y="4136695"/>
            <a:ext cx="136394" cy="143810"/>
            <a:chOff x="4854075" y="2527625"/>
            <a:chExt cx="56000" cy="59050"/>
          </a:xfrm>
        </p:grpSpPr>
        <p:sp>
          <p:nvSpPr>
            <p:cNvPr id="2087" name="Google Shape;2087;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9" name="Google Shape;2089;p55"/>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5"/>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5"/>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2" name="Google Shape;2092;p55"/>
          <p:cNvGrpSpPr/>
          <p:nvPr/>
        </p:nvGrpSpPr>
        <p:grpSpPr>
          <a:xfrm>
            <a:off x="8054294" y="3600439"/>
            <a:ext cx="99312" cy="160797"/>
            <a:chOff x="5059700" y="2334775"/>
            <a:chExt cx="40775" cy="66025"/>
          </a:xfrm>
        </p:grpSpPr>
        <p:sp>
          <p:nvSpPr>
            <p:cNvPr id="2093" name="Google Shape;2093;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 name="Google Shape;2102;p55"/>
          <p:cNvGrpSpPr/>
          <p:nvPr/>
        </p:nvGrpSpPr>
        <p:grpSpPr>
          <a:xfrm>
            <a:off x="8011458" y="3865571"/>
            <a:ext cx="184984" cy="160371"/>
            <a:chOff x="5037700" y="2430325"/>
            <a:chExt cx="75950" cy="65850"/>
          </a:xfrm>
        </p:grpSpPr>
        <p:sp>
          <p:nvSpPr>
            <p:cNvPr id="2103" name="Google Shape;2103;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 name="Google Shape;2105;p55"/>
          <p:cNvGrpSpPr/>
          <p:nvPr/>
        </p:nvGrpSpPr>
        <p:grpSpPr>
          <a:xfrm>
            <a:off x="7430964" y="3632023"/>
            <a:ext cx="173014" cy="97629"/>
            <a:chOff x="4756975" y="2341800"/>
            <a:chExt cx="91975" cy="51925"/>
          </a:xfrm>
        </p:grpSpPr>
        <p:sp>
          <p:nvSpPr>
            <p:cNvPr id="2106" name="Google Shape;2106;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 name="Google Shape;2126;p55"/>
          <p:cNvGrpSpPr/>
          <p:nvPr/>
        </p:nvGrpSpPr>
        <p:grpSpPr>
          <a:xfrm>
            <a:off x="7697901" y="4120720"/>
            <a:ext cx="212497" cy="175761"/>
            <a:chOff x="4943575" y="2516350"/>
            <a:chExt cx="98675" cy="81700"/>
          </a:xfrm>
        </p:grpSpPr>
        <p:sp>
          <p:nvSpPr>
            <p:cNvPr id="2127" name="Google Shape;2127;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 name="Google Shape;2205;p55"/>
          <p:cNvGrpSpPr/>
          <p:nvPr/>
        </p:nvGrpSpPr>
        <p:grpSpPr>
          <a:xfrm>
            <a:off x="1955962" y="3346963"/>
            <a:ext cx="965351" cy="134611"/>
            <a:chOff x="4411970" y="2962952"/>
            <a:chExt cx="706544" cy="104212"/>
          </a:xfrm>
        </p:grpSpPr>
        <p:sp>
          <p:nvSpPr>
            <p:cNvPr id="2206" name="Google Shape;2206;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0" name="Google Shape;2210;p55"/>
          <p:cNvGrpSpPr/>
          <p:nvPr/>
        </p:nvGrpSpPr>
        <p:grpSpPr>
          <a:xfrm>
            <a:off x="1955962" y="2935877"/>
            <a:ext cx="960158" cy="289172"/>
            <a:chOff x="4411970" y="2726085"/>
            <a:chExt cx="643107" cy="193659"/>
          </a:xfrm>
        </p:grpSpPr>
        <p:sp>
          <p:nvSpPr>
            <p:cNvPr id="2211" name="Google Shape;2211;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4" name="Google Shape;2214;p55"/>
          <p:cNvGrpSpPr/>
          <p:nvPr/>
        </p:nvGrpSpPr>
        <p:grpSpPr>
          <a:xfrm>
            <a:off x="958854" y="3201987"/>
            <a:ext cx="833173" cy="259209"/>
            <a:chOff x="4411970" y="4340222"/>
            <a:chExt cx="779467" cy="242683"/>
          </a:xfrm>
        </p:grpSpPr>
        <p:sp>
          <p:nvSpPr>
            <p:cNvPr id="2215" name="Google Shape;2215;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8" name="Google Shape;2218;p55"/>
          <p:cNvGrpSpPr/>
          <p:nvPr/>
        </p:nvGrpSpPr>
        <p:grpSpPr>
          <a:xfrm>
            <a:off x="1955962" y="2597733"/>
            <a:ext cx="965160" cy="216230"/>
            <a:chOff x="4411970" y="2468674"/>
            <a:chExt cx="747317" cy="167425"/>
          </a:xfrm>
        </p:grpSpPr>
        <p:sp>
          <p:nvSpPr>
            <p:cNvPr id="2219" name="Google Shape;2219;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1" name="Google Shape;2221;p55"/>
          <p:cNvGrpSpPr/>
          <p:nvPr/>
        </p:nvGrpSpPr>
        <p:grpSpPr>
          <a:xfrm>
            <a:off x="954709" y="2502450"/>
            <a:ext cx="810451" cy="319148"/>
            <a:chOff x="4411970" y="3686602"/>
            <a:chExt cx="797845" cy="314215"/>
          </a:xfrm>
        </p:grpSpPr>
        <p:sp>
          <p:nvSpPr>
            <p:cNvPr id="2222" name="Google Shape;2222;p55"/>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5"/>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5"/>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5"/>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5"/>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7" name="Google Shape;2227;p55"/>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8" name="Google Shape;2228;p55"/>
          <p:cNvGrpSpPr/>
          <p:nvPr/>
        </p:nvGrpSpPr>
        <p:grpSpPr>
          <a:xfrm>
            <a:off x="954806" y="2256974"/>
            <a:ext cx="1970333" cy="208784"/>
            <a:chOff x="6336019" y="3733725"/>
            <a:chExt cx="2566206" cy="351310"/>
          </a:xfrm>
        </p:grpSpPr>
        <p:sp>
          <p:nvSpPr>
            <p:cNvPr id="2229" name="Google Shape;2229;p55"/>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5"/>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5"/>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5"/>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 name="Google Shape;2233;p55"/>
          <p:cNvGrpSpPr/>
          <p:nvPr/>
        </p:nvGrpSpPr>
        <p:grpSpPr>
          <a:xfrm>
            <a:off x="1955962" y="3864529"/>
            <a:ext cx="946551" cy="153200"/>
            <a:chOff x="4404545" y="3301592"/>
            <a:chExt cx="782403" cy="129272"/>
          </a:xfrm>
        </p:grpSpPr>
        <p:sp>
          <p:nvSpPr>
            <p:cNvPr id="2234" name="Google Shape;2234;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5"/>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6" name="Google Shape;2236;p55"/>
          <p:cNvGrpSpPr/>
          <p:nvPr/>
        </p:nvGrpSpPr>
        <p:grpSpPr>
          <a:xfrm>
            <a:off x="1955962" y="3603488"/>
            <a:ext cx="962257" cy="139127"/>
            <a:chOff x="4411970" y="3131459"/>
            <a:chExt cx="710520" cy="117397"/>
          </a:xfrm>
        </p:grpSpPr>
        <p:sp>
          <p:nvSpPr>
            <p:cNvPr id="2237" name="Google Shape;2237;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9" name="Google Shape;2239;p55"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0" name="Google Shape;2240;p55"/>
          <p:cNvGrpSpPr/>
          <p:nvPr/>
        </p:nvGrpSpPr>
        <p:grpSpPr>
          <a:xfrm>
            <a:off x="956107" y="3538282"/>
            <a:ext cx="823838" cy="458988"/>
            <a:chOff x="4411970" y="1801825"/>
            <a:chExt cx="734586" cy="409262"/>
          </a:xfrm>
        </p:grpSpPr>
        <p:sp>
          <p:nvSpPr>
            <p:cNvPr id="2241" name="Google Shape;2241;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 name="Google Shape;2243;p55"/>
          <p:cNvGrpSpPr/>
          <p:nvPr/>
        </p:nvGrpSpPr>
        <p:grpSpPr>
          <a:xfrm>
            <a:off x="956107" y="4086708"/>
            <a:ext cx="856348" cy="212039"/>
            <a:chOff x="4411970" y="2233974"/>
            <a:chExt cx="763574" cy="189068"/>
          </a:xfrm>
        </p:grpSpPr>
        <p:sp>
          <p:nvSpPr>
            <p:cNvPr id="2244" name="Google Shape;2244;p55"/>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5"/>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 name="Google Shape;2246;p55"/>
          <p:cNvGrpSpPr/>
          <p:nvPr/>
        </p:nvGrpSpPr>
        <p:grpSpPr>
          <a:xfrm>
            <a:off x="3066303" y="2262044"/>
            <a:ext cx="511602" cy="511602"/>
            <a:chOff x="5681300" y="2527788"/>
            <a:chExt cx="805800" cy="805800"/>
          </a:xfrm>
        </p:grpSpPr>
        <p:sp>
          <p:nvSpPr>
            <p:cNvPr id="2247" name="Google Shape;2247;p55"/>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 name="Google Shape;2249;p55"/>
          <p:cNvGrpSpPr/>
          <p:nvPr/>
        </p:nvGrpSpPr>
        <p:grpSpPr>
          <a:xfrm>
            <a:off x="3063497" y="3028627"/>
            <a:ext cx="513021" cy="512935"/>
            <a:chOff x="4049800" y="640400"/>
            <a:chExt cx="858900" cy="858900"/>
          </a:xfrm>
        </p:grpSpPr>
        <p:sp>
          <p:nvSpPr>
            <p:cNvPr id="2250" name="Google Shape;2250;p55"/>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5"/>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 name="Google Shape;2252;p55"/>
          <p:cNvGrpSpPr/>
          <p:nvPr/>
        </p:nvGrpSpPr>
        <p:grpSpPr>
          <a:xfrm>
            <a:off x="2980696" y="3680519"/>
            <a:ext cx="686489" cy="686585"/>
            <a:chOff x="5080188" y="927900"/>
            <a:chExt cx="961200" cy="961200"/>
          </a:xfrm>
        </p:grpSpPr>
        <p:sp>
          <p:nvSpPr>
            <p:cNvPr id="2253" name="Google Shape;2253;p55"/>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5"/>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5"/>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5"/>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55"/>
          <p:cNvGrpSpPr/>
          <p:nvPr/>
        </p:nvGrpSpPr>
        <p:grpSpPr>
          <a:xfrm>
            <a:off x="3763848" y="3773248"/>
            <a:ext cx="510373" cy="510937"/>
            <a:chOff x="7508249" y="1522825"/>
            <a:chExt cx="1326332" cy="1322987"/>
          </a:xfrm>
        </p:grpSpPr>
        <p:sp>
          <p:nvSpPr>
            <p:cNvPr id="2262" name="Google Shape;2262;p55"/>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5"/>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5"/>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5"/>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5"/>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5"/>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5"/>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5"/>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5"/>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5"/>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 name="Google Shape;2272;p55"/>
          <p:cNvGrpSpPr/>
          <p:nvPr/>
        </p:nvGrpSpPr>
        <p:grpSpPr>
          <a:xfrm>
            <a:off x="4455441" y="3774653"/>
            <a:ext cx="492652" cy="503348"/>
            <a:chOff x="6039282" y="1042577"/>
            <a:chExt cx="734315" cy="731929"/>
          </a:xfrm>
        </p:grpSpPr>
        <p:sp>
          <p:nvSpPr>
            <p:cNvPr id="2273" name="Google Shape;2273;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 name="Google Shape;2294;p55"/>
          <p:cNvGrpSpPr/>
          <p:nvPr/>
        </p:nvGrpSpPr>
        <p:grpSpPr>
          <a:xfrm>
            <a:off x="5095855" y="2270694"/>
            <a:ext cx="483304" cy="504902"/>
            <a:chOff x="1825800" y="1651625"/>
            <a:chExt cx="568125" cy="591775"/>
          </a:xfrm>
        </p:grpSpPr>
        <p:sp>
          <p:nvSpPr>
            <p:cNvPr id="2295" name="Google Shape;2295;p55"/>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5"/>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5"/>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5"/>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5"/>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1" name="Google Shape;2301;p55"/>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5"/>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5"/>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5"/>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308"/>
        <p:cNvGrpSpPr/>
        <p:nvPr/>
      </p:nvGrpSpPr>
      <p:grpSpPr>
        <a:xfrm>
          <a:off x="0" y="0"/>
          <a:ext cx="0" cy="0"/>
          <a:chOff x="0" y="0"/>
          <a:chExt cx="0" cy="0"/>
        </a:xfrm>
      </p:grpSpPr>
      <p:grpSp>
        <p:nvGrpSpPr>
          <p:cNvPr id="2309" name="Google Shape;2309;p56"/>
          <p:cNvGrpSpPr/>
          <p:nvPr/>
        </p:nvGrpSpPr>
        <p:grpSpPr>
          <a:xfrm>
            <a:off x="722059" y="974193"/>
            <a:ext cx="2492868" cy="1379876"/>
            <a:chOff x="2654821" y="2311071"/>
            <a:chExt cx="2279715" cy="1262120"/>
          </a:xfrm>
        </p:grpSpPr>
        <p:grpSp>
          <p:nvGrpSpPr>
            <p:cNvPr id="2310" name="Google Shape;2310;p56"/>
            <p:cNvGrpSpPr/>
            <p:nvPr/>
          </p:nvGrpSpPr>
          <p:grpSpPr>
            <a:xfrm>
              <a:off x="4034269" y="2840745"/>
              <a:ext cx="40212" cy="36437"/>
              <a:chOff x="4293400" y="2574725"/>
              <a:chExt cx="84425" cy="80100"/>
            </a:xfrm>
          </p:grpSpPr>
          <p:sp>
            <p:nvSpPr>
              <p:cNvPr id="2311" name="Google Shape;2311;p5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12" name="Google Shape;2312;p5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3" name="Google Shape;2313;p56"/>
            <p:cNvGrpSpPr/>
            <p:nvPr/>
          </p:nvGrpSpPr>
          <p:grpSpPr>
            <a:xfrm>
              <a:off x="3894606" y="2334874"/>
              <a:ext cx="913198" cy="518984"/>
              <a:chOff x="4000175" y="1462675"/>
              <a:chExt cx="1917275" cy="1140875"/>
            </a:xfrm>
          </p:grpSpPr>
          <p:sp>
            <p:nvSpPr>
              <p:cNvPr id="2314" name="Google Shape;2314;p5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15" name="Google Shape;2315;p56"/>
              <p:cNvGrpSpPr/>
              <p:nvPr/>
            </p:nvGrpSpPr>
            <p:grpSpPr>
              <a:xfrm>
                <a:off x="4000175" y="1462675"/>
                <a:ext cx="1917275" cy="1140875"/>
                <a:chOff x="4000175" y="1462675"/>
                <a:chExt cx="1917275" cy="1140875"/>
              </a:xfrm>
            </p:grpSpPr>
            <p:sp>
              <p:nvSpPr>
                <p:cNvPr id="2316" name="Google Shape;2316;p5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17" name="Google Shape;2317;p5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21" name="Google Shape;2321;p5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22" name="Google Shape;2322;p56"/>
            <p:cNvGrpSpPr/>
            <p:nvPr/>
          </p:nvGrpSpPr>
          <p:grpSpPr>
            <a:xfrm>
              <a:off x="3875768" y="2846704"/>
              <a:ext cx="44796" cy="47366"/>
              <a:chOff x="3960625" y="2587825"/>
              <a:chExt cx="94050" cy="104125"/>
            </a:xfrm>
          </p:grpSpPr>
          <p:sp>
            <p:nvSpPr>
              <p:cNvPr id="2323" name="Google Shape;2323;p5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24" name="Google Shape;2324;p5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5" name="Google Shape;2325;p56"/>
            <p:cNvGrpSpPr/>
            <p:nvPr/>
          </p:nvGrpSpPr>
          <p:grpSpPr>
            <a:xfrm>
              <a:off x="3782759" y="2807162"/>
              <a:ext cx="82686" cy="85487"/>
              <a:chOff x="3765350" y="2500900"/>
              <a:chExt cx="173600" cy="187925"/>
            </a:xfrm>
          </p:grpSpPr>
          <p:sp>
            <p:nvSpPr>
              <p:cNvPr id="2326" name="Google Shape;2326;p5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27" name="Google Shape;2327;p5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56"/>
            <p:cNvGrpSpPr/>
            <p:nvPr/>
          </p:nvGrpSpPr>
          <p:grpSpPr>
            <a:xfrm>
              <a:off x="3775674" y="2798496"/>
              <a:ext cx="40545" cy="23564"/>
              <a:chOff x="3750475" y="2481850"/>
              <a:chExt cx="85125" cy="51800"/>
            </a:xfrm>
          </p:grpSpPr>
          <p:sp>
            <p:nvSpPr>
              <p:cNvPr id="2333" name="Google Shape;2333;p5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35" name="Google Shape;2335;p56"/>
            <p:cNvGrpSpPr/>
            <p:nvPr/>
          </p:nvGrpSpPr>
          <p:grpSpPr>
            <a:xfrm>
              <a:off x="3716946" y="2776024"/>
              <a:ext cx="81971" cy="76912"/>
              <a:chOff x="3627175" y="2432450"/>
              <a:chExt cx="172100" cy="169075"/>
            </a:xfrm>
          </p:grpSpPr>
          <p:sp>
            <p:nvSpPr>
              <p:cNvPr id="2336" name="Google Shape;2336;p5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38" name="Google Shape;2338;p5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39" name="Google Shape;2339;p56"/>
            <p:cNvGrpSpPr/>
            <p:nvPr/>
          </p:nvGrpSpPr>
          <p:grpSpPr>
            <a:xfrm>
              <a:off x="3685682" y="2845624"/>
              <a:ext cx="29311" cy="45055"/>
              <a:chOff x="3561536" y="2585450"/>
              <a:chExt cx="61539" cy="99045"/>
            </a:xfrm>
          </p:grpSpPr>
          <p:sp>
            <p:nvSpPr>
              <p:cNvPr id="2340" name="Google Shape;2340;p5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42" name="Google Shape;2342;p56"/>
            <p:cNvGrpSpPr/>
            <p:nvPr/>
          </p:nvGrpSpPr>
          <p:grpSpPr>
            <a:xfrm>
              <a:off x="3849905" y="2572252"/>
              <a:ext cx="74339" cy="119559"/>
              <a:chOff x="3906325" y="1984500"/>
              <a:chExt cx="156075" cy="262825"/>
            </a:xfrm>
          </p:grpSpPr>
          <p:sp>
            <p:nvSpPr>
              <p:cNvPr id="2343" name="Google Shape;2343;p5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44" name="Google Shape;2344;p5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 name="Google Shape;2345;p56"/>
            <p:cNvGrpSpPr/>
            <p:nvPr/>
          </p:nvGrpSpPr>
          <p:grpSpPr>
            <a:xfrm>
              <a:off x="2654821" y="2414345"/>
              <a:ext cx="667570" cy="558731"/>
              <a:chOff x="1397225" y="1637375"/>
              <a:chExt cx="1401575" cy="1228250"/>
            </a:xfrm>
          </p:grpSpPr>
          <p:sp>
            <p:nvSpPr>
              <p:cNvPr id="2346" name="Google Shape;2346;p5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47" name="Google Shape;2347;p56"/>
              <p:cNvGrpSpPr/>
              <p:nvPr/>
            </p:nvGrpSpPr>
            <p:grpSpPr>
              <a:xfrm>
                <a:off x="1397225" y="1637375"/>
                <a:ext cx="1398775" cy="1228250"/>
                <a:chOff x="1397225" y="1637375"/>
                <a:chExt cx="1398775" cy="1228250"/>
              </a:xfrm>
            </p:grpSpPr>
            <p:sp>
              <p:nvSpPr>
                <p:cNvPr id="2348" name="Google Shape;2348;p5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50" name="Google Shape;2350;p56"/>
            <p:cNvGrpSpPr/>
            <p:nvPr/>
          </p:nvGrpSpPr>
          <p:grpSpPr>
            <a:xfrm>
              <a:off x="3230417" y="3103734"/>
              <a:ext cx="282982" cy="280332"/>
              <a:chOff x="2605700" y="3152850"/>
              <a:chExt cx="594125" cy="616250"/>
            </a:xfrm>
          </p:grpSpPr>
          <p:sp>
            <p:nvSpPr>
              <p:cNvPr id="2351" name="Google Shape;2351;p5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52" name="Google Shape;2352;p5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353" name="Google Shape;2353;p56"/>
            <p:cNvGrpSpPr/>
            <p:nvPr/>
          </p:nvGrpSpPr>
          <p:grpSpPr>
            <a:xfrm>
              <a:off x="3265985" y="3226989"/>
              <a:ext cx="87151" cy="346202"/>
              <a:chOff x="2680375" y="3423800"/>
              <a:chExt cx="182975" cy="761050"/>
            </a:xfrm>
          </p:grpSpPr>
          <p:sp>
            <p:nvSpPr>
              <p:cNvPr id="2354" name="Google Shape;2354;p5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55" name="Google Shape;2355;p5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 name="Google Shape;2356;p56"/>
            <p:cNvGrpSpPr/>
            <p:nvPr/>
          </p:nvGrpSpPr>
          <p:grpSpPr>
            <a:xfrm>
              <a:off x="3855466" y="3289811"/>
              <a:ext cx="112514" cy="94210"/>
              <a:chOff x="3918000" y="3561900"/>
              <a:chExt cx="236225" cy="207100"/>
            </a:xfrm>
          </p:grpSpPr>
          <p:sp>
            <p:nvSpPr>
              <p:cNvPr id="2357" name="Google Shape;2357;p5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58" name="Google Shape;2358;p5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9" name="Google Shape;2359;p5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362" name="Google Shape;2362;p56"/>
            <p:cNvGrpSpPr/>
            <p:nvPr/>
          </p:nvGrpSpPr>
          <p:grpSpPr>
            <a:xfrm>
              <a:off x="2905224" y="2311071"/>
              <a:ext cx="596721" cy="528992"/>
              <a:chOff x="1922950" y="1410350"/>
              <a:chExt cx="1252825" cy="1162875"/>
            </a:xfrm>
          </p:grpSpPr>
          <p:sp>
            <p:nvSpPr>
              <p:cNvPr id="2363" name="Google Shape;2363;p5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379" name="Google Shape;2379;p5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399" name="Google Shape;2399;p5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00" name="Google Shape;2400;p5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1" name="Google Shape;2401;p56"/>
            <p:cNvGrpSpPr/>
            <p:nvPr/>
          </p:nvGrpSpPr>
          <p:grpSpPr>
            <a:xfrm>
              <a:off x="3280929" y="3294542"/>
              <a:ext cx="109894" cy="272224"/>
              <a:chOff x="2711750" y="3572300"/>
              <a:chExt cx="230725" cy="598425"/>
            </a:xfrm>
          </p:grpSpPr>
          <p:sp>
            <p:nvSpPr>
              <p:cNvPr id="2402" name="Google Shape;2402;p5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4" name="Google Shape;2404;p5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5" name="Google Shape;2405;p56"/>
            <p:cNvGrpSpPr/>
            <p:nvPr/>
          </p:nvGrpSpPr>
          <p:grpSpPr>
            <a:xfrm>
              <a:off x="3790439" y="2408636"/>
              <a:ext cx="73017" cy="75684"/>
              <a:chOff x="3781475" y="1624825"/>
              <a:chExt cx="153300" cy="166375"/>
            </a:xfrm>
          </p:grpSpPr>
          <p:sp>
            <p:nvSpPr>
              <p:cNvPr id="2406" name="Google Shape;2406;p5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0" name="Google Shape;2410;p5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7" name="Google Shape;2417;p56"/>
            <p:cNvGrpSpPr/>
            <p:nvPr/>
          </p:nvGrpSpPr>
          <p:grpSpPr>
            <a:xfrm>
              <a:off x="4403342" y="3107749"/>
              <a:ext cx="316680" cy="101374"/>
              <a:chOff x="5068275" y="3161675"/>
              <a:chExt cx="664875" cy="222850"/>
            </a:xfrm>
          </p:grpSpPr>
          <p:sp>
            <p:nvSpPr>
              <p:cNvPr id="2418" name="Google Shape;2418;p5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2" name="Google Shape;2422;p5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1" name="Google Shape;2451;p56"/>
            <p:cNvGrpSpPr/>
            <p:nvPr/>
          </p:nvGrpSpPr>
          <p:grpSpPr>
            <a:xfrm>
              <a:off x="3697513" y="2707266"/>
              <a:ext cx="59549" cy="79733"/>
              <a:chOff x="3586375" y="2281300"/>
              <a:chExt cx="125025" cy="175275"/>
            </a:xfrm>
          </p:grpSpPr>
          <p:sp>
            <p:nvSpPr>
              <p:cNvPr id="2452" name="Google Shape;2452;p5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4" name="Google Shape;2454;p5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5" name="Google Shape;2455;p56"/>
            <p:cNvGrpSpPr/>
            <p:nvPr/>
          </p:nvGrpSpPr>
          <p:grpSpPr>
            <a:xfrm>
              <a:off x="4513224" y="3221724"/>
              <a:ext cx="274563" cy="280321"/>
              <a:chOff x="5298975" y="3412225"/>
              <a:chExt cx="576450" cy="616225"/>
            </a:xfrm>
          </p:grpSpPr>
          <p:sp>
            <p:nvSpPr>
              <p:cNvPr id="2456" name="Google Shape;2456;p5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57" name="Google Shape;2457;p5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 name="Google Shape;2458;p56"/>
            <p:cNvGrpSpPr/>
            <p:nvPr/>
          </p:nvGrpSpPr>
          <p:grpSpPr>
            <a:xfrm>
              <a:off x="4824403" y="3421846"/>
              <a:ext cx="110132" cy="130647"/>
              <a:chOff x="5952300" y="3852150"/>
              <a:chExt cx="231225" cy="287200"/>
            </a:xfrm>
          </p:grpSpPr>
          <p:sp>
            <p:nvSpPr>
              <p:cNvPr id="2459" name="Google Shape;2459;p5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1" name="Google Shape;2461;p5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9" name="Google Shape;2469;p56"/>
            <p:cNvGrpSpPr/>
            <p:nvPr/>
          </p:nvGrpSpPr>
          <p:grpSpPr>
            <a:xfrm>
              <a:off x="4295710" y="3079670"/>
              <a:ext cx="14968" cy="27135"/>
              <a:chOff x="4842300" y="3099950"/>
              <a:chExt cx="31425" cy="59650"/>
            </a:xfrm>
          </p:grpSpPr>
          <p:sp>
            <p:nvSpPr>
              <p:cNvPr id="2470" name="Google Shape;2470;p5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4" name="Google Shape;2474;p5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2" name="Google Shape;2482;p56"/>
            <p:cNvGrpSpPr/>
            <p:nvPr/>
          </p:nvGrpSpPr>
          <p:grpSpPr>
            <a:xfrm>
              <a:off x="3831056" y="2816010"/>
              <a:ext cx="37378" cy="27612"/>
              <a:chOff x="3866750" y="2520350"/>
              <a:chExt cx="78475" cy="60700"/>
            </a:xfrm>
          </p:grpSpPr>
          <p:sp>
            <p:nvSpPr>
              <p:cNvPr id="2483" name="Google Shape;2483;p5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7" name="Google Shape;2487;p5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04" name="Google Shape;2504;p5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16" name="Google Shape;2516;p5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9" name="Google Shape;2529;p56"/>
            <p:cNvGrpSpPr/>
            <p:nvPr/>
          </p:nvGrpSpPr>
          <p:grpSpPr>
            <a:xfrm>
              <a:off x="3632736" y="3051591"/>
              <a:ext cx="63288" cy="45217"/>
              <a:chOff x="3450375" y="3038225"/>
              <a:chExt cx="132875" cy="99400"/>
            </a:xfrm>
          </p:grpSpPr>
          <p:sp>
            <p:nvSpPr>
              <p:cNvPr id="2530" name="Google Shape;2530;p5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2" name="Google Shape;2532;p5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41" name="Google Shape;2541;p5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51" name="Google Shape;2551;p5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57" name="Google Shape;2557;p5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7" name="Google Shape;2567;p56"/>
          <p:cNvGrpSpPr/>
          <p:nvPr/>
        </p:nvGrpSpPr>
        <p:grpSpPr>
          <a:xfrm>
            <a:off x="719116" y="2869970"/>
            <a:ext cx="2622876" cy="1333540"/>
            <a:chOff x="238125" y="1038125"/>
            <a:chExt cx="7146800" cy="3633625"/>
          </a:xfrm>
        </p:grpSpPr>
        <p:sp>
          <p:nvSpPr>
            <p:cNvPr id="2568" name="Google Shape;2568;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0" name="Google Shape;4140;p56"/>
          <p:cNvGrpSpPr/>
          <p:nvPr/>
        </p:nvGrpSpPr>
        <p:grpSpPr>
          <a:xfrm>
            <a:off x="5834044" y="1012080"/>
            <a:ext cx="2590840" cy="1380235"/>
            <a:chOff x="233350" y="949250"/>
            <a:chExt cx="7137300" cy="3802300"/>
          </a:xfrm>
        </p:grpSpPr>
        <p:sp>
          <p:nvSpPr>
            <p:cNvPr id="4141" name="Google Shape;4141;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2" name="Google Shape;4192;p56"/>
          <p:cNvGrpSpPr/>
          <p:nvPr/>
        </p:nvGrpSpPr>
        <p:grpSpPr>
          <a:xfrm>
            <a:off x="7648473" y="3056853"/>
            <a:ext cx="104231" cy="320340"/>
            <a:chOff x="7564426" y="3224343"/>
            <a:chExt cx="119985" cy="368801"/>
          </a:xfrm>
        </p:grpSpPr>
        <p:sp>
          <p:nvSpPr>
            <p:cNvPr id="4193" name="Google Shape;4193;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5" name="Google Shape;4195;p56"/>
          <p:cNvGrpSpPr/>
          <p:nvPr/>
        </p:nvGrpSpPr>
        <p:grpSpPr>
          <a:xfrm>
            <a:off x="7347962" y="3050954"/>
            <a:ext cx="189489" cy="332132"/>
            <a:chOff x="8370831" y="3202002"/>
            <a:chExt cx="218129" cy="382376"/>
          </a:xfrm>
        </p:grpSpPr>
        <p:sp>
          <p:nvSpPr>
            <p:cNvPr id="4196" name="Google Shape;4196;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8" name="Google Shape;4198;p56"/>
          <p:cNvGrpSpPr/>
          <p:nvPr/>
        </p:nvGrpSpPr>
        <p:grpSpPr>
          <a:xfrm>
            <a:off x="8071351" y="3462086"/>
            <a:ext cx="309429" cy="267000"/>
            <a:chOff x="6742064" y="3750480"/>
            <a:chExt cx="399315" cy="344560"/>
          </a:xfrm>
        </p:grpSpPr>
        <p:sp>
          <p:nvSpPr>
            <p:cNvPr id="4199" name="Google Shape;4199;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1" name="Google Shape;4201;p56"/>
          <p:cNvGrpSpPr/>
          <p:nvPr/>
        </p:nvGrpSpPr>
        <p:grpSpPr>
          <a:xfrm>
            <a:off x="7610370" y="3813134"/>
            <a:ext cx="180437" cy="281608"/>
            <a:chOff x="7248525" y="3739696"/>
            <a:chExt cx="230531" cy="359790"/>
          </a:xfrm>
        </p:grpSpPr>
        <p:sp>
          <p:nvSpPr>
            <p:cNvPr id="4202" name="Google Shape;4202;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4" name="Google Shape;4204;p56"/>
          <p:cNvGrpSpPr/>
          <p:nvPr/>
        </p:nvGrpSpPr>
        <p:grpSpPr>
          <a:xfrm>
            <a:off x="7856289" y="3456358"/>
            <a:ext cx="162896" cy="278710"/>
            <a:chOff x="7601242" y="3729267"/>
            <a:chExt cx="222566" cy="380803"/>
          </a:xfrm>
        </p:grpSpPr>
        <p:sp>
          <p:nvSpPr>
            <p:cNvPr id="4205" name="Google Shape;4205;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7" name="Google Shape;4207;p56"/>
          <p:cNvSpPr/>
          <p:nvPr/>
        </p:nvSpPr>
        <p:spPr>
          <a:xfrm>
            <a:off x="7822315" y="306871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8" name="Google Shape;4208;p56"/>
          <p:cNvGrpSpPr/>
          <p:nvPr/>
        </p:nvGrpSpPr>
        <p:grpSpPr>
          <a:xfrm>
            <a:off x="7345935" y="3457498"/>
            <a:ext cx="193543" cy="275990"/>
            <a:chOff x="8304647" y="3738687"/>
            <a:chExt cx="225076" cy="320956"/>
          </a:xfrm>
        </p:grpSpPr>
        <p:sp>
          <p:nvSpPr>
            <p:cNvPr id="4209" name="Google Shape;4209;p5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2" name="Google Shape;4212;p56"/>
          <p:cNvGrpSpPr/>
          <p:nvPr/>
        </p:nvGrpSpPr>
        <p:grpSpPr>
          <a:xfrm>
            <a:off x="7618427" y="3457498"/>
            <a:ext cx="178492" cy="275990"/>
            <a:chOff x="8615101" y="3738687"/>
            <a:chExt cx="207573" cy="320956"/>
          </a:xfrm>
        </p:grpSpPr>
        <p:sp>
          <p:nvSpPr>
            <p:cNvPr id="4213" name="Google Shape;4213;p5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6" name="Google Shape;4216;p56"/>
          <p:cNvSpPr/>
          <p:nvPr/>
        </p:nvSpPr>
        <p:spPr>
          <a:xfrm>
            <a:off x="8114867" y="3047381"/>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7" name="Google Shape;4217;p56"/>
          <p:cNvGrpSpPr/>
          <p:nvPr/>
        </p:nvGrpSpPr>
        <p:grpSpPr>
          <a:xfrm>
            <a:off x="6013132" y="3578986"/>
            <a:ext cx="557671" cy="511283"/>
            <a:chOff x="6015419" y="3716859"/>
            <a:chExt cx="557671" cy="511283"/>
          </a:xfrm>
        </p:grpSpPr>
        <p:sp>
          <p:nvSpPr>
            <p:cNvPr id="4218" name="Google Shape;4218;p5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9" name="Google Shape;4219;p56"/>
            <p:cNvGrpSpPr/>
            <p:nvPr/>
          </p:nvGrpSpPr>
          <p:grpSpPr>
            <a:xfrm>
              <a:off x="6036094" y="3716980"/>
              <a:ext cx="529860" cy="510468"/>
              <a:chOff x="6036094" y="3716980"/>
              <a:chExt cx="529860" cy="510468"/>
            </a:xfrm>
          </p:grpSpPr>
          <p:sp>
            <p:nvSpPr>
              <p:cNvPr id="4220" name="Google Shape;4220;p5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30" name="Google Shape;4230;p56"/>
          <p:cNvGrpSpPr/>
          <p:nvPr/>
        </p:nvGrpSpPr>
        <p:grpSpPr>
          <a:xfrm>
            <a:off x="6642017" y="2935755"/>
            <a:ext cx="576302" cy="511871"/>
            <a:chOff x="6644304" y="3073628"/>
            <a:chExt cx="576302" cy="511871"/>
          </a:xfrm>
        </p:grpSpPr>
        <p:sp>
          <p:nvSpPr>
            <p:cNvPr id="4231" name="Google Shape;4231;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2" name="Google Shape;4232;p56"/>
            <p:cNvGrpSpPr/>
            <p:nvPr/>
          </p:nvGrpSpPr>
          <p:grpSpPr>
            <a:xfrm>
              <a:off x="6712169" y="3085440"/>
              <a:ext cx="481622" cy="494913"/>
              <a:chOff x="6712169" y="3085440"/>
              <a:chExt cx="481622" cy="494913"/>
            </a:xfrm>
          </p:grpSpPr>
          <p:sp>
            <p:nvSpPr>
              <p:cNvPr id="4233" name="Google Shape;4233;p5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8" name="Google Shape;4238;p5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1" name="Google Shape;4241;p56"/>
          <p:cNvSpPr/>
          <p:nvPr/>
        </p:nvSpPr>
        <p:spPr>
          <a:xfrm>
            <a:off x="6986052" y="2952384"/>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2" name="Google Shape;4242;p56"/>
          <p:cNvGrpSpPr/>
          <p:nvPr/>
        </p:nvGrpSpPr>
        <p:grpSpPr>
          <a:xfrm>
            <a:off x="6649868" y="3578750"/>
            <a:ext cx="560631" cy="511352"/>
            <a:chOff x="6652154" y="3716623"/>
            <a:chExt cx="560631" cy="511352"/>
          </a:xfrm>
        </p:grpSpPr>
        <p:sp>
          <p:nvSpPr>
            <p:cNvPr id="4243" name="Google Shape;4243;p5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4" name="Google Shape;4244;p56"/>
            <p:cNvGrpSpPr/>
            <p:nvPr/>
          </p:nvGrpSpPr>
          <p:grpSpPr>
            <a:xfrm>
              <a:off x="6669657" y="3716715"/>
              <a:ext cx="466779" cy="464290"/>
              <a:chOff x="6669657" y="3716715"/>
              <a:chExt cx="466779" cy="464290"/>
            </a:xfrm>
          </p:grpSpPr>
          <p:sp>
            <p:nvSpPr>
              <p:cNvPr id="4245" name="Google Shape;4245;p5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58" name="Google Shape;4258;p56"/>
          <p:cNvGrpSpPr/>
          <p:nvPr/>
        </p:nvGrpSpPr>
        <p:grpSpPr>
          <a:xfrm>
            <a:off x="7843959" y="3860159"/>
            <a:ext cx="187557" cy="187557"/>
            <a:chOff x="8565775" y="671075"/>
            <a:chExt cx="441000" cy="441000"/>
          </a:xfrm>
        </p:grpSpPr>
        <p:sp>
          <p:nvSpPr>
            <p:cNvPr id="4259" name="Google Shape;4259;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61" name="Google Shape;4261;p56"/>
          <p:cNvSpPr/>
          <p:nvPr/>
        </p:nvSpPr>
        <p:spPr>
          <a:xfrm>
            <a:off x="8145173" y="3856079"/>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flipH="1">
            <a:off x="7353412" y="382253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3" name="Google Shape;4263;p56"/>
          <p:cNvGrpSpPr/>
          <p:nvPr/>
        </p:nvGrpSpPr>
        <p:grpSpPr>
          <a:xfrm>
            <a:off x="5997814" y="2938377"/>
            <a:ext cx="587871" cy="512373"/>
            <a:chOff x="6000100" y="3076250"/>
            <a:chExt cx="587871" cy="512373"/>
          </a:xfrm>
        </p:grpSpPr>
        <p:sp>
          <p:nvSpPr>
            <p:cNvPr id="4264" name="Google Shape;4264;p5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5" name="Google Shape;4265;p56"/>
            <p:cNvGrpSpPr/>
            <p:nvPr/>
          </p:nvGrpSpPr>
          <p:grpSpPr>
            <a:xfrm>
              <a:off x="6031360" y="3076713"/>
              <a:ext cx="539107" cy="480965"/>
              <a:chOff x="6031360" y="3076713"/>
              <a:chExt cx="539107" cy="480965"/>
            </a:xfrm>
          </p:grpSpPr>
          <p:sp>
            <p:nvSpPr>
              <p:cNvPr id="4266" name="Google Shape;4266;p5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73" name="Google Shape;4273;p56"/>
          <p:cNvGrpSpPr/>
          <p:nvPr/>
        </p:nvGrpSpPr>
        <p:grpSpPr>
          <a:xfrm>
            <a:off x="3416805" y="919691"/>
            <a:ext cx="2310381" cy="1488888"/>
            <a:chOff x="229225" y="549050"/>
            <a:chExt cx="7161750" cy="4615275"/>
          </a:xfrm>
        </p:grpSpPr>
        <p:sp>
          <p:nvSpPr>
            <p:cNvPr id="4274" name="Google Shape;4274;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1" name="Google Shape;4391;p56"/>
          <p:cNvGrpSpPr/>
          <p:nvPr/>
        </p:nvGrpSpPr>
        <p:grpSpPr>
          <a:xfrm>
            <a:off x="3514723" y="2849588"/>
            <a:ext cx="2310282" cy="1374222"/>
            <a:chOff x="238125" y="732525"/>
            <a:chExt cx="7130500" cy="4241425"/>
          </a:xfrm>
        </p:grpSpPr>
        <p:sp>
          <p:nvSpPr>
            <p:cNvPr id="4392" name="Google Shape;4392;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4509"/>
        <p:cNvGrpSpPr/>
        <p:nvPr/>
      </p:nvGrpSpPr>
      <p:grpSpPr>
        <a:xfrm>
          <a:off x="0" y="0"/>
          <a:ext cx="0" cy="0"/>
          <a:chOff x="0" y="0"/>
          <a:chExt cx="0" cy="0"/>
        </a:xfrm>
      </p:grpSpPr>
      <p:grpSp>
        <p:nvGrpSpPr>
          <p:cNvPr id="4510" name="Google Shape;4510;p57"/>
          <p:cNvGrpSpPr/>
          <p:nvPr/>
        </p:nvGrpSpPr>
        <p:grpSpPr>
          <a:xfrm>
            <a:off x="725414" y="969763"/>
            <a:ext cx="2507799" cy="206239"/>
            <a:chOff x="106648" y="895722"/>
            <a:chExt cx="4481413" cy="374300"/>
          </a:xfrm>
        </p:grpSpPr>
        <p:grpSp>
          <p:nvGrpSpPr>
            <p:cNvPr id="4511" name="Google Shape;4511;p57"/>
            <p:cNvGrpSpPr/>
            <p:nvPr/>
          </p:nvGrpSpPr>
          <p:grpSpPr>
            <a:xfrm>
              <a:off x="2233276" y="895722"/>
              <a:ext cx="1082667" cy="223591"/>
              <a:chOff x="4808316" y="2800065"/>
              <a:chExt cx="1999386" cy="412910"/>
            </a:xfrm>
          </p:grpSpPr>
          <p:sp>
            <p:nvSpPr>
              <p:cNvPr id="4512" name="Google Shape;4512;p5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13" name="Google Shape;4513;p57"/>
              <p:cNvGrpSpPr/>
              <p:nvPr/>
            </p:nvGrpSpPr>
            <p:grpSpPr>
              <a:xfrm>
                <a:off x="4808316" y="2800065"/>
                <a:ext cx="92400" cy="411825"/>
                <a:chOff x="845575" y="2563700"/>
                <a:chExt cx="92400" cy="411825"/>
              </a:xfrm>
            </p:grpSpPr>
            <p:cxnSp>
              <p:nvCxnSpPr>
                <p:cNvPr id="4514" name="Google Shape;451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15" name="Google Shape;451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16" name="Google Shape;4516;p57"/>
            <p:cNvGrpSpPr/>
            <p:nvPr/>
          </p:nvGrpSpPr>
          <p:grpSpPr>
            <a:xfrm>
              <a:off x="106648" y="895722"/>
              <a:ext cx="1088401" cy="223591"/>
              <a:chOff x="881025" y="2800065"/>
              <a:chExt cx="2009975" cy="412910"/>
            </a:xfrm>
          </p:grpSpPr>
          <p:sp>
            <p:nvSpPr>
              <p:cNvPr id="4517" name="Google Shape;4517;p5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18" name="Google Shape;4518;p57"/>
              <p:cNvGrpSpPr/>
              <p:nvPr/>
            </p:nvGrpSpPr>
            <p:grpSpPr>
              <a:xfrm>
                <a:off x="881025" y="2800065"/>
                <a:ext cx="92400" cy="411825"/>
                <a:chOff x="845575" y="2563700"/>
                <a:chExt cx="92400" cy="411825"/>
              </a:xfrm>
            </p:grpSpPr>
            <p:cxnSp>
              <p:nvCxnSpPr>
                <p:cNvPr id="4519" name="Google Shape;4519;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20" name="Google Shape;4520;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21" name="Google Shape;4521;p57"/>
            <p:cNvGrpSpPr/>
            <p:nvPr/>
          </p:nvGrpSpPr>
          <p:grpSpPr>
            <a:xfrm>
              <a:off x="1172346" y="1047018"/>
              <a:ext cx="1083151" cy="223003"/>
              <a:chOff x="2849073" y="3079467"/>
              <a:chExt cx="2000279" cy="411825"/>
            </a:xfrm>
          </p:grpSpPr>
          <p:sp>
            <p:nvSpPr>
              <p:cNvPr id="4522" name="Google Shape;4522;p5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3" name="Google Shape;4523;p57"/>
              <p:cNvGrpSpPr/>
              <p:nvPr/>
            </p:nvGrpSpPr>
            <p:grpSpPr>
              <a:xfrm rot="10800000">
                <a:off x="2849073" y="3079467"/>
                <a:ext cx="92400" cy="411825"/>
                <a:chOff x="2070100" y="2563700"/>
                <a:chExt cx="92400" cy="411825"/>
              </a:xfrm>
            </p:grpSpPr>
            <p:cxnSp>
              <p:nvCxnSpPr>
                <p:cNvPr id="4524" name="Google Shape;452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25" name="Google Shape;452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26" name="Google Shape;4526;p57"/>
            <p:cNvGrpSpPr/>
            <p:nvPr/>
          </p:nvGrpSpPr>
          <p:grpSpPr>
            <a:xfrm>
              <a:off x="3290132" y="1047018"/>
              <a:ext cx="1297929" cy="223003"/>
              <a:chOff x="6760035" y="3079467"/>
              <a:chExt cx="2396914" cy="411825"/>
            </a:xfrm>
          </p:grpSpPr>
          <p:sp>
            <p:nvSpPr>
              <p:cNvPr id="4527" name="Google Shape;4527;p5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8" name="Google Shape;4528;p57"/>
              <p:cNvGrpSpPr/>
              <p:nvPr/>
            </p:nvGrpSpPr>
            <p:grpSpPr>
              <a:xfrm rot="10800000">
                <a:off x="6760035" y="3079467"/>
                <a:ext cx="92400" cy="411825"/>
                <a:chOff x="2070100" y="2563700"/>
                <a:chExt cx="92400" cy="411825"/>
              </a:xfrm>
            </p:grpSpPr>
            <p:cxnSp>
              <p:nvCxnSpPr>
                <p:cNvPr id="4529" name="Google Shape;45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30" name="Google Shape;45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531" name="Google Shape;4531;p57"/>
          <p:cNvGrpSpPr/>
          <p:nvPr/>
        </p:nvGrpSpPr>
        <p:grpSpPr>
          <a:xfrm>
            <a:off x="2143176" y="3369134"/>
            <a:ext cx="1086701" cy="799429"/>
            <a:chOff x="2183288" y="3555572"/>
            <a:chExt cx="1136241" cy="835873"/>
          </a:xfrm>
        </p:grpSpPr>
        <p:sp>
          <p:nvSpPr>
            <p:cNvPr id="4532" name="Google Shape;4532;p5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3" name="Google Shape;4533;p57"/>
            <p:cNvGrpSpPr/>
            <p:nvPr/>
          </p:nvGrpSpPr>
          <p:grpSpPr>
            <a:xfrm>
              <a:off x="2205895" y="3637269"/>
              <a:ext cx="1089848" cy="724993"/>
              <a:chOff x="2205895" y="3637269"/>
              <a:chExt cx="1089848" cy="724993"/>
            </a:xfrm>
          </p:grpSpPr>
          <p:sp>
            <p:nvSpPr>
              <p:cNvPr id="4534" name="Google Shape;4534;p5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0" name="Google Shape;4540;p5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41" name="Google Shape;4541;p5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542" name="Google Shape;4542;p57"/>
            <p:cNvGrpSpPr/>
            <p:nvPr/>
          </p:nvGrpSpPr>
          <p:grpSpPr>
            <a:xfrm>
              <a:off x="3173850" y="3779426"/>
              <a:ext cx="145679" cy="70048"/>
              <a:chOff x="3173850" y="3779426"/>
              <a:chExt cx="145679" cy="70048"/>
            </a:xfrm>
          </p:grpSpPr>
          <p:cxnSp>
            <p:nvCxnSpPr>
              <p:cNvPr id="4543" name="Google Shape;4543;p5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544" name="Google Shape;4544;p5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5" name="Google Shape;4545;p57"/>
            <p:cNvGrpSpPr/>
            <p:nvPr/>
          </p:nvGrpSpPr>
          <p:grpSpPr>
            <a:xfrm>
              <a:off x="2183288" y="4139483"/>
              <a:ext cx="145133" cy="70048"/>
              <a:chOff x="2183288" y="4139483"/>
              <a:chExt cx="145133" cy="70048"/>
            </a:xfrm>
          </p:grpSpPr>
          <p:cxnSp>
            <p:nvCxnSpPr>
              <p:cNvPr id="4546" name="Google Shape;4546;p5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547" name="Google Shape;4547;p5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8" name="Google Shape;4548;p5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49" name="Google Shape;4549;p5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550" name="Google Shape;4550;p57"/>
            <p:cNvGrpSpPr/>
            <p:nvPr/>
          </p:nvGrpSpPr>
          <p:grpSpPr>
            <a:xfrm>
              <a:off x="2943836" y="4268886"/>
              <a:ext cx="60717" cy="122559"/>
              <a:chOff x="2943836" y="4268886"/>
              <a:chExt cx="60717" cy="122559"/>
            </a:xfrm>
          </p:grpSpPr>
          <p:sp>
            <p:nvSpPr>
              <p:cNvPr id="4551" name="Google Shape;4551;p5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52" name="Google Shape;4552;p5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553" name="Google Shape;4553;p57"/>
          <p:cNvGrpSpPr/>
          <p:nvPr/>
        </p:nvGrpSpPr>
        <p:grpSpPr>
          <a:xfrm>
            <a:off x="3406121" y="1290134"/>
            <a:ext cx="1675870" cy="758251"/>
            <a:chOff x="3530532" y="1496185"/>
            <a:chExt cx="1562000" cy="706730"/>
          </a:xfrm>
        </p:grpSpPr>
        <p:cxnSp>
          <p:nvCxnSpPr>
            <p:cNvPr id="4554" name="Google Shape;4554;p5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555" name="Google Shape;4555;p57"/>
            <p:cNvGrpSpPr/>
            <p:nvPr/>
          </p:nvGrpSpPr>
          <p:grpSpPr>
            <a:xfrm>
              <a:off x="3530532" y="1496185"/>
              <a:ext cx="323430" cy="463587"/>
              <a:chOff x="3530532" y="1496185"/>
              <a:chExt cx="323430" cy="463587"/>
            </a:xfrm>
          </p:grpSpPr>
          <p:grpSp>
            <p:nvGrpSpPr>
              <p:cNvPr id="4556" name="Google Shape;4556;p57"/>
              <p:cNvGrpSpPr/>
              <p:nvPr/>
            </p:nvGrpSpPr>
            <p:grpSpPr>
              <a:xfrm>
                <a:off x="3567462" y="1496185"/>
                <a:ext cx="286500" cy="361376"/>
                <a:chOff x="3567462" y="1496185"/>
                <a:chExt cx="286500" cy="361376"/>
              </a:xfrm>
            </p:grpSpPr>
            <p:cxnSp>
              <p:nvCxnSpPr>
                <p:cNvPr id="4557" name="Google Shape;4557;p5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558" name="Google Shape;4558;p5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59" name="Google Shape;4559;p5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0" name="Google Shape;4560;p57"/>
            <p:cNvGrpSpPr/>
            <p:nvPr/>
          </p:nvGrpSpPr>
          <p:grpSpPr>
            <a:xfrm>
              <a:off x="3891569" y="1779209"/>
              <a:ext cx="323945" cy="423706"/>
              <a:chOff x="3891569" y="1779209"/>
              <a:chExt cx="323945" cy="423706"/>
            </a:xfrm>
          </p:grpSpPr>
          <p:grpSp>
            <p:nvGrpSpPr>
              <p:cNvPr id="4561" name="Google Shape;4561;p57"/>
              <p:cNvGrpSpPr/>
              <p:nvPr/>
            </p:nvGrpSpPr>
            <p:grpSpPr>
              <a:xfrm>
                <a:off x="3929014" y="1881638"/>
                <a:ext cx="286500" cy="321278"/>
                <a:chOff x="3929014" y="1881638"/>
                <a:chExt cx="286500" cy="321278"/>
              </a:xfrm>
            </p:grpSpPr>
            <p:cxnSp>
              <p:nvCxnSpPr>
                <p:cNvPr id="4562" name="Google Shape;4562;p5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563" name="Google Shape;4563;p5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4" name="Google Shape;4564;p5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5" name="Google Shape;4565;p57"/>
            <p:cNvGrpSpPr/>
            <p:nvPr/>
          </p:nvGrpSpPr>
          <p:grpSpPr>
            <a:xfrm>
              <a:off x="4252606" y="1496185"/>
              <a:ext cx="324721" cy="463587"/>
              <a:chOff x="4252606" y="1496185"/>
              <a:chExt cx="324721" cy="463587"/>
            </a:xfrm>
          </p:grpSpPr>
          <p:grpSp>
            <p:nvGrpSpPr>
              <p:cNvPr id="4566" name="Google Shape;4566;p57"/>
              <p:cNvGrpSpPr/>
              <p:nvPr/>
            </p:nvGrpSpPr>
            <p:grpSpPr>
              <a:xfrm>
                <a:off x="4290828" y="1496185"/>
                <a:ext cx="286500" cy="361376"/>
                <a:chOff x="4290828" y="1496185"/>
                <a:chExt cx="286500" cy="361376"/>
              </a:xfrm>
            </p:grpSpPr>
            <p:cxnSp>
              <p:nvCxnSpPr>
                <p:cNvPr id="4567" name="Google Shape;4567;p5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568" name="Google Shape;4568;p5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9" name="Google Shape;4569;p5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0" name="Google Shape;4570;p57"/>
            <p:cNvGrpSpPr/>
            <p:nvPr/>
          </p:nvGrpSpPr>
          <p:grpSpPr>
            <a:xfrm>
              <a:off x="4613643" y="1763716"/>
              <a:ext cx="325308" cy="439200"/>
              <a:chOff x="4613643" y="1763716"/>
              <a:chExt cx="325308" cy="439200"/>
            </a:xfrm>
          </p:grpSpPr>
          <p:grpSp>
            <p:nvGrpSpPr>
              <p:cNvPr id="4571" name="Google Shape;4571;p57"/>
              <p:cNvGrpSpPr/>
              <p:nvPr/>
            </p:nvGrpSpPr>
            <p:grpSpPr>
              <a:xfrm>
                <a:off x="4652451" y="1879538"/>
                <a:ext cx="286500" cy="323378"/>
                <a:chOff x="4652451" y="1879538"/>
                <a:chExt cx="286500" cy="323378"/>
              </a:xfrm>
            </p:grpSpPr>
            <p:cxnSp>
              <p:nvCxnSpPr>
                <p:cNvPr id="4572" name="Google Shape;4572;p5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573" name="Google Shape;4573;p5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4" name="Google Shape;4574;p5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75" name="Google Shape;4575;p57"/>
          <p:cNvGrpSpPr/>
          <p:nvPr/>
        </p:nvGrpSpPr>
        <p:grpSpPr>
          <a:xfrm>
            <a:off x="3417981" y="2143759"/>
            <a:ext cx="1652173" cy="391517"/>
            <a:chOff x="3512551" y="2358270"/>
            <a:chExt cx="1597383" cy="378533"/>
          </a:xfrm>
        </p:grpSpPr>
        <p:cxnSp>
          <p:nvCxnSpPr>
            <p:cNvPr id="4576" name="Google Shape;4576;p57"/>
            <p:cNvCxnSpPr>
              <a:stCxn id="4577" idx="6"/>
              <a:endCxn id="457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579" name="Google Shape;4579;p57"/>
            <p:cNvGrpSpPr/>
            <p:nvPr/>
          </p:nvGrpSpPr>
          <p:grpSpPr>
            <a:xfrm>
              <a:off x="3512551" y="2358270"/>
              <a:ext cx="225647" cy="307714"/>
              <a:chOff x="2182679" y="2004714"/>
              <a:chExt cx="792300" cy="1080458"/>
            </a:xfrm>
          </p:grpSpPr>
          <p:cxnSp>
            <p:nvCxnSpPr>
              <p:cNvPr id="4580" name="Google Shape;4580;p57"/>
              <p:cNvCxnSpPr>
                <a:stCxn id="458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577" name="Google Shape;4577;p5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2" name="Google Shape;4582;p57"/>
            <p:cNvGrpSpPr/>
            <p:nvPr/>
          </p:nvGrpSpPr>
          <p:grpSpPr>
            <a:xfrm>
              <a:off x="3969644" y="2440153"/>
              <a:ext cx="225853" cy="296651"/>
              <a:chOff x="3775710" y="1729289"/>
              <a:chExt cx="136500" cy="179289"/>
            </a:xfrm>
          </p:grpSpPr>
          <p:cxnSp>
            <p:nvCxnSpPr>
              <p:cNvPr id="4583" name="Google Shape;4583;p5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584" name="Google Shape;4584;p5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6" name="Google Shape;4586;p57"/>
            <p:cNvGrpSpPr/>
            <p:nvPr/>
          </p:nvGrpSpPr>
          <p:grpSpPr>
            <a:xfrm>
              <a:off x="4427051" y="2358270"/>
              <a:ext cx="225647" cy="307714"/>
              <a:chOff x="5393704" y="2004714"/>
              <a:chExt cx="792300" cy="1080458"/>
            </a:xfrm>
          </p:grpSpPr>
          <p:cxnSp>
            <p:nvCxnSpPr>
              <p:cNvPr id="4587" name="Google Shape;4587;p57"/>
              <p:cNvCxnSpPr>
                <a:stCxn id="458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589" name="Google Shape;4589;p5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0" name="Google Shape;4590;p57"/>
            <p:cNvGrpSpPr/>
            <p:nvPr/>
          </p:nvGrpSpPr>
          <p:grpSpPr>
            <a:xfrm>
              <a:off x="4884287" y="2440252"/>
              <a:ext cx="225647" cy="296532"/>
              <a:chOff x="6999166" y="2292572"/>
              <a:chExt cx="792300" cy="1041192"/>
            </a:xfrm>
          </p:grpSpPr>
          <p:cxnSp>
            <p:nvCxnSpPr>
              <p:cNvPr id="4591" name="Google Shape;4591;p5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578" name="Google Shape;4578;p5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93" name="Google Shape;4593;p57"/>
          <p:cNvGrpSpPr/>
          <p:nvPr/>
        </p:nvGrpSpPr>
        <p:grpSpPr>
          <a:xfrm>
            <a:off x="6838789" y="979959"/>
            <a:ext cx="1581844" cy="732818"/>
            <a:chOff x="634175" y="2986275"/>
            <a:chExt cx="3147949" cy="1458344"/>
          </a:xfrm>
        </p:grpSpPr>
        <p:cxnSp>
          <p:nvCxnSpPr>
            <p:cNvPr id="4594" name="Google Shape;4594;p57"/>
            <p:cNvCxnSpPr>
              <a:stCxn id="4595" idx="4"/>
              <a:endCxn id="459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597" name="Google Shape;4597;p57"/>
            <p:cNvCxnSpPr>
              <a:stCxn id="4596" idx="0"/>
              <a:endCxn id="459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599" name="Google Shape;4599;p57"/>
            <p:cNvCxnSpPr>
              <a:stCxn id="4598" idx="4"/>
              <a:endCxn id="460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601" name="Google Shape;4601;p57"/>
            <p:cNvCxnSpPr>
              <a:stCxn id="4600" idx="0"/>
              <a:endCxn id="460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602" name="Google Shape;4602;p5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98" name="Google Shape;4598;p5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95" name="Google Shape;4595;p5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600" name="Google Shape;4600;p5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96" name="Google Shape;4596;p5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603" name="Google Shape;4603;p57"/>
          <p:cNvGrpSpPr/>
          <p:nvPr/>
        </p:nvGrpSpPr>
        <p:grpSpPr>
          <a:xfrm>
            <a:off x="3406504" y="2674269"/>
            <a:ext cx="1675128" cy="313674"/>
            <a:chOff x="998425" y="1182125"/>
            <a:chExt cx="1065400" cy="199500"/>
          </a:xfrm>
        </p:grpSpPr>
        <p:sp>
          <p:nvSpPr>
            <p:cNvPr id="4604" name="Google Shape;4604;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9" name="Google Shape;4609;p57"/>
          <p:cNvGrpSpPr/>
          <p:nvPr/>
        </p:nvGrpSpPr>
        <p:grpSpPr>
          <a:xfrm>
            <a:off x="3406503" y="3630235"/>
            <a:ext cx="1675129" cy="525345"/>
            <a:chOff x="5194708" y="3484366"/>
            <a:chExt cx="3148148" cy="987304"/>
          </a:xfrm>
        </p:grpSpPr>
        <p:grpSp>
          <p:nvGrpSpPr>
            <p:cNvPr id="4610" name="Google Shape;4610;p57"/>
            <p:cNvGrpSpPr/>
            <p:nvPr/>
          </p:nvGrpSpPr>
          <p:grpSpPr>
            <a:xfrm>
              <a:off x="7531521" y="3484366"/>
              <a:ext cx="811335" cy="987304"/>
              <a:chOff x="3379425" y="1617275"/>
              <a:chExt cx="1090650" cy="1327200"/>
            </a:xfrm>
          </p:grpSpPr>
          <p:sp>
            <p:nvSpPr>
              <p:cNvPr id="4611" name="Google Shape;4611;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4" name="Google Shape;4614;p57"/>
            <p:cNvGrpSpPr/>
            <p:nvPr/>
          </p:nvGrpSpPr>
          <p:grpSpPr>
            <a:xfrm>
              <a:off x="6752546" y="3484366"/>
              <a:ext cx="811428" cy="987304"/>
              <a:chOff x="2332275" y="1617275"/>
              <a:chExt cx="1090775" cy="1327200"/>
            </a:xfrm>
          </p:grpSpPr>
          <p:sp>
            <p:nvSpPr>
              <p:cNvPr id="4615" name="Google Shape;4615;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8" name="Google Shape;4618;p57"/>
            <p:cNvGrpSpPr/>
            <p:nvPr/>
          </p:nvGrpSpPr>
          <p:grpSpPr>
            <a:xfrm>
              <a:off x="5973664" y="3484366"/>
              <a:ext cx="811335" cy="987304"/>
              <a:chOff x="1285250" y="1617275"/>
              <a:chExt cx="1090650" cy="1327200"/>
            </a:xfrm>
          </p:grpSpPr>
          <p:sp>
            <p:nvSpPr>
              <p:cNvPr id="4619" name="Google Shape;4619;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2" name="Google Shape;4622;p57"/>
            <p:cNvGrpSpPr/>
            <p:nvPr/>
          </p:nvGrpSpPr>
          <p:grpSpPr>
            <a:xfrm>
              <a:off x="5194708" y="3484366"/>
              <a:ext cx="811409" cy="987304"/>
              <a:chOff x="238125" y="1617275"/>
              <a:chExt cx="1090750" cy="1327200"/>
            </a:xfrm>
          </p:grpSpPr>
          <p:sp>
            <p:nvSpPr>
              <p:cNvPr id="4623" name="Google Shape;4623;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26" name="Google Shape;4626;p57"/>
          <p:cNvGrpSpPr/>
          <p:nvPr/>
        </p:nvGrpSpPr>
        <p:grpSpPr>
          <a:xfrm>
            <a:off x="6840188" y="2276124"/>
            <a:ext cx="1579046" cy="522230"/>
            <a:chOff x="6853641" y="2534077"/>
            <a:chExt cx="1515545" cy="501229"/>
          </a:xfrm>
        </p:grpSpPr>
        <p:grpSp>
          <p:nvGrpSpPr>
            <p:cNvPr id="4627" name="Google Shape;4627;p57"/>
            <p:cNvGrpSpPr/>
            <p:nvPr/>
          </p:nvGrpSpPr>
          <p:grpSpPr>
            <a:xfrm>
              <a:off x="6853641" y="2618923"/>
              <a:ext cx="1515545" cy="324556"/>
              <a:chOff x="6853641" y="2618923"/>
              <a:chExt cx="1515545" cy="324556"/>
            </a:xfrm>
          </p:grpSpPr>
          <p:sp>
            <p:nvSpPr>
              <p:cNvPr id="4628" name="Google Shape;4628;p5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3" name="Google Shape;4633;p5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8" name="Google Shape;4638;p57"/>
          <p:cNvGrpSpPr/>
          <p:nvPr/>
        </p:nvGrpSpPr>
        <p:grpSpPr>
          <a:xfrm>
            <a:off x="3435080" y="3151165"/>
            <a:ext cx="1617976" cy="346616"/>
            <a:chOff x="1808063" y="4294338"/>
            <a:chExt cx="3370782" cy="721817"/>
          </a:xfrm>
        </p:grpSpPr>
        <p:sp>
          <p:nvSpPr>
            <p:cNvPr id="4639" name="Google Shape;4639;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9" name="Google Shape;4649;p57"/>
          <p:cNvGrpSpPr/>
          <p:nvPr/>
        </p:nvGrpSpPr>
        <p:grpSpPr>
          <a:xfrm>
            <a:off x="5261076" y="3817915"/>
            <a:ext cx="1417067" cy="350605"/>
            <a:chOff x="4234950" y="2101012"/>
            <a:chExt cx="4219974" cy="1044090"/>
          </a:xfrm>
        </p:grpSpPr>
        <p:sp>
          <p:nvSpPr>
            <p:cNvPr id="4650" name="Google Shape;4650;p5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6" name="Google Shape;4666;p57"/>
          <p:cNvGrpSpPr/>
          <p:nvPr/>
        </p:nvGrpSpPr>
        <p:grpSpPr>
          <a:xfrm>
            <a:off x="6836548" y="1808672"/>
            <a:ext cx="1586327" cy="371557"/>
            <a:chOff x="1247650" y="2075423"/>
            <a:chExt cx="6648477" cy="1557238"/>
          </a:xfrm>
        </p:grpSpPr>
        <p:sp>
          <p:nvSpPr>
            <p:cNvPr id="4667" name="Google Shape;466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3" name="Google Shape;4673;p57"/>
          <p:cNvGrpSpPr/>
          <p:nvPr/>
        </p:nvGrpSpPr>
        <p:grpSpPr>
          <a:xfrm>
            <a:off x="5267818" y="961862"/>
            <a:ext cx="1415601" cy="1648533"/>
            <a:chOff x="1839112" y="2209163"/>
            <a:chExt cx="1918159" cy="2233784"/>
          </a:xfrm>
        </p:grpSpPr>
        <p:sp>
          <p:nvSpPr>
            <p:cNvPr id="4674" name="Google Shape;4674;p5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677" name="Google Shape;4677;p57"/>
            <p:cNvCxnSpPr>
              <a:stCxn id="4674" idx="6"/>
              <a:endCxn id="467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678" name="Google Shape;4678;p57"/>
            <p:cNvCxnSpPr>
              <a:stCxn id="4675" idx="4"/>
              <a:endCxn id="467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680" name="Google Shape;4680;p57"/>
            <p:cNvCxnSpPr>
              <a:stCxn id="4679" idx="6"/>
              <a:endCxn id="467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681" name="Google Shape;4681;p57"/>
            <p:cNvCxnSpPr>
              <a:stCxn id="4676" idx="4"/>
              <a:endCxn id="468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679" name="Google Shape;4679;p5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684" name="Google Shape;4684;p57"/>
            <p:cNvCxnSpPr>
              <a:endCxn id="468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685" name="Google Shape;4685;p57"/>
          <p:cNvGrpSpPr/>
          <p:nvPr/>
        </p:nvGrpSpPr>
        <p:grpSpPr>
          <a:xfrm>
            <a:off x="3425084" y="979946"/>
            <a:ext cx="1637968" cy="154942"/>
            <a:chOff x="238125" y="2506075"/>
            <a:chExt cx="7115411" cy="673075"/>
          </a:xfrm>
        </p:grpSpPr>
        <p:sp>
          <p:nvSpPr>
            <p:cNvPr id="4686" name="Google Shape;4686;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1" name="Google Shape;4691;p57"/>
          <p:cNvGrpSpPr/>
          <p:nvPr/>
        </p:nvGrpSpPr>
        <p:grpSpPr>
          <a:xfrm>
            <a:off x="1965820" y="1294664"/>
            <a:ext cx="1262932" cy="785408"/>
            <a:chOff x="548861" y="389676"/>
            <a:chExt cx="3843371" cy="2390163"/>
          </a:xfrm>
        </p:grpSpPr>
        <p:cxnSp>
          <p:nvCxnSpPr>
            <p:cNvPr id="4692" name="Google Shape;4692;p5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93" name="Google Shape;4693;p5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94" name="Google Shape;4694;p5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95" name="Google Shape;4695;p5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696" name="Google Shape;4696;p5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697" name="Google Shape;4697;p5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698" name="Google Shape;4698;p5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699" name="Google Shape;4699;p5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5" name="Google Shape;4705;p57"/>
          <p:cNvGrpSpPr/>
          <p:nvPr/>
        </p:nvGrpSpPr>
        <p:grpSpPr>
          <a:xfrm>
            <a:off x="753952" y="2401541"/>
            <a:ext cx="1412054" cy="633562"/>
            <a:chOff x="1187400" y="2529299"/>
            <a:chExt cx="6769193" cy="2241903"/>
          </a:xfrm>
        </p:grpSpPr>
        <p:sp>
          <p:nvSpPr>
            <p:cNvPr id="4706" name="Google Shape;4706;p5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707" name="Google Shape;4707;p5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08" name="Google Shape;4708;p5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09" name="Google Shape;4709;p5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10" name="Google Shape;4710;p5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11" name="Google Shape;4711;p5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12" name="Google Shape;4712;p5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713" name="Google Shape;4713;p57"/>
            <p:cNvCxnSpPr>
              <a:stCxn id="4706" idx="2"/>
              <a:endCxn id="4707"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14" name="Google Shape;4714;p57"/>
            <p:cNvCxnSpPr>
              <a:stCxn id="4708" idx="0"/>
              <a:endCxn id="4706"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15" name="Google Shape;4715;p57"/>
            <p:cNvCxnSpPr>
              <a:stCxn id="4708" idx="2"/>
              <a:endCxn id="4710"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16" name="Google Shape;4716;p57"/>
            <p:cNvCxnSpPr>
              <a:stCxn id="4709" idx="0"/>
              <a:endCxn id="4708"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17" name="Google Shape;4717;p57"/>
            <p:cNvCxnSpPr>
              <a:stCxn id="4707" idx="2"/>
              <a:endCxn id="4712"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18" name="Google Shape;4718;p57"/>
            <p:cNvCxnSpPr>
              <a:stCxn id="4711" idx="0"/>
              <a:endCxn id="4707"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719" name="Google Shape;4719;p57"/>
          <p:cNvGrpSpPr/>
          <p:nvPr/>
        </p:nvGrpSpPr>
        <p:grpSpPr>
          <a:xfrm>
            <a:off x="6840198" y="2894250"/>
            <a:ext cx="1579035" cy="540873"/>
            <a:chOff x="6895650" y="3126697"/>
            <a:chExt cx="1436662" cy="492105"/>
          </a:xfrm>
        </p:grpSpPr>
        <p:sp>
          <p:nvSpPr>
            <p:cNvPr id="4720" name="Google Shape;4720;p5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5" name="Google Shape;4725;p57"/>
            <p:cNvGrpSpPr/>
            <p:nvPr/>
          </p:nvGrpSpPr>
          <p:grpSpPr>
            <a:xfrm>
              <a:off x="6995957" y="3335810"/>
              <a:ext cx="1230393" cy="71754"/>
              <a:chOff x="6995957" y="3287964"/>
              <a:chExt cx="1230393" cy="71754"/>
            </a:xfrm>
          </p:grpSpPr>
          <p:sp>
            <p:nvSpPr>
              <p:cNvPr id="4726" name="Google Shape;4726;p5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31" name="Google Shape;4731;p57"/>
          <p:cNvGrpSpPr/>
          <p:nvPr/>
        </p:nvGrpSpPr>
        <p:grpSpPr>
          <a:xfrm>
            <a:off x="6838780" y="3531013"/>
            <a:ext cx="1581862" cy="650625"/>
            <a:chOff x="6777990" y="3710194"/>
            <a:chExt cx="1646915" cy="677382"/>
          </a:xfrm>
        </p:grpSpPr>
        <p:grpSp>
          <p:nvGrpSpPr>
            <p:cNvPr id="4732" name="Google Shape;4732;p57"/>
            <p:cNvGrpSpPr/>
            <p:nvPr/>
          </p:nvGrpSpPr>
          <p:grpSpPr>
            <a:xfrm>
              <a:off x="6777990" y="3874492"/>
              <a:ext cx="411129" cy="513083"/>
              <a:chOff x="6777990" y="3874492"/>
              <a:chExt cx="411129" cy="513083"/>
            </a:xfrm>
          </p:grpSpPr>
          <p:cxnSp>
            <p:nvCxnSpPr>
              <p:cNvPr id="4733" name="Google Shape;4733;p5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734" name="Google Shape;4734;p5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5" name="Google Shape;4735;p57"/>
            <p:cNvGrpSpPr/>
            <p:nvPr/>
          </p:nvGrpSpPr>
          <p:grpSpPr>
            <a:xfrm>
              <a:off x="7188425" y="3710194"/>
              <a:ext cx="411123" cy="520535"/>
              <a:chOff x="7188425" y="3710194"/>
              <a:chExt cx="411123" cy="520535"/>
            </a:xfrm>
          </p:grpSpPr>
          <p:cxnSp>
            <p:nvCxnSpPr>
              <p:cNvPr id="4736" name="Google Shape;4736;p5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737" name="Google Shape;4737;p5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8" name="Google Shape;4738;p57"/>
            <p:cNvGrpSpPr/>
            <p:nvPr/>
          </p:nvGrpSpPr>
          <p:grpSpPr>
            <a:xfrm>
              <a:off x="7603341" y="3874492"/>
              <a:ext cx="411474" cy="513083"/>
              <a:chOff x="7603341" y="3874492"/>
              <a:chExt cx="411474" cy="513083"/>
            </a:xfrm>
          </p:grpSpPr>
          <p:cxnSp>
            <p:nvCxnSpPr>
              <p:cNvPr id="4739" name="Google Shape;4739;p5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740" name="Google Shape;4740;p5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57"/>
            <p:cNvGrpSpPr/>
            <p:nvPr/>
          </p:nvGrpSpPr>
          <p:grpSpPr>
            <a:xfrm>
              <a:off x="8013776" y="3722847"/>
              <a:ext cx="411129" cy="507881"/>
              <a:chOff x="8013776" y="3722847"/>
              <a:chExt cx="411129" cy="507881"/>
            </a:xfrm>
          </p:grpSpPr>
          <p:cxnSp>
            <p:nvCxnSpPr>
              <p:cNvPr id="4742" name="Google Shape;4742;p5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743" name="Google Shape;4743;p5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44" name="Google Shape;4744;p57"/>
          <p:cNvGrpSpPr/>
          <p:nvPr/>
        </p:nvGrpSpPr>
        <p:grpSpPr>
          <a:xfrm>
            <a:off x="5258295" y="2703853"/>
            <a:ext cx="1421889" cy="1020603"/>
            <a:chOff x="5190863" y="2824811"/>
            <a:chExt cx="1544860" cy="1108869"/>
          </a:xfrm>
        </p:grpSpPr>
        <p:grpSp>
          <p:nvGrpSpPr>
            <p:cNvPr id="4745" name="Google Shape;4745;p57"/>
            <p:cNvGrpSpPr/>
            <p:nvPr/>
          </p:nvGrpSpPr>
          <p:grpSpPr>
            <a:xfrm>
              <a:off x="5938695" y="3176919"/>
              <a:ext cx="685761" cy="404739"/>
              <a:chOff x="5938695" y="3176919"/>
              <a:chExt cx="685761" cy="404739"/>
            </a:xfrm>
          </p:grpSpPr>
          <p:grpSp>
            <p:nvGrpSpPr>
              <p:cNvPr id="4746" name="Google Shape;4746;p57"/>
              <p:cNvGrpSpPr/>
              <p:nvPr/>
            </p:nvGrpSpPr>
            <p:grpSpPr>
              <a:xfrm>
                <a:off x="5938695" y="3176919"/>
                <a:ext cx="685761" cy="404739"/>
                <a:chOff x="5938695" y="3176919"/>
                <a:chExt cx="685761" cy="404739"/>
              </a:xfrm>
            </p:grpSpPr>
            <p:sp>
              <p:nvSpPr>
                <p:cNvPr id="4747" name="Google Shape;4747;p5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49" name="Google Shape;4749;p5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0" name="Google Shape;4750;p57"/>
            <p:cNvGrpSpPr/>
            <p:nvPr/>
          </p:nvGrpSpPr>
          <p:grpSpPr>
            <a:xfrm>
              <a:off x="5305233" y="3176835"/>
              <a:ext cx="685971" cy="404655"/>
              <a:chOff x="5305233" y="3176835"/>
              <a:chExt cx="685971" cy="404655"/>
            </a:xfrm>
          </p:grpSpPr>
          <p:grpSp>
            <p:nvGrpSpPr>
              <p:cNvPr id="4751" name="Google Shape;4751;p57"/>
              <p:cNvGrpSpPr/>
              <p:nvPr/>
            </p:nvGrpSpPr>
            <p:grpSpPr>
              <a:xfrm>
                <a:off x="5305233" y="3176835"/>
                <a:ext cx="685971" cy="404655"/>
                <a:chOff x="5305233" y="3176835"/>
                <a:chExt cx="685971" cy="404655"/>
              </a:xfrm>
            </p:grpSpPr>
            <p:sp>
              <p:nvSpPr>
                <p:cNvPr id="4752" name="Google Shape;4752;p5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4" name="Google Shape;4754;p5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5" name="Google Shape;4755;p5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6" name="Google Shape;4756;p57"/>
            <p:cNvGrpSpPr/>
            <p:nvPr/>
          </p:nvGrpSpPr>
          <p:grpSpPr>
            <a:xfrm>
              <a:off x="5657361" y="2824811"/>
              <a:ext cx="1078361" cy="404655"/>
              <a:chOff x="5657361" y="2824811"/>
              <a:chExt cx="1078361" cy="404655"/>
            </a:xfrm>
          </p:grpSpPr>
          <p:grpSp>
            <p:nvGrpSpPr>
              <p:cNvPr id="4757" name="Google Shape;4757;p57"/>
              <p:cNvGrpSpPr/>
              <p:nvPr/>
            </p:nvGrpSpPr>
            <p:grpSpPr>
              <a:xfrm>
                <a:off x="5657361" y="2824811"/>
                <a:ext cx="1078361" cy="404655"/>
                <a:chOff x="5657361" y="2824811"/>
                <a:chExt cx="1078361" cy="404655"/>
              </a:xfrm>
            </p:grpSpPr>
            <p:grpSp>
              <p:nvGrpSpPr>
                <p:cNvPr id="4758" name="Google Shape;4758;p57"/>
                <p:cNvGrpSpPr/>
                <p:nvPr/>
              </p:nvGrpSpPr>
              <p:grpSpPr>
                <a:xfrm>
                  <a:off x="5938485" y="2824811"/>
                  <a:ext cx="797237" cy="404655"/>
                  <a:chOff x="5938485" y="2824811"/>
                  <a:chExt cx="797237" cy="404655"/>
                </a:xfrm>
              </p:grpSpPr>
              <p:sp>
                <p:nvSpPr>
                  <p:cNvPr id="4759" name="Google Shape;4759;p5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1" name="Google Shape;4761;p5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2" name="Google Shape;4762;p5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57"/>
            <p:cNvGrpSpPr/>
            <p:nvPr/>
          </p:nvGrpSpPr>
          <p:grpSpPr>
            <a:xfrm>
              <a:off x="5190863" y="3528942"/>
              <a:ext cx="1078026" cy="404739"/>
              <a:chOff x="5190863" y="3528942"/>
              <a:chExt cx="1078026" cy="404739"/>
            </a:xfrm>
          </p:grpSpPr>
          <p:sp>
            <p:nvSpPr>
              <p:cNvPr id="4764" name="Google Shape;4764;p5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5" name="Google Shape;4765;p57"/>
              <p:cNvGrpSpPr/>
              <p:nvPr/>
            </p:nvGrpSpPr>
            <p:grpSpPr>
              <a:xfrm>
                <a:off x="5190863" y="3528942"/>
                <a:ext cx="1078026" cy="404739"/>
                <a:chOff x="5190863" y="3528942"/>
                <a:chExt cx="1078026" cy="404739"/>
              </a:xfrm>
            </p:grpSpPr>
            <p:sp>
              <p:nvSpPr>
                <p:cNvPr id="4766" name="Google Shape;4766;p5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68" name="Google Shape;4768;p57"/>
          <p:cNvGrpSpPr/>
          <p:nvPr/>
        </p:nvGrpSpPr>
        <p:grpSpPr>
          <a:xfrm>
            <a:off x="724302" y="1268321"/>
            <a:ext cx="1086719" cy="879487"/>
            <a:chOff x="803162" y="1474292"/>
            <a:chExt cx="1086719" cy="879487"/>
          </a:xfrm>
        </p:grpSpPr>
        <p:grpSp>
          <p:nvGrpSpPr>
            <p:cNvPr id="4769" name="Google Shape;4769;p57"/>
            <p:cNvGrpSpPr/>
            <p:nvPr/>
          </p:nvGrpSpPr>
          <p:grpSpPr>
            <a:xfrm>
              <a:off x="803162" y="1625948"/>
              <a:ext cx="445856" cy="576579"/>
              <a:chOff x="803162" y="1625948"/>
              <a:chExt cx="445856" cy="576579"/>
            </a:xfrm>
          </p:grpSpPr>
          <p:sp>
            <p:nvSpPr>
              <p:cNvPr id="4770" name="Google Shape;4770;p5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1" name="Google Shape;4771;p57"/>
              <p:cNvGrpSpPr/>
              <p:nvPr/>
            </p:nvGrpSpPr>
            <p:grpSpPr>
              <a:xfrm>
                <a:off x="1056023" y="1625948"/>
                <a:ext cx="192995" cy="576579"/>
                <a:chOff x="1056023" y="1625948"/>
                <a:chExt cx="192995" cy="576579"/>
              </a:xfrm>
            </p:grpSpPr>
            <p:sp>
              <p:nvSpPr>
                <p:cNvPr id="4772" name="Google Shape;4772;p5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7" name="Google Shape;4777;p57"/>
            <p:cNvGrpSpPr/>
            <p:nvPr/>
          </p:nvGrpSpPr>
          <p:grpSpPr>
            <a:xfrm>
              <a:off x="1371406" y="1474292"/>
              <a:ext cx="518475" cy="879487"/>
              <a:chOff x="1398231" y="1474292"/>
              <a:chExt cx="518475" cy="879487"/>
            </a:xfrm>
          </p:grpSpPr>
          <p:grpSp>
            <p:nvGrpSpPr>
              <p:cNvPr id="4778" name="Google Shape;4778;p57"/>
              <p:cNvGrpSpPr/>
              <p:nvPr/>
            </p:nvGrpSpPr>
            <p:grpSpPr>
              <a:xfrm>
                <a:off x="1398231" y="1474292"/>
                <a:ext cx="518475" cy="341643"/>
                <a:chOff x="1398231" y="1474292"/>
                <a:chExt cx="518475" cy="341643"/>
              </a:xfrm>
            </p:grpSpPr>
            <p:sp>
              <p:nvSpPr>
                <p:cNvPr id="4779" name="Google Shape;4779;p5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0" name="Google Shape;4780;p57"/>
                <p:cNvGrpSpPr/>
                <p:nvPr/>
              </p:nvGrpSpPr>
              <p:grpSpPr>
                <a:xfrm>
                  <a:off x="1616453" y="1474292"/>
                  <a:ext cx="300253" cy="341643"/>
                  <a:chOff x="1616453" y="1475379"/>
                  <a:chExt cx="300253" cy="341643"/>
                </a:xfrm>
              </p:grpSpPr>
              <p:sp>
                <p:nvSpPr>
                  <p:cNvPr id="4781" name="Google Shape;4781;p5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8" name="Google Shape;4788;p57"/>
                  <p:cNvGrpSpPr/>
                  <p:nvPr/>
                </p:nvGrpSpPr>
                <p:grpSpPr>
                  <a:xfrm>
                    <a:off x="1839639" y="1475379"/>
                    <a:ext cx="77067" cy="341643"/>
                    <a:chOff x="1839639" y="1475379"/>
                    <a:chExt cx="77067" cy="341643"/>
                  </a:xfrm>
                </p:grpSpPr>
                <p:sp>
                  <p:nvSpPr>
                    <p:cNvPr id="4789" name="Google Shape;4789;p5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91" name="Google Shape;4791;p57"/>
              <p:cNvGrpSpPr/>
              <p:nvPr/>
            </p:nvGrpSpPr>
            <p:grpSpPr>
              <a:xfrm>
                <a:off x="1398451" y="2012951"/>
                <a:ext cx="518255" cy="340828"/>
                <a:chOff x="1398451" y="2012951"/>
                <a:chExt cx="518255" cy="340828"/>
              </a:xfrm>
            </p:grpSpPr>
            <p:sp>
              <p:nvSpPr>
                <p:cNvPr id="4792" name="Google Shape;4792;p5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3" name="Google Shape;4793;p57"/>
                <p:cNvGrpSpPr/>
                <p:nvPr/>
              </p:nvGrpSpPr>
              <p:grpSpPr>
                <a:xfrm>
                  <a:off x="1616453" y="2012951"/>
                  <a:ext cx="300253" cy="340828"/>
                  <a:chOff x="1616453" y="2013538"/>
                  <a:chExt cx="300253" cy="340828"/>
                </a:xfrm>
              </p:grpSpPr>
              <p:sp>
                <p:nvSpPr>
                  <p:cNvPr id="4794" name="Google Shape;4794;p5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1" name="Google Shape;4801;p57"/>
                  <p:cNvGrpSpPr/>
                  <p:nvPr/>
                </p:nvGrpSpPr>
                <p:grpSpPr>
                  <a:xfrm>
                    <a:off x="1839639" y="2013538"/>
                    <a:ext cx="77067" cy="340828"/>
                    <a:chOff x="1839639" y="2013538"/>
                    <a:chExt cx="77067" cy="340828"/>
                  </a:xfrm>
                </p:grpSpPr>
                <p:sp>
                  <p:nvSpPr>
                    <p:cNvPr id="4802" name="Google Shape;4802;p5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804" name="Google Shape;4804;p57"/>
          <p:cNvGrpSpPr/>
          <p:nvPr/>
        </p:nvGrpSpPr>
        <p:grpSpPr>
          <a:xfrm>
            <a:off x="721126" y="3399508"/>
            <a:ext cx="1368681" cy="682918"/>
            <a:chOff x="724986" y="3605478"/>
            <a:chExt cx="1368681" cy="682918"/>
          </a:xfrm>
        </p:grpSpPr>
        <p:grpSp>
          <p:nvGrpSpPr>
            <p:cNvPr id="4805" name="Google Shape;4805;p57"/>
            <p:cNvGrpSpPr/>
            <p:nvPr/>
          </p:nvGrpSpPr>
          <p:grpSpPr>
            <a:xfrm>
              <a:off x="1289102" y="3823629"/>
              <a:ext cx="240442" cy="250435"/>
              <a:chOff x="-165066" y="3843615"/>
              <a:chExt cx="221259" cy="230455"/>
            </a:xfrm>
          </p:grpSpPr>
          <p:sp>
            <p:nvSpPr>
              <p:cNvPr id="4806" name="Google Shape;4806;p5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6" name="Google Shape;4826;p57"/>
            <p:cNvGrpSpPr/>
            <p:nvPr/>
          </p:nvGrpSpPr>
          <p:grpSpPr>
            <a:xfrm>
              <a:off x="724986" y="3605478"/>
              <a:ext cx="1368681" cy="682918"/>
              <a:chOff x="724986" y="3605478"/>
              <a:chExt cx="1368681" cy="682918"/>
            </a:xfrm>
          </p:grpSpPr>
          <p:grpSp>
            <p:nvGrpSpPr>
              <p:cNvPr id="4827" name="Google Shape;4827;p57"/>
              <p:cNvGrpSpPr/>
              <p:nvPr/>
            </p:nvGrpSpPr>
            <p:grpSpPr>
              <a:xfrm>
                <a:off x="1498221" y="4047614"/>
                <a:ext cx="529172" cy="240783"/>
                <a:chOff x="1498221" y="4047614"/>
                <a:chExt cx="529172" cy="240783"/>
              </a:xfrm>
            </p:grpSpPr>
            <p:grpSp>
              <p:nvGrpSpPr>
                <p:cNvPr id="4828" name="Google Shape;4828;p57"/>
                <p:cNvGrpSpPr/>
                <p:nvPr/>
              </p:nvGrpSpPr>
              <p:grpSpPr>
                <a:xfrm>
                  <a:off x="1826655" y="4224370"/>
                  <a:ext cx="200738" cy="25631"/>
                  <a:chOff x="1826655" y="4224370"/>
                  <a:chExt cx="200738" cy="25631"/>
                </a:xfrm>
              </p:grpSpPr>
              <p:sp>
                <p:nvSpPr>
                  <p:cNvPr id="4829" name="Google Shape;4829;p5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1" name="Google Shape;4831;p57"/>
                <p:cNvGrpSpPr/>
                <p:nvPr/>
              </p:nvGrpSpPr>
              <p:grpSpPr>
                <a:xfrm>
                  <a:off x="1498221" y="4047614"/>
                  <a:ext cx="328444" cy="240783"/>
                  <a:chOff x="1498221" y="4047614"/>
                  <a:chExt cx="328444" cy="240783"/>
                </a:xfrm>
              </p:grpSpPr>
              <p:sp>
                <p:nvSpPr>
                  <p:cNvPr id="4832" name="Google Shape;4832;p5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33" name="Google Shape;4833;p57"/>
                  <p:cNvGrpSpPr/>
                  <p:nvPr/>
                </p:nvGrpSpPr>
                <p:grpSpPr>
                  <a:xfrm>
                    <a:off x="1498221" y="4047614"/>
                    <a:ext cx="150566" cy="190416"/>
                    <a:chOff x="1498221" y="4047614"/>
                    <a:chExt cx="150566" cy="190416"/>
                  </a:xfrm>
                </p:grpSpPr>
                <p:sp>
                  <p:nvSpPr>
                    <p:cNvPr id="4834" name="Google Shape;4834;p5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36" name="Google Shape;4836;p57"/>
              <p:cNvGrpSpPr/>
              <p:nvPr/>
            </p:nvGrpSpPr>
            <p:grpSpPr>
              <a:xfrm>
                <a:off x="1560718" y="3800594"/>
                <a:ext cx="532948" cy="302090"/>
                <a:chOff x="1560718" y="3800594"/>
                <a:chExt cx="532948" cy="302090"/>
              </a:xfrm>
            </p:grpSpPr>
            <p:grpSp>
              <p:nvGrpSpPr>
                <p:cNvPr id="4837" name="Google Shape;4837;p57"/>
                <p:cNvGrpSpPr/>
                <p:nvPr/>
              </p:nvGrpSpPr>
              <p:grpSpPr>
                <a:xfrm>
                  <a:off x="1912179" y="3827344"/>
                  <a:ext cx="181487" cy="25631"/>
                  <a:chOff x="1912179" y="3827344"/>
                  <a:chExt cx="181487" cy="25631"/>
                </a:xfrm>
              </p:grpSpPr>
              <p:sp>
                <p:nvSpPr>
                  <p:cNvPr id="4838" name="Google Shape;4838;p5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0" name="Google Shape;4840;p57"/>
                <p:cNvGrpSpPr/>
                <p:nvPr/>
              </p:nvGrpSpPr>
              <p:grpSpPr>
                <a:xfrm>
                  <a:off x="1912179" y="4044505"/>
                  <a:ext cx="181487" cy="25622"/>
                  <a:chOff x="1912179" y="4044506"/>
                  <a:chExt cx="181487" cy="25622"/>
                </a:xfrm>
              </p:grpSpPr>
              <p:sp>
                <p:nvSpPr>
                  <p:cNvPr id="4841" name="Google Shape;4841;p5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3" name="Google Shape;4843;p57"/>
                <p:cNvGrpSpPr/>
                <p:nvPr/>
              </p:nvGrpSpPr>
              <p:grpSpPr>
                <a:xfrm>
                  <a:off x="1560718" y="3800594"/>
                  <a:ext cx="351472" cy="302090"/>
                  <a:chOff x="1560718" y="3800594"/>
                  <a:chExt cx="351472" cy="302090"/>
                </a:xfrm>
              </p:grpSpPr>
              <p:grpSp>
                <p:nvGrpSpPr>
                  <p:cNvPr id="4844" name="Google Shape;4844;p57"/>
                  <p:cNvGrpSpPr/>
                  <p:nvPr/>
                </p:nvGrpSpPr>
                <p:grpSpPr>
                  <a:xfrm>
                    <a:off x="1560718" y="3842857"/>
                    <a:ext cx="173586" cy="217131"/>
                    <a:chOff x="1560718" y="3842857"/>
                    <a:chExt cx="173586" cy="217131"/>
                  </a:xfrm>
                </p:grpSpPr>
                <p:sp>
                  <p:nvSpPr>
                    <p:cNvPr id="4845" name="Google Shape;4845;p5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8" name="Google Shape;4848;p5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850" name="Google Shape;4850;p5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51" name="Google Shape;4851;p57"/>
              <p:cNvGrpSpPr/>
              <p:nvPr/>
            </p:nvGrpSpPr>
            <p:grpSpPr>
              <a:xfrm>
                <a:off x="785350" y="3605478"/>
                <a:ext cx="535311" cy="249245"/>
                <a:chOff x="785350" y="3605478"/>
                <a:chExt cx="535311" cy="249245"/>
              </a:xfrm>
            </p:grpSpPr>
            <p:grpSp>
              <p:nvGrpSpPr>
                <p:cNvPr id="4852" name="Google Shape;4852;p57"/>
                <p:cNvGrpSpPr/>
                <p:nvPr/>
              </p:nvGrpSpPr>
              <p:grpSpPr>
                <a:xfrm>
                  <a:off x="785350" y="3605478"/>
                  <a:ext cx="376191" cy="102736"/>
                  <a:chOff x="785350" y="3605478"/>
                  <a:chExt cx="376191" cy="102736"/>
                </a:xfrm>
              </p:grpSpPr>
              <p:sp>
                <p:nvSpPr>
                  <p:cNvPr id="4853" name="Google Shape;4853;p5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6" name="Google Shape;4856;p57"/>
                <p:cNvGrpSpPr/>
                <p:nvPr/>
              </p:nvGrpSpPr>
              <p:grpSpPr>
                <a:xfrm>
                  <a:off x="1161530" y="3655851"/>
                  <a:ext cx="159131" cy="198872"/>
                  <a:chOff x="1161530" y="3655851"/>
                  <a:chExt cx="159131" cy="198872"/>
                </a:xfrm>
              </p:grpSpPr>
              <p:sp>
                <p:nvSpPr>
                  <p:cNvPr id="4857" name="Google Shape;4857;p5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9" name="Google Shape;4859;p57"/>
              <p:cNvGrpSpPr/>
              <p:nvPr/>
            </p:nvGrpSpPr>
            <p:grpSpPr>
              <a:xfrm>
                <a:off x="785350" y="4047614"/>
                <a:ext cx="535311" cy="240783"/>
                <a:chOff x="785350" y="4047614"/>
                <a:chExt cx="535311" cy="240783"/>
              </a:xfrm>
            </p:grpSpPr>
            <p:grpSp>
              <p:nvGrpSpPr>
                <p:cNvPr id="4860" name="Google Shape;4860;p57"/>
                <p:cNvGrpSpPr/>
                <p:nvPr/>
              </p:nvGrpSpPr>
              <p:grpSpPr>
                <a:xfrm>
                  <a:off x="1161636" y="4047614"/>
                  <a:ext cx="159025" cy="190415"/>
                  <a:chOff x="1161636" y="4047614"/>
                  <a:chExt cx="159025" cy="190415"/>
                </a:xfrm>
              </p:grpSpPr>
              <p:sp>
                <p:nvSpPr>
                  <p:cNvPr id="4861" name="Google Shape;4861;p5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3" name="Google Shape;4863;p57"/>
                <p:cNvGrpSpPr/>
                <p:nvPr/>
              </p:nvGrpSpPr>
              <p:grpSpPr>
                <a:xfrm>
                  <a:off x="785350" y="4185661"/>
                  <a:ext cx="376191" cy="102736"/>
                  <a:chOff x="785350" y="4185661"/>
                  <a:chExt cx="376191" cy="102736"/>
                </a:xfrm>
              </p:grpSpPr>
              <p:sp>
                <p:nvSpPr>
                  <p:cNvPr id="4864" name="Google Shape;4864;p5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67" name="Google Shape;4867;p57"/>
              <p:cNvGrpSpPr/>
              <p:nvPr/>
            </p:nvGrpSpPr>
            <p:grpSpPr>
              <a:xfrm>
                <a:off x="1501054" y="3605478"/>
                <a:ext cx="526340" cy="249240"/>
                <a:chOff x="1501054" y="3605478"/>
                <a:chExt cx="526340" cy="249240"/>
              </a:xfrm>
            </p:grpSpPr>
            <p:grpSp>
              <p:nvGrpSpPr>
                <p:cNvPr id="4868" name="Google Shape;4868;p57"/>
                <p:cNvGrpSpPr/>
                <p:nvPr/>
              </p:nvGrpSpPr>
              <p:grpSpPr>
                <a:xfrm>
                  <a:off x="1834208" y="3643867"/>
                  <a:ext cx="193185" cy="25622"/>
                  <a:chOff x="1834208" y="3643867"/>
                  <a:chExt cx="193185" cy="25622"/>
                </a:xfrm>
              </p:grpSpPr>
              <p:sp>
                <p:nvSpPr>
                  <p:cNvPr id="4869" name="Google Shape;4869;p5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1" name="Google Shape;4871;p57"/>
                <p:cNvGrpSpPr/>
                <p:nvPr/>
              </p:nvGrpSpPr>
              <p:grpSpPr>
                <a:xfrm>
                  <a:off x="1501054" y="3605478"/>
                  <a:ext cx="333165" cy="249240"/>
                  <a:chOff x="1501054" y="3605478"/>
                  <a:chExt cx="333165" cy="249240"/>
                </a:xfrm>
              </p:grpSpPr>
              <p:sp>
                <p:nvSpPr>
                  <p:cNvPr id="4872" name="Google Shape;4872;p5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73" name="Google Shape;4873;p57"/>
                  <p:cNvGrpSpPr/>
                  <p:nvPr/>
                </p:nvGrpSpPr>
                <p:grpSpPr>
                  <a:xfrm>
                    <a:off x="1501054" y="3655851"/>
                    <a:ext cx="155286" cy="198867"/>
                    <a:chOff x="1501054" y="3655851"/>
                    <a:chExt cx="155286" cy="198867"/>
                  </a:xfrm>
                </p:grpSpPr>
                <p:sp>
                  <p:nvSpPr>
                    <p:cNvPr id="4874" name="Google Shape;4874;p5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76" name="Google Shape;4876;p57"/>
              <p:cNvGrpSpPr/>
              <p:nvPr/>
            </p:nvGrpSpPr>
            <p:grpSpPr>
              <a:xfrm>
                <a:off x="724986" y="3800594"/>
                <a:ext cx="532950" cy="302090"/>
                <a:chOff x="724986" y="3800594"/>
                <a:chExt cx="532950" cy="302090"/>
              </a:xfrm>
            </p:grpSpPr>
            <p:grpSp>
              <p:nvGrpSpPr>
                <p:cNvPr id="4877" name="Google Shape;4877;p57"/>
                <p:cNvGrpSpPr/>
                <p:nvPr/>
              </p:nvGrpSpPr>
              <p:grpSpPr>
                <a:xfrm>
                  <a:off x="724986" y="4044367"/>
                  <a:ext cx="181314" cy="25626"/>
                  <a:chOff x="724986" y="4044367"/>
                  <a:chExt cx="181314" cy="25626"/>
                </a:xfrm>
              </p:grpSpPr>
              <p:sp>
                <p:nvSpPr>
                  <p:cNvPr id="4878" name="Google Shape;4878;p5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0" name="Google Shape;4880;p57"/>
                <p:cNvGrpSpPr/>
                <p:nvPr/>
              </p:nvGrpSpPr>
              <p:grpSpPr>
                <a:xfrm>
                  <a:off x="906290" y="3800594"/>
                  <a:ext cx="351646" cy="302090"/>
                  <a:chOff x="906290" y="3800594"/>
                  <a:chExt cx="351646" cy="302090"/>
                </a:xfrm>
              </p:grpSpPr>
              <p:grpSp>
                <p:nvGrpSpPr>
                  <p:cNvPr id="4881" name="Google Shape;4881;p57"/>
                  <p:cNvGrpSpPr/>
                  <p:nvPr/>
                </p:nvGrpSpPr>
                <p:grpSpPr>
                  <a:xfrm>
                    <a:off x="1084172" y="3842857"/>
                    <a:ext cx="173764" cy="217131"/>
                    <a:chOff x="1084172" y="3842857"/>
                    <a:chExt cx="173764" cy="217131"/>
                  </a:xfrm>
                </p:grpSpPr>
                <p:grpSp>
                  <p:nvGrpSpPr>
                    <p:cNvPr id="4882" name="Google Shape;4882;p57"/>
                    <p:cNvGrpSpPr/>
                    <p:nvPr/>
                  </p:nvGrpSpPr>
                  <p:grpSpPr>
                    <a:xfrm>
                      <a:off x="1156862" y="3936509"/>
                      <a:ext cx="101073" cy="25622"/>
                      <a:chOff x="1156862" y="3936509"/>
                      <a:chExt cx="101073" cy="25622"/>
                    </a:xfrm>
                  </p:grpSpPr>
                  <p:sp>
                    <p:nvSpPr>
                      <p:cNvPr id="4883" name="Google Shape;4883;p5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5" name="Google Shape;4885;p5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6" name="Google Shape;4886;p5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8" name="Google Shape;4888;p57"/>
                <p:cNvGrpSpPr/>
                <p:nvPr/>
              </p:nvGrpSpPr>
              <p:grpSpPr>
                <a:xfrm>
                  <a:off x="724986" y="3830189"/>
                  <a:ext cx="189533" cy="25626"/>
                  <a:chOff x="724986" y="3830189"/>
                  <a:chExt cx="189533" cy="25626"/>
                </a:xfrm>
              </p:grpSpPr>
              <p:sp>
                <p:nvSpPr>
                  <p:cNvPr id="4889" name="Google Shape;4889;p5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891" name="Google Shape;4891;p57"/>
          <p:cNvGrpSpPr/>
          <p:nvPr/>
        </p:nvGrpSpPr>
        <p:grpSpPr>
          <a:xfrm>
            <a:off x="2249438" y="2249669"/>
            <a:ext cx="948701" cy="935378"/>
            <a:chOff x="2253298" y="2428317"/>
            <a:chExt cx="948701" cy="935378"/>
          </a:xfrm>
        </p:grpSpPr>
        <p:sp>
          <p:nvSpPr>
            <p:cNvPr id="4892" name="Google Shape;4892;p5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4928"/>
        <p:cNvGrpSpPr/>
        <p:nvPr/>
      </p:nvGrpSpPr>
      <p:grpSpPr>
        <a:xfrm>
          <a:off x="0" y="0"/>
          <a:ext cx="0" cy="0"/>
          <a:chOff x="0" y="0"/>
          <a:chExt cx="0" cy="0"/>
        </a:xfrm>
      </p:grpSpPr>
      <p:graphicFrame>
        <p:nvGraphicFramePr>
          <p:cNvPr id="4929" name="Google Shape;4929;p58"/>
          <p:cNvGraphicFramePr/>
          <p:nvPr/>
        </p:nvGraphicFramePr>
        <p:xfrm>
          <a:off x="3342575" y="2130461"/>
          <a:ext cx="2363400" cy="868575"/>
        </p:xfrm>
        <a:graphic>
          <a:graphicData uri="http://schemas.openxmlformats.org/drawingml/2006/table">
            <a:tbl>
              <a:tblPr>
                <a:noFill/>
                <a:tableStyleId>{49064342-CC3E-41E9-A069-EDB3E7D4C846}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930" name="Google Shape;4930;p58"/>
          <p:cNvGrpSpPr/>
          <p:nvPr/>
        </p:nvGrpSpPr>
        <p:grpSpPr>
          <a:xfrm>
            <a:off x="3339745" y="952988"/>
            <a:ext cx="2363393" cy="1017867"/>
            <a:chOff x="3292400" y="1219146"/>
            <a:chExt cx="2615240" cy="1110239"/>
          </a:xfrm>
        </p:grpSpPr>
        <p:sp>
          <p:nvSpPr>
            <p:cNvPr id="4931" name="Google Shape;4931;p5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932" name="Google Shape;4932;p5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33" name="Google Shape;4933;p5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934" name="Google Shape;4934;p5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935" name="Google Shape;4935;p5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936" name="Google Shape;4936;p5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937" name="Google Shape;4937;p5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938" name="Google Shape;4938;p5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939" name="Google Shape;4939;p5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940" name="Google Shape;4940;p5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941" name="Google Shape;4941;p5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2" name="Google Shape;4942;p5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43" name="Google Shape;4943;p5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4" name="Google Shape;4944;p5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45" name="Google Shape;4945;p58"/>
            <p:cNvGrpSpPr/>
            <p:nvPr/>
          </p:nvGrpSpPr>
          <p:grpSpPr>
            <a:xfrm>
              <a:off x="3748438" y="1378608"/>
              <a:ext cx="2159202" cy="903971"/>
              <a:chOff x="1683525" y="2179850"/>
              <a:chExt cx="4519050" cy="2134525"/>
            </a:xfrm>
          </p:grpSpPr>
          <p:sp>
            <p:nvSpPr>
              <p:cNvPr id="4946" name="Google Shape;494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47" name="Google Shape;494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48" name="Google Shape;494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49" name="Google Shape;494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0" name="Google Shape;495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1" name="Google Shape;495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2" name="Google Shape;495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3" name="Google Shape;495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4" name="Google Shape;495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5" name="Google Shape;495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6" name="Google Shape;495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57" name="Google Shape;495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958" name="Google Shape;4958;p58"/>
          <p:cNvGraphicFramePr/>
          <p:nvPr/>
        </p:nvGraphicFramePr>
        <p:xfrm>
          <a:off x="5935838" y="2130461"/>
          <a:ext cx="2491300" cy="868600"/>
        </p:xfrm>
        <a:graphic>
          <a:graphicData uri="http://schemas.openxmlformats.org/drawingml/2006/table">
            <a:tbl>
              <a:tblPr>
                <a:noFill/>
                <a:tableStyleId>{49064342-CC3E-41E9-A069-EDB3E7D4C846}</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959" name="Google Shape;4959;p58"/>
          <p:cNvGrpSpPr/>
          <p:nvPr/>
        </p:nvGrpSpPr>
        <p:grpSpPr>
          <a:xfrm>
            <a:off x="5910045" y="3189058"/>
            <a:ext cx="2522867" cy="1001454"/>
            <a:chOff x="1904318" y="789980"/>
            <a:chExt cx="1489472" cy="606868"/>
          </a:xfrm>
        </p:grpSpPr>
        <p:cxnSp>
          <p:nvCxnSpPr>
            <p:cNvPr id="4960" name="Google Shape;4960;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961" name="Google Shape;4961;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962" name="Google Shape;4962;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963" name="Google Shape;4963;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964" name="Google Shape;4964;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965" name="Google Shape;4965;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966" name="Google Shape;4966;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967" name="Google Shape;4967;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974" name="Google Shape;4974;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75" name="Google Shape;4975;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76" name="Google Shape;4976;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7" name="Google Shape;4977;p58"/>
          <p:cNvGrpSpPr/>
          <p:nvPr/>
        </p:nvGrpSpPr>
        <p:grpSpPr>
          <a:xfrm>
            <a:off x="712562" y="998017"/>
            <a:ext cx="2394370" cy="976502"/>
            <a:chOff x="749309" y="1112739"/>
            <a:chExt cx="2371603" cy="976502"/>
          </a:xfrm>
        </p:grpSpPr>
        <p:sp>
          <p:nvSpPr>
            <p:cNvPr id="4978" name="Google Shape;4978;p5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010" name="Google Shape;5010;p58"/>
          <p:cNvGraphicFramePr/>
          <p:nvPr/>
        </p:nvGraphicFramePr>
        <p:xfrm>
          <a:off x="5935863" y="996311"/>
          <a:ext cx="2491300" cy="976425"/>
        </p:xfrm>
        <a:graphic>
          <a:graphicData uri="http://schemas.openxmlformats.org/drawingml/2006/table">
            <a:tbl>
              <a:tblPr>
                <a:noFill/>
                <a:tableStyleId>{49064342-CC3E-41E9-A069-EDB3E7D4C846}</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5011" name="Google Shape;5011;p58"/>
          <p:cNvGrpSpPr/>
          <p:nvPr/>
        </p:nvGrpSpPr>
        <p:grpSpPr>
          <a:xfrm>
            <a:off x="4086505" y="2517104"/>
            <a:ext cx="1517436" cy="74460"/>
            <a:chOff x="3980086" y="2804397"/>
            <a:chExt cx="1227600" cy="66900"/>
          </a:xfrm>
        </p:grpSpPr>
        <p:sp>
          <p:nvSpPr>
            <p:cNvPr id="5012" name="Google Shape;5012;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4" name="Google Shape;5014;p58"/>
          <p:cNvGrpSpPr/>
          <p:nvPr/>
        </p:nvGrpSpPr>
        <p:grpSpPr>
          <a:xfrm>
            <a:off x="4711569" y="2809692"/>
            <a:ext cx="892956" cy="74460"/>
            <a:chOff x="3980086" y="2804397"/>
            <a:chExt cx="1227600" cy="66900"/>
          </a:xfrm>
        </p:grpSpPr>
        <p:sp>
          <p:nvSpPr>
            <p:cNvPr id="5015" name="Google Shape;5015;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 name="Google Shape;5017;p58"/>
          <p:cNvGrpSpPr/>
          <p:nvPr/>
        </p:nvGrpSpPr>
        <p:grpSpPr>
          <a:xfrm>
            <a:off x="3344661" y="3168575"/>
            <a:ext cx="2363244" cy="1005943"/>
            <a:chOff x="3358415" y="3361302"/>
            <a:chExt cx="2363244" cy="1024695"/>
          </a:xfrm>
        </p:grpSpPr>
        <p:grpSp>
          <p:nvGrpSpPr>
            <p:cNvPr id="5018" name="Google Shape;5018;p58"/>
            <p:cNvGrpSpPr/>
            <p:nvPr/>
          </p:nvGrpSpPr>
          <p:grpSpPr>
            <a:xfrm>
              <a:off x="3358415" y="3361302"/>
              <a:ext cx="441300" cy="1024695"/>
              <a:chOff x="3358415" y="3361302"/>
              <a:chExt cx="441300" cy="1024695"/>
            </a:xfrm>
          </p:grpSpPr>
          <p:sp>
            <p:nvSpPr>
              <p:cNvPr id="5019" name="Google Shape;5019;p5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5" name="Google Shape;5025;p58"/>
            <p:cNvGrpSpPr/>
            <p:nvPr/>
          </p:nvGrpSpPr>
          <p:grpSpPr>
            <a:xfrm>
              <a:off x="3838901" y="3361302"/>
              <a:ext cx="441300" cy="1024695"/>
              <a:chOff x="3838901" y="3361302"/>
              <a:chExt cx="441300" cy="1024695"/>
            </a:xfrm>
          </p:grpSpPr>
          <p:sp>
            <p:nvSpPr>
              <p:cNvPr id="5026" name="Google Shape;5026;p5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58"/>
            <p:cNvGrpSpPr/>
            <p:nvPr/>
          </p:nvGrpSpPr>
          <p:grpSpPr>
            <a:xfrm>
              <a:off x="4319387" y="3361302"/>
              <a:ext cx="441300" cy="1024695"/>
              <a:chOff x="4319387" y="3361302"/>
              <a:chExt cx="441300" cy="1024695"/>
            </a:xfrm>
          </p:grpSpPr>
          <p:sp>
            <p:nvSpPr>
              <p:cNvPr id="5033" name="Google Shape;5033;p5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9" name="Google Shape;5039;p58"/>
            <p:cNvGrpSpPr/>
            <p:nvPr/>
          </p:nvGrpSpPr>
          <p:grpSpPr>
            <a:xfrm>
              <a:off x="4799873" y="3361302"/>
              <a:ext cx="441300" cy="1024695"/>
              <a:chOff x="4799873" y="3361302"/>
              <a:chExt cx="441300" cy="1024695"/>
            </a:xfrm>
          </p:grpSpPr>
          <p:sp>
            <p:nvSpPr>
              <p:cNvPr id="5040" name="Google Shape;5040;p5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6" name="Google Shape;5046;p58"/>
            <p:cNvGrpSpPr/>
            <p:nvPr/>
          </p:nvGrpSpPr>
          <p:grpSpPr>
            <a:xfrm>
              <a:off x="5280360" y="3361302"/>
              <a:ext cx="441300" cy="1024695"/>
              <a:chOff x="5280360" y="3361302"/>
              <a:chExt cx="441300" cy="1024695"/>
            </a:xfrm>
          </p:grpSpPr>
          <p:sp>
            <p:nvSpPr>
              <p:cNvPr id="5047" name="Google Shape;5047;p5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053" name="Google Shape;5053;p58"/>
          <p:cNvGraphicFramePr/>
          <p:nvPr/>
        </p:nvGraphicFramePr>
        <p:xfrm>
          <a:off x="711088" y="2130461"/>
          <a:ext cx="2403600" cy="881400"/>
        </p:xfrm>
        <a:graphic>
          <a:graphicData uri="http://schemas.openxmlformats.org/drawingml/2006/table">
            <a:tbl>
              <a:tblPr>
                <a:noFill/>
                <a:tableStyleId>{49064342-CC3E-41E9-A069-EDB3E7D4C846}</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054" name="Google Shape;5054;p58"/>
          <p:cNvGrpSpPr/>
          <p:nvPr/>
        </p:nvGrpSpPr>
        <p:grpSpPr>
          <a:xfrm>
            <a:off x="712613" y="3180186"/>
            <a:ext cx="2403614" cy="1005900"/>
            <a:chOff x="726450" y="3372825"/>
            <a:chExt cx="2403614" cy="1005900"/>
          </a:xfrm>
        </p:grpSpPr>
        <p:grpSp>
          <p:nvGrpSpPr>
            <p:cNvPr id="5055" name="Google Shape;5055;p58"/>
            <p:cNvGrpSpPr/>
            <p:nvPr/>
          </p:nvGrpSpPr>
          <p:grpSpPr>
            <a:xfrm>
              <a:off x="726450" y="3696000"/>
              <a:ext cx="2403614" cy="500898"/>
              <a:chOff x="726450" y="3696000"/>
              <a:chExt cx="2403614" cy="500898"/>
            </a:xfrm>
          </p:grpSpPr>
          <p:sp>
            <p:nvSpPr>
              <p:cNvPr id="5056" name="Google Shape;5056;p5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57" name="Google Shape;5057;p5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058" name="Google Shape;5058;p58"/>
            <p:cNvGrpSpPr/>
            <p:nvPr/>
          </p:nvGrpSpPr>
          <p:grpSpPr>
            <a:xfrm>
              <a:off x="1348050" y="3372825"/>
              <a:ext cx="1720425" cy="1005900"/>
              <a:chOff x="1348050" y="3372825"/>
              <a:chExt cx="1720425" cy="1005900"/>
            </a:xfrm>
          </p:grpSpPr>
          <p:sp>
            <p:nvSpPr>
              <p:cNvPr id="5059" name="Google Shape;5059;p5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60" name="Google Shape;5060;p5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61" name="Google Shape;5061;p5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62" name="Google Shape;5062;p5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63" name="Google Shape;5063;p5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064" name="Google Shape;5064;p58"/>
            <p:cNvGrpSpPr/>
            <p:nvPr/>
          </p:nvGrpSpPr>
          <p:grpSpPr>
            <a:xfrm>
              <a:off x="1455707" y="3731058"/>
              <a:ext cx="1491150" cy="417657"/>
              <a:chOff x="1455707" y="3731058"/>
              <a:chExt cx="1491150" cy="417657"/>
            </a:xfrm>
          </p:grpSpPr>
          <p:grpSp>
            <p:nvGrpSpPr>
              <p:cNvPr id="5065" name="Google Shape;5065;p58"/>
              <p:cNvGrpSpPr/>
              <p:nvPr/>
            </p:nvGrpSpPr>
            <p:grpSpPr>
              <a:xfrm>
                <a:off x="1472938" y="3745828"/>
                <a:ext cx="72126" cy="53788"/>
                <a:chOff x="1472938" y="3745828"/>
                <a:chExt cx="72126" cy="53788"/>
              </a:xfrm>
            </p:grpSpPr>
            <p:sp>
              <p:nvSpPr>
                <p:cNvPr id="5066" name="Google Shape;5066;p5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8" name="Google Shape;5068;p58"/>
              <p:cNvGrpSpPr/>
              <p:nvPr/>
            </p:nvGrpSpPr>
            <p:grpSpPr>
              <a:xfrm>
                <a:off x="1819181" y="4089633"/>
                <a:ext cx="72126" cy="53788"/>
                <a:chOff x="1819181" y="4089633"/>
                <a:chExt cx="72126" cy="53788"/>
              </a:xfrm>
            </p:grpSpPr>
            <p:sp>
              <p:nvSpPr>
                <p:cNvPr id="5069" name="Google Shape;5069;p5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1" name="Google Shape;5071;p58"/>
              <p:cNvGrpSpPr/>
              <p:nvPr/>
            </p:nvGrpSpPr>
            <p:grpSpPr>
              <a:xfrm>
                <a:off x="1455707" y="4084171"/>
                <a:ext cx="64321" cy="64544"/>
                <a:chOff x="1455707" y="4084171"/>
                <a:chExt cx="64321" cy="64544"/>
              </a:xfrm>
            </p:grpSpPr>
            <p:sp>
              <p:nvSpPr>
                <p:cNvPr id="5072" name="Google Shape;5072;p5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4" name="Google Shape;5074;p58"/>
              <p:cNvGrpSpPr/>
              <p:nvPr/>
            </p:nvGrpSpPr>
            <p:grpSpPr>
              <a:xfrm>
                <a:off x="1818610" y="3731058"/>
                <a:ext cx="64321" cy="64544"/>
                <a:chOff x="1818610" y="3731058"/>
                <a:chExt cx="64321" cy="64544"/>
              </a:xfrm>
            </p:grpSpPr>
            <p:sp>
              <p:nvSpPr>
                <p:cNvPr id="5075" name="Google Shape;5075;p5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7" name="Google Shape;5077;p58"/>
              <p:cNvGrpSpPr/>
              <p:nvPr/>
            </p:nvGrpSpPr>
            <p:grpSpPr>
              <a:xfrm>
                <a:off x="2172491" y="4089633"/>
                <a:ext cx="72126" cy="53788"/>
                <a:chOff x="2172491" y="4089633"/>
                <a:chExt cx="72126" cy="53788"/>
              </a:xfrm>
            </p:grpSpPr>
            <p:sp>
              <p:nvSpPr>
                <p:cNvPr id="5078" name="Google Shape;5078;p5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0" name="Google Shape;5080;p58"/>
              <p:cNvGrpSpPr/>
              <p:nvPr/>
            </p:nvGrpSpPr>
            <p:grpSpPr>
              <a:xfrm>
                <a:off x="2171920" y="3731058"/>
                <a:ext cx="64321" cy="64544"/>
                <a:chOff x="2171920" y="3731058"/>
                <a:chExt cx="64321" cy="64544"/>
              </a:xfrm>
            </p:grpSpPr>
            <p:sp>
              <p:nvSpPr>
                <p:cNvPr id="5081" name="Google Shape;5081;p5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3" name="Google Shape;5083;p58"/>
              <p:cNvGrpSpPr/>
              <p:nvPr/>
            </p:nvGrpSpPr>
            <p:grpSpPr>
              <a:xfrm>
                <a:off x="2874730" y="3745828"/>
                <a:ext cx="72126" cy="53788"/>
                <a:chOff x="2874730" y="3745828"/>
                <a:chExt cx="72126" cy="53788"/>
              </a:xfrm>
            </p:grpSpPr>
            <p:sp>
              <p:nvSpPr>
                <p:cNvPr id="5084" name="Google Shape;5084;p5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6" name="Google Shape;5086;p58"/>
              <p:cNvGrpSpPr/>
              <p:nvPr/>
            </p:nvGrpSpPr>
            <p:grpSpPr>
              <a:xfrm>
                <a:off x="2878589" y="4081481"/>
                <a:ext cx="64321" cy="64544"/>
                <a:chOff x="2878589" y="4081481"/>
                <a:chExt cx="64321" cy="64544"/>
              </a:xfrm>
            </p:grpSpPr>
            <p:sp>
              <p:nvSpPr>
                <p:cNvPr id="5087" name="Google Shape;5087;p5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9" name="Google Shape;5089;p58"/>
              <p:cNvGrpSpPr/>
              <p:nvPr/>
            </p:nvGrpSpPr>
            <p:grpSpPr>
              <a:xfrm>
                <a:off x="2525796" y="4089633"/>
                <a:ext cx="72126" cy="53788"/>
                <a:chOff x="2525796" y="4089633"/>
                <a:chExt cx="72126" cy="53788"/>
              </a:xfrm>
            </p:grpSpPr>
            <p:sp>
              <p:nvSpPr>
                <p:cNvPr id="5090" name="Google Shape;5090;p5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2" name="Google Shape;5092;p58"/>
              <p:cNvGrpSpPr/>
              <p:nvPr/>
            </p:nvGrpSpPr>
            <p:grpSpPr>
              <a:xfrm>
                <a:off x="2525225" y="3731058"/>
                <a:ext cx="64321" cy="64544"/>
                <a:chOff x="2525225" y="3731058"/>
                <a:chExt cx="64321" cy="64544"/>
              </a:xfrm>
            </p:grpSpPr>
            <p:sp>
              <p:nvSpPr>
                <p:cNvPr id="5093" name="Google Shape;5093;p5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5098"/>
        <p:cNvGrpSpPr/>
        <p:nvPr/>
      </p:nvGrpSpPr>
      <p:grpSpPr>
        <a:xfrm>
          <a:off x="0" y="0"/>
          <a:ext cx="0" cy="0"/>
          <a:chOff x="0" y="0"/>
          <a:chExt cx="0" cy="0"/>
        </a:xfrm>
      </p:grpSpPr>
      <p:grpSp>
        <p:nvGrpSpPr>
          <p:cNvPr id="5099" name="Google Shape;5099;p59"/>
          <p:cNvGrpSpPr/>
          <p:nvPr/>
        </p:nvGrpSpPr>
        <p:grpSpPr>
          <a:xfrm>
            <a:off x="716996" y="971307"/>
            <a:ext cx="845921" cy="690752"/>
            <a:chOff x="732428" y="1198513"/>
            <a:chExt cx="845921" cy="690752"/>
          </a:xfrm>
        </p:grpSpPr>
        <p:grpSp>
          <p:nvGrpSpPr>
            <p:cNvPr id="5100" name="Google Shape;5100;p59"/>
            <p:cNvGrpSpPr/>
            <p:nvPr/>
          </p:nvGrpSpPr>
          <p:grpSpPr>
            <a:xfrm>
              <a:off x="823030" y="1198513"/>
              <a:ext cx="755319" cy="690752"/>
              <a:chOff x="823030" y="1198513"/>
              <a:chExt cx="755319" cy="690752"/>
            </a:xfrm>
          </p:grpSpPr>
          <p:sp>
            <p:nvSpPr>
              <p:cNvPr id="5101" name="Google Shape;5101;p5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59"/>
            <p:cNvGrpSpPr/>
            <p:nvPr/>
          </p:nvGrpSpPr>
          <p:grpSpPr>
            <a:xfrm>
              <a:off x="732428" y="1239937"/>
              <a:ext cx="739912" cy="607886"/>
              <a:chOff x="732428" y="1239937"/>
              <a:chExt cx="739912" cy="607886"/>
            </a:xfrm>
          </p:grpSpPr>
          <p:sp>
            <p:nvSpPr>
              <p:cNvPr id="5104" name="Google Shape;5104;p5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6" name="Google Shape;5106;p59"/>
            <p:cNvGrpSpPr/>
            <p:nvPr/>
          </p:nvGrpSpPr>
          <p:grpSpPr>
            <a:xfrm>
              <a:off x="732428" y="1277018"/>
              <a:ext cx="702832" cy="533758"/>
              <a:chOff x="732428" y="1277018"/>
              <a:chExt cx="702832" cy="533758"/>
            </a:xfrm>
          </p:grpSpPr>
          <p:sp>
            <p:nvSpPr>
              <p:cNvPr id="5107" name="Google Shape;5107;p5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9" name="Google Shape;5109;p59"/>
            <p:cNvGrpSpPr/>
            <p:nvPr/>
          </p:nvGrpSpPr>
          <p:grpSpPr>
            <a:xfrm>
              <a:off x="931170" y="1306653"/>
              <a:ext cx="647179" cy="474455"/>
              <a:chOff x="931170" y="1306653"/>
              <a:chExt cx="647179" cy="474455"/>
            </a:xfrm>
          </p:grpSpPr>
          <p:sp>
            <p:nvSpPr>
              <p:cNvPr id="5110" name="Google Shape;5110;p5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2" name="Google Shape;5112;p5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3" name="Google Shape;5113;p59"/>
          <p:cNvGrpSpPr/>
          <p:nvPr/>
        </p:nvGrpSpPr>
        <p:grpSpPr>
          <a:xfrm>
            <a:off x="3948605" y="971313"/>
            <a:ext cx="634656" cy="699982"/>
            <a:chOff x="5985650" y="2860025"/>
            <a:chExt cx="1396075" cy="1539775"/>
          </a:xfrm>
        </p:grpSpPr>
        <p:sp>
          <p:nvSpPr>
            <p:cNvPr id="5114" name="Google Shape;5114;p5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6" name="Google Shape;5146;p59"/>
          <p:cNvGrpSpPr/>
          <p:nvPr/>
        </p:nvGrpSpPr>
        <p:grpSpPr>
          <a:xfrm>
            <a:off x="4704254" y="971307"/>
            <a:ext cx="725845" cy="699975"/>
            <a:chOff x="4249973" y="1201875"/>
            <a:chExt cx="1958568" cy="1888762"/>
          </a:xfrm>
        </p:grpSpPr>
        <p:sp>
          <p:nvSpPr>
            <p:cNvPr id="5147" name="Google Shape;5147;p5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48" name="Google Shape;5148;p59"/>
            <p:cNvGrpSpPr/>
            <p:nvPr/>
          </p:nvGrpSpPr>
          <p:grpSpPr>
            <a:xfrm>
              <a:off x="5853086" y="1789142"/>
              <a:ext cx="355454" cy="1048099"/>
              <a:chOff x="5576108" y="2016725"/>
              <a:chExt cx="565200" cy="1666560"/>
            </a:xfrm>
          </p:grpSpPr>
          <p:sp>
            <p:nvSpPr>
              <p:cNvPr id="5149" name="Google Shape;5149;p5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50" name="Google Shape;5150;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1" name="Google Shape;5151;p59"/>
            <p:cNvGrpSpPr/>
            <p:nvPr/>
          </p:nvGrpSpPr>
          <p:grpSpPr>
            <a:xfrm>
              <a:off x="4869455" y="2691676"/>
              <a:ext cx="1013897" cy="398961"/>
              <a:chOff x="4012057" y="3451825"/>
              <a:chExt cx="1612175" cy="634379"/>
            </a:xfrm>
          </p:grpSpPr>
          <p:sp>
            <p:nvSpPr>
              <p:cNvPr id="5152" name="Google Shape;5152;p5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53" name="Google Shape;5153;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4" name="Google Shape;5154;p59"/>
            <p:cNvGrpSpPr/>
            <p:nvPr/>
          </p:nvGrpSpPr>
          <p:grpSpPr>
            <a:xfrm>
              <a:off x="4276937" y="2155961"/>
              <a:ext cx="651965" cy="891358"/>
              <a:chOff x="3069908" y="2599997"/>
              <a:chExt cx="1036675" cy="1417328"/>
            </a:xfrm>
          </p:grpSpPr>
          <p:sp>
            <p:nvSpPr>
              <p:cNvPr id="5155" name="Google Shape;5155;p5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56" name="Google Shape;5156;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7" name="Google Shape;5157;p59"/>
            <p:cNvGrpSpPr/>
            <p:nvPr/>
          </p:nvGrpSpPr>
          <p:grpSpPr>
            <a:xfrm>
              <a:off x="5054918" y="1201875"/>
              <a:ext cx="999548" cy="602711"/>
              <a:chOff x="4306958" y="1082925"/>
              <a:chExt cx="1589359" cy="958358"/>
            </a:xfrm>
          </p:grpSpPr>
          <p:sp>
            <p:nvSpPr>
              <p:cNvPr id="5158" name="Google Shape;5158;p5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59" name="Google Shape;5159;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0" name="Google Shape;5160;p59"/>
            <p:cNvGrpSpPr/>
            <p:nvPr/>
          </p:nvGrpSpPr>
          <p:grpSpPr>
            <a:xfrm>
              <a:off x="4249973" y="1303451"/>
              <a:ext cx="799317" cy="841334"/>
              <a:chOff x="3027033" y="1244439"/>
              <a:chExt cx="1270977" cy="1337786"/>
            </a:xfrm>
          </p:grpSpPr>
          <p:sp>
            <p:nvSpPr>
              <p:cNvPr id="5161" name="Google Shape;5161;p5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62" name="Google Shape;5162;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63" name="Google Shape;5163;p59"/>
          <p:cNvGrpSpPr/>
          <p:nvPr/>
        </p:nvGrpSpPr>
        <p:grpSpPr>
          <a:xfrm>
            <a:off x="4057119" y="1858087"/>
            <a:ext cx="750769" cy="683784"/>
            <a:chOff x="4204684" y="2104422"/>
            <a:chExt cx="699822" cy="637382"/>
          </a:xfrm>
        </p:grpSpPr>
        <p:grpSp>
          <p:nvGrpSpPr>
            <p:cNvPr id="5164" name="Google Shape;5164;p59"/>
            <p:cNvGrpSpPr/>
            <p:nvPr/>
          </p:nvGrpSpPr>
          <p:grpSpPr>
            <a:xfrm>
              <a:off x="4204684" y="2430067"/>
              <a:ext cx="342957" cy="311738"/>
              <a:chOff x="4204684" y="2430067"/>
              <a:chExt cx="342957" cy="311738"/>
            </a:xfrm>
          </p:grpSpPr>
          <p:sp>
            <p:nvSpPr>
              <p:cNvPr id="5165" name="Google Shape;5165;p5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7" name="Google Shape;5167;p59"/>
            <p:cNvGrpSpPr/>
            <p:nvPr/>
          </p:nvGrpSpPr>
          <p:grpSpPr>
            <a:xfrm>
              <a:off x="4561586" y="2430067"/>
              <a:ext cx="342920" cy="311738"/>
              <a:chOff x="4561586" y="2430067"/>
              <a:chExt cx="342920" cy="311738"/>
            </a:xfrm>
          </p:grpSpPr>
          <p:sp>
            <p:nvSpPr>
              <p:cNvPr id="5168" name="Google Shape;5168;p5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0" name="Google Shape;5170;p59"/>
            <p:cNvGrpSpPr/>
            <p:nvPr/>
          </p:nvGrpSpPr>
          <p:grpSpPr>
            <a:xfrm>
              <a:off x="4561586" y="2104422"/>
              <a:ext cx="342920" cy="311738"/>
              <a:chOff x="4561586" y="2104422"/>
              <a:chExt cx="342920" cy="311738"/>
            </a:xfrm>
          </p:grpSpPr>
          <p:sp>
            <p:nvSpPr>
              <p:cNvPr id="5171" name="Google Shape;5171;p5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3" name="Google Shape;5173;p59"/>
            <p:cNvGrpSpPr/>
            <p:nvPr/>
          </p:nvGrpSpPr>
          <p:grpSpPr>
            <a:xfrm>
              <a:off x="4204684" y="2104422"/>
              <a:ext cx="342957" cy="311664"/>
              <a:chOff x="4204684" y="2104422"/>
              <a:chExt cx="342957" cy="311664"/>
            </a:xfrm>
          </p:grpSpPr>
          <p:sp>
            <p:nvSpPr>
              <p:cNvPr id="5174" name="Google Shape;5174;p5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76" name="Google Shape;5176;p59"/>
          <p:cNvGrpSpPr/>
          <p:nvPr/>
        </p:nvGrpSpPr>
        <p:grpSpPr>
          <a:xfrm>
            <a:off x="5521552" y="971301"/>
            <a:ext cx="660591" cy="688867"/>
            <a:chOff x="5830645" y="1267368"/>
            <a:chExt cx="530340" cy="553040"/>
          </a:xfrm>
        </p:grpSpPr>
        <p:sp>
          <p:nvSpPr>
            <p:cNvPr id="5177" name="Google Shape;5177;p5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78" name="Google Shape;5178;p59"/>
            <p:cNvGrpSpPr/>
            <p:nvPr/>
          </p:nvGrpSpPr>
          <p:grpSpPr>
            <a:xfrm>
              <a:off x="5830645" y="1267368"/>
              <a:ext cx="259743" cy="269909"/>
              <a:chOff x="5830645" y="1267368"/>
              <a:chExt cx="259743" cy="269909"/>
            </a:xfrm>
          </p:grpSpPr>
          <p:sp>
            <p:nvSpPr>
              <p:cNvPr id="5179" name="Google Shape;5179;p5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1" name="Google Shape;5181;p59"/>
            <p:cNvGrpSpPr/>
            <p:nvPr/>
          </p:nvGrpSpPr>
          <p:grpSpPr>
            <a:xfrm>
              <a:off x="6101293" y="1267368"/>
              <a:ext cx="259692" cy="269909"/>
              <a:chOff x="6101293" y="1267368"/>
              <a:chExt cx="259692" cy="269909"/>
            </a:xfrm>
          </p:grpSpPr>
          <p:sp>
            <p:nvSpPr>
              <p:cNvPr id="5182" name="Google Shape;5182;p5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4" name="Google Shape;5184;p59"/>
            <p:cNvGrpSpPr/>
            <p:nvPr/>
          </p:nvGrpSpPr>
          <p:grpSpPr>
            <a:xfrm>
              <a:off x="5830645" y="1550500"/>
              <a:ext cx="259692" cy="269909"/>
              <a:chOff x="5830645" y="1550500"/>
              <a:chExt cx="259692" cy="269909"/>
            </a:xfrm>
          </p:grpSpPr>
          <p:sp>
            <p:nvSpPr>
              <p:cNvPr id="5185" name="Google Shape;5185;p5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7" name="Google Shape;5187;p59"/>
            <p:cNvGrpSpPr/>
            <p:nvPr/>
          </p:nvGrpSpPr>
          <p:grpSpPr>
            <a:xfrm>
              <a:off x="6101293" y="1550500"/>
              <a:ext cx="259692" cy="269909"/>
              <a:chOff x="6101293" y="1550500"/>
              <a:chExt cx="259692" cy="269909"/>
            </a:xfrm>
          </p:grpSpPr>
          <p:sp>
            <p:nvSpPr>
              <p:cNvPr id="5188" name="Google Shape;5188;p5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90" name="Google Shape;5190;p59"/>
          <p:cNvGrpSpPr/>
          <p:nvPr/>
        </p:nvGrpSpPr>
        <p:grpSpPr>
          <a:xfrm>
            <a:off x="723705" y="1861761"/>
            <a:ext cx="697154" cy="679574"/>
            <a:chOff x="2679875" y="2361475"/>
            <a:chExt cx="780425" cy="760575"/>
          </a:xfrm>
        </p:grpSpPr>
        <p:sp>
          <p:nvSpPr>
            <p:cNvPr id="5191" name="Google Shape;5191;p5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7" name="Google Shape;5197;p59"/>
          <p:cNvGrpSpPr/>
          <p:nvPr/>
        </p:nvGrpSpPr>
        <p:grpSpPr>
          <a:xfrm>
            <a:off x="3122864" y="971353"/>
            <a:ext cx="735829" cy="684547"/>
            <a:chOff x="3351965" y="1148808"/>
            <a:chExt cx="750770" cy="698375"/>
          </a:xfrm>
        </p:grpSpPr>
        <p:grpSp>
          <p:nvGrpSpPr>
            <p:cNvPr id="5198" name="Google Shape;5198;p59"/>
            <p:cNvGrpSpPr/>
            <p:nvPr/>
          </p:nvGrpSpPr>
          <p:grpSpPr>
            <a:xfrm>
              <a:off x="3586796" y="1148808"/>
              <a:ext cx="294857" cy="286830"/>
              <a:chOff x="3750225" y="1774000"/>
              <a:chExt cx="149575" cy="145525"/>
            </a:xfrm>
          </p:grpSpPr>
          <p:sp>
            <p:nvSpPr>
              <p:cNvPr id="5199" name="Google Shape;5199;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1" name="Google Shape;5201;p59"/>
            <p:cNvGrpSpPr/>
            <p:nvPr/>
          </p:nvGrpSpPr>
          <p:grpSpPr>
            <a:xfrm>
              <a:off x="3779245" y="1375768"/>
              <a:ext cx="323490" cy="286978"/>
              <a:chOff x="3847850" y="1889150"/>
              <a:chExt cx="164100" cy="145600"/>
            </a:xfrm>
          </p:grpSpPr>
          <p:sp>
            <p:nvSpPr>
              <p:cNvPr id="5202" name="Google Shape;5202;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4" name="Google Shape;5204;p59"/>
            <p:cNvGrpSpPr/>
            <p:nvPr/>
          </p:nvGrpSpPr>
          <p:grpSpPr>
            <a:xfrm>
              <a:off x="3351965" y="1330435"/>
              <a:ext cx="295449" cy="285401"/>
              <a:chOff x="3631100" y="1866150"/>
              <a:chExt cx="149875" cy="144800"/>
            </a:xfrm>
          </p:grpSpPr>
          <p:sp>
            <p:nvSpPr>
              <p:cNvPr id="5205" name="Google Shape;5205;p5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7" name="Google Shape;5207;p59"/>
            <p:cNvGrpSpPr/>
            <p:nvPr/>
          </p:nvGrpSpPr>
          <p:grpSpPr>
            <a:xfrm>
              <a:off x="3548208" y="1560352"/>
              <a:ext cx="294808" cy="286830"/>
              <a:chOff x="3730650" y="1982800"/>
              <a:chExt cx="149550" cy="145525"/>
            </a:xfrm>
          </p:grpSpPr>
          <p:sp>
            <p:nvSpPr>
              <p:cNvPr id="5208" name="Google Shape;5208;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0" name="Google Shape;5210;p59"/>
          <p:cNvGrpSpPr/>
          <p:nvPr/>
        </p:nvGrpSpPr>
        <p:grpSpPr>
          <a:xfrm>
            <a:off x="7624517" y="971307"/>
            <a:ext cx="804565" cy="677795"/>
            <a:chOff x="7636443" y="1204988"/>
            <a:chExt cx="804565" cy="677795"/>
          </a:xfrm>
        </p:grpSpPr>
        <p:grpSp>
          <p:nvGrpSpPr>
            <p:cNvPr id="5211" name="Google Shape;5211;p59"/>
            <p:cNvGrpSpPr/>
            <p:nvPr/>
          </p:nvGrpSpPr>
          <p:grpSpPr>
            <a:xfrm>
              <a:off x="7636443" y="1509705"/>
              <a:ext cx="804565" cy="373078"/>
              <a:chOff x="7636443" y="1509705"/>
              <a:chExt cx="804565" cy="373078"/>
            </a:xfrm>
          </p:grpSpPr>
          <p:sp>
            <p:nvSpPr>
              <p:cNvPr id="5212" name="Google Shape;5212;p5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59"/>
            <p:cNvGrpSpPr/>
            <p:nvPr/>
          </p:nvGrpSpPr>
          <p:grpSpPr>
            <a:xfrm>
              <a:off x="7636443" y="1408133"/>
              <a:ext cx="804565" cy="373078"/>
              <a:chOff x="7636443" y="1408133"/>
              <a:chExt cx="804565" cy="373078"/>
            </a:xfrm>
          </p:grpSpPr>
          <p:sp>
            <p:nvSpPr>
              <p:cNvPr id="5215" name="Google Shape;5215;p5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7" name="Google Shape;5217;p59"/>
            <p:cNvGrpSpPr/>
            <p:nvPr/>
          </p:nvGrpSpPr>
          <p:grpSpPr>
            <a:xfrm>
              <a:off x="7636443" y="1306560"/>
              <a:ext cx="804565" cy="373078"/>
              <a:chOff x="7636443" y="1306560"/>
              <a:chExt cx="804565" cy="373078"/>
            </a:xfrm>
          </p:grpSpPr>
          <p:sp>
            <p:nvSpPr>
              <p:cNvPr id="5218" name="Google Shape;5218;p5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0" name="Google Shape;5220;p59"/>
            <p:cNvGrpSpPr/>
            <p:nvPr/>
          </p:nvGrpSpPr>
          <p:grpSpPr>
            <a:xfrm>
              <a:off x="7636443" y="1204988"/>
              <a:ext cx="804565" cy="373078"/>
              <a:chOff x="7636443" y="1204988"/>
              <a:chExt cx="804565" cy="373078"/>
            </a:xfrm>
          </p:grpSpPr>
          <p:sp>
            <p:nvSpPr>
              <p:cNvPr id="5221" name="Google Shape;5221;p5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3" name="Google Shape;5223;p59"/>
          <p:cNvGrpSpPr/>
          <p:nvPr/>
        </p:nvGrpSpPr>
        <p:grpSpPr>
          <a:xfrm>
            <a:off x="4963363" y="1878721"/>
            <a:ext cx="661339" cy="661188"/>
            <a:chOff x="3990000" y="975400"/>
            <a:chExt cx="3934200" cy="3933300"/>
          </a:xfrm>
        </p:grpSpPr>
        <p:sp>
          <p:nvSpPr>
            <p:cNvPr id="5224" name="Google Shape;5224;p5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8" name="Google Shape;5228;p59"/>
          <p:cNvGrpSpPr/>
          <p:nvPr/>
        </p:nvGrpSpPr>
        <p:grpSpPr>
          <a:xfrm>
            <a:off x="6607011" y="1857359"/>
            <a:ext cx="868881" cy="684241"/>
            <a:chOff x="6598259" y="2078634"/>
            <a:chExt cx="868881" cy="684241"/>
          </a:xfrm>
        </p:grpSpPr>
        <p:sp>
          <p:nvSpPr>
            <p:cNvPr id="5229" name="Google Shape;5229;p5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35" name="Google Shape;5235;p59"/>
            <p:cNvGrpSpPr/>
            <p:nvPr/>
          </p:nvGrpSpPr>
          <p:grpSpPr>
            <a:xfrm>
              <a:off x="6808175" y="2078634"/>
              <a:ext cx="452229" cy="684241"/>
              <a:chOff x="6808175" y="2078634"/>
              <a:chExt cx="452229" cy="684241"/>
            </a:xfrm>
          </p:grpSpPr>
          <p:sp>
            <p:nvSpPr>
              <p:cNvPr id="5236" name="Google Shape;5236;p5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2" name="Google Shape;5242;p59"/>
              <p:cNvGrpSpPr/>
              <p:nvPr/>
            </p:nvGrpSpPr>
            <p:grpSpPr>
              <a:xfrm>
                <a:off x="6821586" y="2078634"/>
                <a:ext cx="426871" cy="684241"/>
                <a:chOff x="6821586" y="2078634"/>
                <a:chExt cx="426871" cy="684241"/>
              </a:xfrm>
            </p:grpSpPr>
            <p:grpSp>
              <p:nvGrpSpPr>
                <p:cNvPr id="5243" name="Google Shape;5243;p59"/>
                <p:cNvGrpSpPr/>
                <p:nvPr/>
              </p:nvGrpSpPr>
              <p:grpSpPr>
                <a:xfrm>
                  <a:off x="6821586" y="2078634"/>
                  <a:ext cx="426871" cy="684241"/>
                  <a:chOff x="6821586" y="2078634"/>
                  <a:chExt cx="426871" cy="684241"/>
                </a:xfrm>
              </p:grpSpPr>
              <p:sp>
                <p:nvSpPr>
                  <p:cNvPr id="5244" name="Google Shape;5244;p5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63" name="Google Shape;5263;p5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69" name="Google Shape;5269;p59"/>
          <p:cNvGrpSpPr/>
          <p:nvPr/>
        </p:nvGrpSpPr>
        <p:grpSpPr>
          <a:xfrm>
            <a:off x="5780178" y="1862968"/>
            <a:ext cx="671358" cy="671358"/>
            <a:chOff x="6535625" y="760425"/>
            <a:chExt cx="1665900" cy="1665900"/>
          </a:xfrm>
        </p:grpSpPr>
        <p:sp>
          <p:nvSpPr>
            <p:cNvPr id="5270" name="Google Shape;5270;p5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 name="Google Shape;5274;p59"/>
          <p:cNvGrpSpPr/>
          <p:nvPr/>
        </p:nvGrpSpPr>
        <p:grpSpPr>
          <a:xfrm>
            <a:off x="716994" y="3531369"/>
            <a:ext cx="1340789" cy="640830"/>
            <a:chOff x="238125" y="1151100"/>
            <a:chExt cx="7139450" cy="3412300"/>
          </a:xfrm>
        </p:grpSpPr>
        <p:sp>
          <p:nvSpPr>
            <p:cNvPr id="5275" name="Google Shape;5275;p5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 name="Google Shape;5287;p59"/>
          <p:cNvGrpSpPr/>
          <p:nvPr/>
        </p:nvGrpSpPr>
        <p:grpSpPr>
          <a:xfrm>
            <a:off x="5584217" y="2734650"/>
            <a:ext cx="985357" cy="585764"/>
            <a:chOff x="5145061" y="2881789"/>
            <a:chExt cx="1107641" cy="658458"/>
          </a:xfrm>
        </p:grpSpPr>
        <p:grpSp>
          <p:nvGrpSpPr>
            <p:cNvPr id="5288" name="Google Shape;5288;p59"/>
            <p:cNvGrpSpPr/>
            <p:nvPr/>
          </p:nvGrpSpPr>
          <p:grpSpPr>
            <a:xfrm>
              <a:off x="5722989" y="3244587"/>
              <a:ext cx="529713" cy="295659"/>
              <a:chOff x="5722989" y="3244587"/>
              <a:chExt cx="529713" cy="295659"/>
            </a:xfrm>
          </p:grpSpPr>
          <p:sp>
            <p:nvSpPr>
              <p:cNvPr id="5289" name="Google Shape;5289;p5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90" name="Google Shape;5290;p5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291" name="Google Shape;5291;p59"/>
            <p:cNvGrpSpPr/>
            <p:nvPr/>
          </p:nvGrpSpPr>
          <p:grpSpPr>
            <a:xfrm>
              <a:off x="5145061" y="3244587"/>
              <a:ext cx="536807" cy="295659"/>
              <a:chOff x="5145061" y="3244587"/>
              <a:chExt cx="536807" cy="295659"/>
            </a:xfrm>
          </p:grpSpPr>
          <p:sp>
            <p:nvSpPr>
              <p:cNvPr id="5292" name="Google Shape;5292;p5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93" name="Google Shape;5293;p5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294" name="Google Shape;5294;p59"/>
            <p:cNvGrpSpPr/>
            <p:nvPr/>
          </p:nvGrpSpPr>
          <p:grpSpPr>
            <a:xfrm>
              <a:off x="5341327" y="2898245"/>
              <a:ext cx="532309" cy="614891"/>
              <a:chOff x="5341327" y="2898245"/>
              <a:chExt cx="532309" cy="614891"/>
            </a:xfrm>
          </p:grpSpPr>
          <p:sp>
            <p:nvSpPr>
              <p:cNvPr id="5295" name="Google Shape;5295;p5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96" name="Google Shape;5296;p5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297" name="Google Shape;5297;p59"/>
            <p:cNvGrpSpPr/>
            <p:nvPr/>
          </p:nvGrpSpPr>
          <p:grpSpPr>
            <a:xfrm>
              <a:off x="5532290" y="2881789"/>
              <a:ext cx="620516" cy="305456"/>
              <a:chOff x="5532290" y="2881789"/>
              <a:chExt cx="620516" cy="305456"/>
            </a:xfrm>
          </p:grpSpPr>
          <p:sp>
            <p:nvSpPr>
              <p:cNvPr id="5298" name="Google Shape;5298;p5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99" name="Google Shape;5299;p5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300" name="Google Shape;5300;p59"/>
          <p:cNvGrpSpPr/>
          <p:nvPr/>
        </p:nvGrpSpPr>
        <p:grpSpPr>
          <a:xfrm>
            <a:off x="8163140" y="3526708"/>
            <a:ext cx="269068" cy="645491"/>
            <a:chOff x="7026852" y="3311869"/>
            <a:chExt cx="434331" cy="1041954"/>
          </a:xfrm>
        </p:grpSpPr>
        <p:sp>
          <p:nvSpPr>
            <p:cNvPr id="5301" name="Google Shape;5301;p5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 name="Google Shape;5304;p59"/>
          <p:cNvGrpSpPr/>
          <p:nvPr/>
        </p:nvGrpSpPr>
        <p:grpSpPr>
          <a:xfrm>
            <a:off x="6179721" y="3565945"/>
            <a:ext cx="293882" cy="293836"/>
            <a:chOff x="4873519" y="3311869"/>
            <a:chExt cx="499374" cy="499296"/>
          </a:xfrm>
        </p:grpSpPr>
        <p:sp>
          <p:nvSpPr>
            <p:cNvPr id="5305" name="Google Shape;5305;p5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 name="Google Shape;5307;p59"/>
          <p:cNvGrpSpPr/>
          <p:nvPr/>
        </p:nvGrpSpPr>
        <p:grpSpPr>
          <a:xfrm>
            <a:off x="6179721" y="3878317"/>
            <a:ext cx="293882" cy="293882"/>
            <a:chOff x="4873519" y="3875839"/>
            <a:chExt cx="499374" cy="499374"/>
          </a:xfrm>
        </p:grpSpPr>
        <p:sp>
          <p:nvSpPr>
            <p:cNvPr id="5308" name="Google Shape;5308;p5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0" name="Google Shape;5310;p59"/>
          <p:cNvGrpSpPr/>
          <p:nvPr/>
        </p:nvGrpSpPr>
        <p:grpSpPr>
          <a:xfrm>
            <a:off x="2410248" y="1850269"/>
            <a:ext cx="698104" cy="698208"/>
            <a:chOff x="2565073" y="2075876"/>
            <a:chExt cx="672482" cy="672518"/>
          </a:xfrm>
        </p:grpSpPr>
        <p:sp>
          <p:nvSpPr>
            <p:cNvPr id="5311" name="Google Shape;5311;p5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7" name="Google Shape;5317;p59"/>
          <p:cNvGrpSpPr/>
          <p:nvPr/>
        </p:nvGrpSpPr>
        <p:grpSpPr>
          <a:xfrm>
            <a:off x="5633660" y="3534870"/>
            <a:ext cx="438354" cy="637329"/>
            <a:chOff x="1697726" y="3244179"/>
            <a:chExt cx="788124" cy="1146069"/>
          </a:xfrm>
        </p:grpSpPr>
        <p:sp>
          <p:nvSpPr>
            <p:cNvPr id="5318" name="Google Shape;531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0" name="Google Shape;5320;p59"/>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1" name="Google Shape;5321;p59"/>
          <p:cNvGrpSpPr/>
          <p:nvPr/>
        </p:nvGrpSpPr>
        <p:grpSpPr>
          <a:xfrm>
            <a:off x="7634874" y="1863232"/>
            <a:ext cx="799565" cy="670282"/>
            <a:chOff x="7617850" y="2063282"/>
            <a:chExt cx="799565" cy="670282"/>
          </a:xfrm>
        </p:grpSpPr>
        <p:cxnSp>
          <p:nvCxnSpPr>
            <p:cNvPr id="5322" name="Google Shape;5322;p5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23" name="Google Shape;5323;p5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24" name="Google Shape;5324;p5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25" name="Google Shape;5325;p5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26" name="Google Shape;5326;p5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327" name="Google Shape;5327;p5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328" name="Google Shape;5328;p59"/>
            <p:cNvGrpSpPr/>
            <p:nvPr/>
          </p:nvGrpSpPr>
          <p:grpSpPr>
            <a:xfrm>
              <a:off x="7734309" y="2063282"/>
              <a:ext cx="570957" cy="620095"/>
              <a:chOff x="7734309" y="2063282"/>
              <a:chExt cx="570957" cy="620095"/>
            </a:xfrm>
          </p:grpSpPr>
          <p:grpSp>
            <p:nvGrpSpPr>
              <p:cNvPr id="5329" name="Google Shape;5329;p59"/>
              <p:cNvGrpSpPr/>
              <p:nvPr/>
            </p:nvGrpSpPr>
            <p:grpSpPr>
              <a:xfrm>
                <a:off x="8031573" y="2063282"/>
                <a:ext cx="273693" cy="620095"/>
                <a:chOff x="8031573" y="2063282"/>
                <a:chExt cx="273693" cy="620095"/>
              </a:xfrm>
            </p:grpSpPr>
            <p:sp>
              <p:nvSpPr>
                <p:cNvPr id="5330" name="Google Shape;5330;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4" name="Google Shape;5334;p59"/>
              <p:cNvGrpSpPr/>
              <p:nvPr/>
            </p:nvGrpSpPr>
            <p:grpSpPr>
              <a:xfrm flipH="1">
                <a:off x="7734309" y="2063282"/>
                <a:ext cx="273693" cy="620095"/>
                <a:chOff x="8031573" y="2063282"/>
                <a:chExt cx="273693" cy="620095"/>
              </a:xfrm>
            </p:grpSpPr>
            <p:sp>
              <p:nvSpPr>
                <p:cNvPr id="5335" name="Google Shape;5335;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339" name="Google Shape;5339;p59"/>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9"/>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1" name="Google Shape;5341;p59"/>
          <p:cNvGrpSpPr/>
          <p:nvPr/>
        </p:nvGrpSpPr>
        <p:grpSpPr>
          <a:xfrm>
            <a:off x="7821480" y="2716716"/>
            <a:ext cx="602567" cy="601884"/>
            <a:chOff x="1186975" y="238125"/>
            <a:chExt cx="5244275" cy="5238325"/>
          </a:xfrm>
        </p:grpSpPr>
        <p:sp>
          <p:nvSpPr>
            <p:cNvPr id="5342" name="Google Shape;5342;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6" name="Google Shape;5346;p59"/>
          <p:cNvGrpSpPr/>
          <p:nvPr/>
        </p:nvGrpSpPr>
        <p:grpSpPr>
          <a:xfrm>
            <a:off x="3264218" y="1856199"/>
            <a:ext cx="651848" cy="687338"/>
            <a:chOff x="3400515" y="2056248"/>
            <a:chExt cx="698134" cy="735987"/>
          </a:xfrm>
        </p:grpSpPr>
        <p:grpSp>
          <p:nvGrpSpPr>
            <p:cNvPr id="5347" name="Google Shape;5347;p59"/>
            <p:cNvGrpSpPr/>
            <p:nvPr/>
          </p:nvGrpSpPr>
          <p:grpSpPr>
            <a:xfrm>
              <a:off x="3400515" y="2283913"/>
              <a:ext cx="312919" cy="219900"/>
              <a:chOff x="3400515" y="2283913"/>
              <a:chExt cx="312919" cy="219900"/>
            </a:xfrm>
          </p:grpSpPr>
          <p:sp>
            <p:nvSpPr>
              <p:cNvPr id="5348" name="Google Shape;5348;p5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49" name="Google Shape;5349;p5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350" name="Google Shape;5350;p59"/>
            <p:cNvGrpSpPr/>
            <p:nvPr/>
          </p:nvGrpSpPr>
          <p:grpSpPr>
            <a:xfrm>
              <a:off x="3547823" y="2461089"/>
              <a:ext cx="219900" cy="331146"/>
              <a:chOff x="3547823" y="2461089"/>
              <a:chExt cx="219900" cy="331146"/>
            </a:xfrm>
          </p:grpSpPr>
          <p:sp>
            <p:nvSpPr>
              <p:cNvPr id="5351" name="Google Shape;5351;p5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52" name="Google Shape;5352;p5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353" name="Google Shape;5353;p59"/>
            <p:cNvGrpSpPr/>
            <p:nvPr/>
          </p:nvGrpSpPr>
          <p:grpSpPr>
            <a:xfrm>
              <a:off x="3734138" y="2461089"/>
              <a:ext cx="219900" cy="331146"/>
              <a:chOff x="3734138" y="2461089"/>
              <a:chExt cx="219900" cy="331146"/>
            </a:xfrm>
          </p:grpSpPr>
          <p:sp>
            <p:nvSpPr>
              <p:cNvPr id="5354" name="Google Shape;5354;p5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55" name="Google Shape;5355;p5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356" name="Google Shape;5356;p59"/>
            <p:cNvGrpSpPr/>
            <p:nvPr/>
          </p:nvGrpSpPr>
          <p:grpSpPr>
            <a:xfrm>
              <a:off x="3787560" y="2281742"/>
              <a:ext cx="311089" cy="219900"/>
              <a:chOff x="3787560" y="2281742"/>
              <a:chExt cx="311089" cy="219900"/>
            </a:xfrm>
          </p:grpSpPr>
          <p:sp>
            <p:nvSpPr>
              <p:cNvPr id="5357" name="Google Shape;5357;p5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58" name="Google Shape;5358;p5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359" name="Google Shape;5359;p59"/>
            <p:cNvGrpSpPr/>
            <p:nvPr/>
          </p:nvGrpSpPr>
          <p:grpSpPr>
            <a:xfrm>
              <a:off x="3637290" y="2056248"/>
              <a:ext cx="219900" cy="330736"/>
              <a:chOff x="3637290" y="2056248"/>
              <a:chExt cx="219900" cy="330736"/>
            </a:xfrm>
          </p:grpSpPr>
          <p:sp>
            <p:nvSpPr>
              <p:cNvPr id="5360" name="Google Shape;5360;p5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361" name="Google Shape;5361;p5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362" name="Google Shape;5362;p59"/>
          <p:cNvGrpSpPr/>
          <p:nvPr/>
        </p:nvGrpSpPr>
        <p:grpSpPr>
          <a:xfrm>
            <a:off x="2555923" y="2726206"/>
            <a:ext cx="1268144" cy="592394"/>
            <a:chOff x="238125" y="1188750"/>
            <a:chExt cx="7140450" cy="3335550"/>
          </a:xfrm>
        </p:grpSpPr>
        <p:sp>
          <p:nvSpPr>
            <p:cNvPr id="5363" name="Google Shape;5363;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8" name="Google Shape;5368;p59"/>
          <p:cNvGrpSpPr/>
          <p:nvPr/>
        </p:nvGrpSpPr>
        <p:grpSpPr>
          <a:xfrm>
            <a:off x="6663824" y="2728360"/>
            <a:ext cx="1053944" cy="590147"/>
            <a:chOff x="238125" y="1335475"/>
            <a:chExt cx="5418735" cy="3034175"/>
          </a:xfrm>
        </p:grpSpPr>
        <p:sp>
          <p:nvSpPr>
            <p:cNvPr id="5369" name="Google Shape;5369;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2" name="Google Shape;5372;p59"/>
          <p:cNvGrpSpPr/>
          <p:nvPr/>
        </p:nvGrpSpPr>
        <p:grpSpPr>
          <a:xfrm>
            <a:off x="4094633" y="3533260"/>
            <a:ext cx="1268207" cy="638939"/>
            <a:chOff x="3967651" y="3645904"/>
            <a:chExt cx="1479304" cy="745292"/>
          </a:xfrm>
        </p:grpSpPr>
        <p:grpSp>
          <p:nvGrpSpPr>
            <p:cNvPr id="5373" name="Google Shape;5373;p59"/>
            <p:cNvGrpSpPr/>
            <p:nvPr/>
          </p:nvGrpSpPr>
          <p:grpSpPr>
            <a:xfrm>
              <a:off x="3967651" y="4009026"/>
              <a:ext cx="1479304" cy="382170"/>
              <a:chOff x="3967651" y="4009026"/>
              <a:chExt cx="1479304" cy="382170"/>
            </a:xfrm>
          </p:grpSpPr>
          <p:grpSp>
            <p:nvGrpSpPr>
              <p:cNvPr id="5374" name="Google Shape;5374;p59"/>
              <p:cNvGrpSpPr/>
              <p:nvPr/>
            </p:nvGrpSpPr>
            <p:grpSpPr>
              <a:xfrm>
                <a:off x="4892216" y="4195630"/>
                <a:ext cx="554739" cy="195566"/>
                <a:chOff x="3604375" y="4892160"/>
                <a:chExt cx="1651500" cy="582215"/>
              </a:xfrm>
            </p:grpSpPr>
            <p:sp>
              <p:nvSpPr>
                <p:cNvPr id="5375" name="Google Shape;5375;p5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7" name="Google Shape;5377;p59"/>
              <p:cNvGrpSpPr/>
              <p:nvPr/>
            </p:nvGrpSpPr>
            <p:grpSpPr>
              <a:xfrm>
                <a:off x="3967651" y="4146303"/>
                <a:ext cx="579402" cy="244893"/>
                <a:chOff x="851875" y="4745310"/>
                <a:chExt cx="1724925" cy="729065"/>
              </a:xfrm>
            </p:grpSpPr>
            <p:sp>
              <p:nvSpPr>
                <p:cNvPr id="5378" name="Google Shape;5378;p5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0" name="Google Shape;5380;p59"/>
              <p:cNvGrpSpPr/>
              <p:nvPr/>
            </p:nvGrpSpPr>
            <p:grpSpPr>
              <a:xfrm>
                <a:off x="4460753" y="4009026"/>
                <a:ext cx="493110" cy="382170"/>
                <a:chOff x="2319875" y="4336625"/>
                <a:chExt cx="1468025" cy="1137750"/>
              </a:xfrm>
            </p:grpSpPr>
            <p:sp>
              <p:nvSpPr>
                <p:cNvPr id="5381" name="Google Shape;5381;p5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83" name="Google Shape;5383;p59"/>
            <p:cNvGrpSpPr/>
            <p:nvPr/>
          </p:nvGrpSpPr>
          <p:grpSpPr>
            <a:xfrm>
              <a:off x="4479443" y="3645904"/>
              <a:ext cx="455965" cy="388789"/>
              <a:chOff x="2957425" y="238100"/>
              <a:chExt cx="1910200" cy="1628775"/>
            </a:xfrm>
          </p:grpSpPr>
          <p:sp>
            <p:nvSpPr>
              <p:cNvPr id="5384" name="Google Shape;5384;p5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94" name="Google Shape;5394;p59"/>
          <p:cNvGrpSpPr/>
          <p:nvPr/>
        </p:nvGrpSpPr>
        <p:grpSpPr>
          <a:xfrm>
            <a:off x="2480746" y="3534460"/>
            <a:ext cx="1243128" cy="637739"/>
            <a:chOff x="2496310" y="3693351"/>
            <a:chExt cx="1342906" cy="688926"/>
          </a:xfrm>
        </p:grpSpPr>
        <p:grpSp>
          <p:nvGrpSpPr>
            <p:cNvPr id="5395" name="Google Shape;5395;p59"/>
            <p:cNvGrpSpPr/>
            <p:nvPr/>
          </p:nvGrpSpPr>
          <p:grpSpPr>
            <a:xfrm>
              <a:off x="2496310" y="3693351"/>
              <a:ext cx="1342906" cy="688875"/>
              <a:chOff x="2496310" y="3693351"/>
              <a:chExt cx="1342906" cy="688875"/>
            </a:xfrm>
          </p:grpSpPr>
          <p:sp>
            <p:nvSpPr>
              <p:cNvPr id="5396" name="Google Shape;5396;p5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02" name="Google Shape;5402;p59"/>
              <p:cNvCxnSpPr>
                <a:stCxn id="5400"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403" name="Google Shape;5403;p59"/>
              <p:cNvCxnSpPr>
                <a:stCxn id="5397"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404" name="Google Shape;5404;p59"/>
              <p:cNvCxnSpPr>
                <a:stCxn id="5398"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405" name="Google Shape;5405;p59"/>
              <p:cNvCxnSpPr>
                <a:stCxn id="5401"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406" name="Google Shape;5406;p59"/>
              <p:cNvCxnSpPr>
                <a:stCxn id="5399"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407" name="Google Shape;5407;p59"/>
            <p:cNvGrpSpPr/>
            <p:nvPr/>
          </p:nvGrpSpPr>
          <p:grpSpPr>
            <a:xfrm>
              <a:off x="2675275" y="3930557"/>
              <a:ext cx="1003306" cy="451719"/>
              <a:chOff x="2675275" y="4174282"/>
              <a:chExt cx="1003306" cy="451719"/>
            </a:xfrm>
          </p:grpSpPr>
          <p:sp>
            <p:nvSpPr>
              <p:cNvPr id="5408" name="Google Shape;5408;p5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1" name="Google Shape;5411;p59"/>
          <p:cNvGrpSpPr/>
          <p:nvPr/>
        </p:nvGrpSpPr>
        <p:grpSpPr>
          <a:xfrm>
            <a:off x="1654417" y="971307"/>
            <a:ext cx="574511" cy="874709"/>
            <a:chOff x="1715404" y="1112080"/>
            <a:chExt cx="642270" cy="977984"/>
          </a:xfrm>
        </p:grpSpPr>
        <p:grpSp>
          <p:nvGrpSpPr>
            <p:cNvPr id="5412" name="Google Shape;5412;p59"/>
            <p:cNvGrpSpPr/>
            <p:nvPr/>
          </p:nvGrpSpPr>
          <p:grpSpPr>
            <a:xfrm>
              <a:off x="1715404" y="1112080"/>
              <a:ext cx="642270" cy="977984"/>
              <a:chOff x="1715404" y="1112080"/>
              <a:chExt cx="642270" cy="977984"/>
            </a:xfrm>
          </p:grpSpPr>
          <p:sp>
            <p:nvSpPr>
              <p:cNvPr id="5413" name="Google Shape;5413;p5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5" name="Google Shape;5415;p59"/>
            <p:cNvGrpSpPr/>
            <p:nvPr/>
          </p:nvGrpSpPr>
          <p:grpSpPr>
            <a:xfrm>
              <a:off x="1768927" y="1165603"/>
              <a:ext cx="535225" cy="851367"/>
              <a:chOff x="1768927" y="1165603"/>
              <a:chExt cx="535225" cy="851367"/>
            </a:xfrm>
          </p:grpSpPr>
          <p:sp>
            <p:nvSpPr>
              <p:cNvPr id="5416" name="Google Shape;5416;p5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59"/>
            <p:cNvGrpSpPr/>
            <p:nvPr/>
          </p:nvGrpSpPr>
          <p:grpSpPr>
            <a:xfrm>
              <a:off x="1822449" y="1219125"/>
              <a:ext cx="428180" cy="718859"/>
              <a:chOff x="1822449" y="1219125"/>
              <a:chExt cx="428180" cy="718859"/>
            </a:xfrm>
          </p:grpSpPr>
          <p:sp>
            <p:nvSpPr>
              <p:cNvPr id="5419" name="Google Shape;5419;p5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59"/>
            <p:cNvGrpSpPr/>
            <p:nvPr/>
          </p:nvGrpSpPr>
          <p:grpSpPr>
            <a:xfrm>
              <a:off x="1875972" y="1272648"/>
              <a:ext cx="321135" cy="586939"/>
              <a:chOff x="1875972" y="1272648"/>
              <a:chExt cx="321135" cy="586939"/>
            </a:xfrm>
          </p:grpSpPr>
          <p:sp>
            <p:nvSpPr>
              <p:cNvPr id="5422" name="Google Shape;5422;p5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24" name="Google Shape;5424;p59"/>
          <p:cNvGrpSpPr/>
          <p:nvPr/>
        </p:nvGrpSpPr>
        <p:grpSpPr>
          <a:xfrm>
            <a:off x="7761578" y="3528028"/>
            <a:ext cx="293855" cy="644170"/>
            <a:chOff x="241025" y="3151575"/>
            <a:chExt cx="293855" cy="644170"/>
          </a:xfrm>
        </p:grpSpPr>
        <p:sp>
          <p:nvSpPr>
            <p:cNvPr id="5425" name="Google Shape;5425;p5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7" name="Google Shape;5427;p59"/>
          <p:cNvGrpSpPr/>
          <p:nvPr/>
        </p:nvGrpSpPr>
        <p:grpSpPr>
          <a:xfrm>
            <a:off x="709562" y="2728028"/>
            <a:ext cx="1779649" cy="591620"/>
            <a:chOff x="246070" y="1983375"/>
            <a:chExt cx="1855347" cy="616849"/>
          </a:xfrm>
        </p:grpSpPr>
        <p:sp>
          <p:nvSpPr>
            <p:cNvPr id="5428" name="Google Shape;5428;p5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7" name="Google Shape;5437;p59"/>
          <p:cNvGrpSpPr/>
          <p:nvPr/>
        </p:nvGrpSpPr>
        <p:grpSpPr>
          <a:xfrm>
            <a:off x="2320428" y="971307"/>
            <a:ext cx="711055" cy="745993"/>
            <a:chOff x="2496269" y="1171698"/>
            <a:chExt cx="761953" cy="799392"/>
          </a:xfrm>
        </p:grpSpPr>
        <p:grpSp>
          <p:nvGrpSpPr>
            <p:cNvPr id="5438" name="Google Shape;5438;p59"/>
            <p:cNvGrpSpPr/>
            <p:nvPr/>
          </p:nvGrpSpPr>
          <p:grpSpPr>
            <a:xfrm>
              <a:off x="2496269" y="1171698"/>
              <a:ext cx="761953" cy="723022"/>
              <a:chOff x="2496269" y="1171698"/>
              <a:chExt cx="761953" cy="723022"/>
            </a:xfrm>
          </p:grpSpPr>
          <p:sp>
            <p:nvSpPr>
              <p:cNvPr id="5439" name="Google Shape;5439;p5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1" name="Google Shape;5441;p59"/>
              <p:cNvGrpSpPr/>
              <p:nvPr/>
            </p:nvGrpSpPr>
            <p:grpSpPr>
              <a:xfrm>
                <a:off x="2496269" y="1171698"/>
                <a:ext cx="761953" cy="723022"/>
                <a:chOff x="2496269" y="1120652"/>
                <a:chExt cx="761953" cy="723022"/>
              </a:xfrm>
            </p:grpSpPr>
            <p:grpSp>
              <p:nvGrpSpPr>
                <p:cNvPr id="5442" name="Google Shape;5442;p59"/>
                <p:cNvGrpSpPr/>
                <p:nvPr/>
              </p:nvGrpSpPr>
              <p:grpSpPr>
                <a:xfrm>
                  <a:off x="2496269" y="1120652"/>
                  <a:ext cx="761953" cy="723022"/>
                  <a:chOff x="2496269" y="1120652"/>
                  <a:chExt cx="761953" cy="723022"/>
                </a:xfrm>
              </p:grpSpPr>
              <p:grpSp>
                <p:nvGrpSpPr>
                  <p:cNvPr id="5443" name="Google Shape;5443;p59"/>
                  <p:cNvGrpSpPr/>
                  <p:nvPr/>
                </p:nvGrpSpPr>
                <p:grpSpPr>
                  <a:xfrm>
                    <a:off x="2496269" y="1304589"/>
                    <a:ext cx="407089" cy="305057"/>
                    <a:chOff x="2496269" y="1304589"/>
                    <a:chExt cx="407089" cy="305057"/>
                  </a:xfrm>
                </p:grpSpPr>
                <p:sp>
                  <p:nvSpPr>
                    <p:cNvPr id="5444" name="Google Shape;5444;p5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6" name="Google Shape;5446;p59"/>
                  <p:cNvGrpSpPr/>
                  <p:nvPr/>
                </p:nvGrpSpPr>
                <p:grpSpPr>
                  <a:xfrm>
                    <a:off x="2586468" y="1493376"/>
                    <a:ext cx="358850" cy="349656"/>
                    <a:chOff x="2586468" y="1493376"/>
                    <a:chExt cx="358850" cy="349656"/>
                  </a:xfrm>
                </p:grpSpPr>
                <p:sp>
                  <p:nvSpPr>
                    <p:cNvPr id="5447" name="Google Shape;5447;p5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9" name="Google Shape;5449;p59"/>
                  <p:cNvGrpSpPr/>
                  <p:nvPr/>
                </p:nvGrpSpPr>
                <p:grpSpPr>
                  <a:xfrm>
                    <a:off x="2807939" y="1494024"/>
                    <a:ext cx="358857" cy="349650"/>
                    <a:chOff x="2807939" y="1494024"/>
                    <a:chExt cx="358857" cy="349650"/>
                  </a:xfrm>
                </p:grpSpPr>
                <p:sp>
                  <p:nvSpPr>
                    <p:cNvPr id="5450" name="Google Shape;5450;p5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2" name="Google Shape;5452;p59"/>
                  <p:cNvGrpSpPr/>
                  <p:nvPr/>
                </p:nvGrpSpPr>
                <p:grpSpPr>
                  <a:xfrm>
                    <a:off x="2851133" y="1305635"/>
                    <a:ext cx="407089" cy="305057"/>
                    <a:chOff x="2851133" y="1305635"/>
                    <a:chExt cx="407089" cy="305057"/>
                  </a:xfrm>
                </p:grpSpPr>
                <p:sp>
                  <p:nvSpPr>
                    <p:cNvPr id="5453" name="Google Shape;5453;p5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5" name="Google Shape;5455;p59"/>
                  <p:cNvGrpSpPr/>
                  <p:nvPr/>
                </p:nvGrpSpPr>
                <p:grpSpPr>
                  <a:xfrm>
                    <a:off x="2727495" y="1120652"/>
                    <a:ext cx="300271" cy="396358"/>
                    <a:chOff x="2727495" y="1120652"/>
                    <a:chExt cx="300271" cy="396358"/>
                  </a:xfrm>
                </p:grpSpPr>
                <p:sp>
                  <p:nvSpPr>
                    <p:cNvPr id="5456" name="Google Shape;5456;p5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58" name="Google Shape;5458;p59"/>
                <p:cNvGrpSpPr/>
                <p:nvPr/>
              </p:nvGrpSpPr>
              <p:grpSpPr>
                <a:xfrm>
                  <a:off x="2722305" y="1350460"/>
                  <a:ext cx="308357" cy="308344"/>
                  <a:chOff x="2722305" y="1350460"/>
                  <a:chExt cx="308357" cy="308344"/>
                </a:xfrm>
              </p:grpSpPr>
              <p:sp>
                <p:nvSpPr>
                  <p:cNvPr id="5459" name="Google Shape;5459;p5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0" name="Google Shape;5460;p59"/>
                  <p:cNvGrpSpPr/>
                  <p:nvPr/>
                </p:nvGrpSpPr>
                <p:grpSpPr>
                  <a:xfrm>
                    <a:off x="2725064" y="1364529"/>
                    <a:ext cx="297954" cy="280182"/>
                    <a:chOff x="2725064" y="1364529"/>
                    <a:chExt cx="297954" cy="280182"/>
                  </a:xfrm>
                </p:grpSpPr>
                <p:sp>
                  <p:nvSpPr>
                    <p:cNvPr id="5461" name="Google Shape;5461;p5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466" name="Google Shape;5466;p5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1" name="Google Shape;5471;p59"/>
          <p:cNvGrpSpPr/>
          <p:nvPr/>
        </p:nvGrpSpPr>
        <p:grpSpPr>
          <a:xfrm>
            <a:off x="3909129" y="2727412"/>
            <a:ext cx="1569144" cy="591015"/>
            <a:chOff x="3820100" y="3023049"/>
            <a:chExt cx="1303926" cy="491162"/>
          </a:xfrm>
        </p:grpSpPr>
        <p:grpSp>
          <p:nvGrpSpPr>
            <p:cNvPr id="5472" name="Google Shape;5472;p59"/>
            <p:cNvGrpSpPr/>
            <p:nvPr/>
          </p:nvGrpSpPr>
          <p:grpSpPr>
            <a:xfrm>
              <a:off x="3820100" y="3023072"/>
              <a:ext cx="1303926" cy="491139"/>
              <a:chOff x="3820100" y="3023072"/>
              <a:chExt cx="1303926" cy="491139"/>
            </a:xfrm>
          </p:grpSpPr>
          <p:sp>
            <p:nvSpPr>
              <p:cNvPr id="5473" name="Google Shape;5473;p5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59"/>
            <p:cNvGrpSpPr/>
            <p:nvPr/>
          </p:nvGrpSpPr>
          <p:grpSpPr>
            <a:xfrm>
              <a:off x="4132439" y="3023645"/>
              <a:ext cx="393633" cy="177096"/>
              <a:chOff x="4132439" y="3023645"/>
              <a:chExt cx="393633" cy="177096"/>
            </a:xfrm>
          </p:grpSpPr>
          <p:sp>
            <p:nvSpPr>
              <p:cNvPr id="5476" name="Google Shape;5476;p5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8" name="Google Shape;5478;p59"/>
            <p:cNvGrpSpPr/>
            <p:nvPr/>
          </p:nvGrpSpPr>
          <p:grpSpPr>
            <a:xfrm>
              <a:off x="3921811" y="3023049"/>
              <a:ext cx="1002397" cy="388943"/>
              <a:chOff x="3921811" y="3023049"/>
              <a:chExt cx="1002397" cy="388943"/>
            </a:xfrm>
          </p:grpSpPr>
          <p:sp>
            <p:nvSpPr>
              <p:cNvPr id="5479" name="Google Shape;5479;p5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1" name="Google Shape;5481;p59"/>
            <p:cNvGrpSpPr/>
            <p:nvPr/>
          </p:nvGrpSpPr>
          <p:grpSpPr>
            <a:xfrm>
              <a:off x="4023645" y="3023049"/>
              <a:ext cx="683032" cy="286722"/>
              <a:chOff x="4023645" y="3023049"/>
              <a:chExt cx="683032" cy="286722"/>
            </a:xfrm>
          </p:grpSpPr>
          <p:sp>
            <p:nvSpPr>
              <p:cNvPr id="5482" name="Google Shape;5482;p5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84" name="Google Shape;5484;p59"/>
          <p:cNvGrpSpPr/>
          <p:nvPr/>
        </p:nvGrpSpPr>
        <p:grpSpPr>
          <a:xfrm>
            <a:off x="1541251" y="1854258"/>
            <a:ext cx="713522" cy="688025"/>
            <a:chOff x="1706078" y="2092648"/>
            <a:chExt cx="660913" cy="637296"/>
          </a:xfrm>
        </p:grpSpPr>
        <p:sp>
          <p:nvSpPr>
            <p:cNvPr id="5485" name="Google Shape;5485;p5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86" name="Google Shape;5486;p59"/>
            <p:cNvGrpSpPr/>
            <p:nvPr/>
          </p:nvGrpSpPr>
          <p:grpSpPr>
            <a:xfrm>
              <a:off x="1706078" y="2092648"/>
              <a:ext cx="660913" cy="575241"/>
              <a:chOff x="1706078" y="2092648"/>
              <a:chExt cx="660913" cy="575241"/>
            </a:xfrm>
          </p:grpSpPr>
          <p:sp>
            <p:nvSpPr>
              <p:cNvPr id="5487" name="Google Shape;5487;p5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90" name="Google Shape;5490;p59"/>
          <p:cNvGrpSpPr/>
          <p:nvPr/>
        </p:nvGrpSpPr>
        <p:grpSpPr>
          <a:xfrm>
            <a:off x="6303109" y="971806"/>
            <a:ext cx="1317459" cy="684168"/>
            <a:chOff x="238125" y="999450"/>
            <a:chExt cx="7140700" cy="3708225"/>
          </a:xfrm>
        </p:grpSpPr>
        <p:sp>
          <p:nvSpPr>
            <p:cNvPr id="5491" name="Google Shape;5491;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5503"/>
        <p:cNvGrpSpPr/>
        <p:nvPr/>
      </p:nvGrpSpPr>
      <p:grpSpPr>
        <a:xfrm>
          <a:off x="0" y="0"/>
          <a:ext cx="0" cy="0"/>
          <a:chOff x="0" y="0"/>
          <a:chExt cx="0" cy="0"/>
        </a:xfrm>
      </p:grpSpPr>
      <p:grpSp>
        <p:nvGrpSpPr>
          <p:cNvPr id="5504" name="Google Shape;5504;p60"/>
          <p:cNvGrpSpPr/>
          <p:nvPr/>
        </p:nvGrpSpPr>
        <p:grpSpPr>
          <a:xfrm>
            <a:off x="717027" y="967622"/>
            <a:ext cx="1636117" cy="1526144"/>
            <a:chOff x="729238" y="1179665"/>
            <a:chExt cx="1636117" cy="1526144"/>
          </a:xfrm>
        </p:grpSpPr>
        <p:grpSp>
          <p:nvGrpSpPr>
            <p:cNvPr id="5505" name="Google Shape;5505;p60"/>
            <p:cNvGrpSpPr/>
            <p:nvPr/>
          </p:nvGrpSpPr>
          <p:grpSpPr>
            <a:xfrm>
              <a:off x="729238" y="1179665"/>
              <a:ext cx="80700" cy="1526144"/>
              <a:chOff x="729238" y="1179665"/>
              <a:chExt cx="80700" cy="1526144"/>
            </a:xfrm>
          </p:grpSpPr>
          <p:sp>
            <p:nvSpPr>
              <p:cNvPr id="5506" name="Google Shape;5506;p6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6" name="Google Shape;5516;p60"/>
            <p:cNvGrpSpPr/>
            <p:nvPr/>
          </p:nvGrpSpPr>
          <p:grpSpPr>
            <a:xfrm>
              <a:off x="903098" y="1179665"/>
              <a:ext cx="80700" cy="1526144"/>
              <a:chOff x="903098" y="1179665"/>
              <a:chExt cx="80700" cy="1526144"/>
            </a:xfrm>
          </p:grpSpPr>
          <p:sp>
            <p:nvSpPr>
              <p:cNvPr id="5517" name="Google Shape;5517;p6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7" name="Google Shape;5527;p60"/>
            <p:cNvGrpSpPr/>
            <p:nvPr/>
          </p:nvGrpSpPr>
          <p:grpSpPr>
            <a:xfrm>
              <a:off x="1076958" y="1179665"/>
              <a:ext cx="80700" cy="1526144"/>
              <a:chOff x="1076958" y="1179665"/>
              <a:chExt cx="80700" cy="1526144"/>
            </a:xfrm>
          </p:grpSpPr>
          <p:sp>
            <p:nvSpPr>
              <p:cNvPr id="5528" name="Google Shape;5528;p6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8" name="Google Shape;5538;p60"/>
            <p:cNvGrpSpPr/>
            <p:nvPr/>
          </p:nvGrpSpPr>
          <p:grpSpPr>
            <a:xfrm>
              <a:off x="1247707" y="1179665"/>
              <a:ext cx="80700" cy="1526144"/>
              <a:chOff x="1247707" y="1179665"/>
              <a:chExt cx="80700" cy="1526144"/>
            </a:xfrm>
          </p:grpSpPr>
          <p:sp>
            <p:nvSpPr>
              <p:cNvPr id="5539" name="Google Shape;5539;p6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9" name="Google Shape;5549;p60"/>
            <p:cNvGrpSpPr/>
            <p:nvPr/>
          </p:nvGrpSpPr>
          <p:grpSpPr>
            <a:xfrm>
              <a:off x="1421567" y="1179665"/>
              <a:ext cx="80700" cy="1526144"/>
              <a:chOff x="1421567" y="1179665"/>
              <a:chExt cx="80700" cy="1526144"/>
            </a:xfrm>
          </p:grpSpPr>
          <p:sp>
            <p:nvSpPr>
              <p:cNvPr id="5550" name="Google Shape;5550;p6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0" name="Google Shape;5560;p60"/>
            <p:cNvGrpSpPr/>
            <p:nvPr/>
          </p:nvGrpSpPr>
          <p:grpSpPr>
            <a:xfrm>
              <a:off x="1592327" y="1179665"/>
              <a:ext cx="80700" cy="1526144"/>
              <a:chOff x="1592327" y="1179665"/>
              <a:chExt cx="80700" cy="1526144"/>
            </a:xfrm>
          </p:grpSpPr>
          <p:sp>
            <p:nvSpPr>
              <p:cNvPr id="5561" name="Google Shape;5561;p6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1" name="Google Shape;5571;p60"/>
            <p:cNvGrpSpPr/>
            <p:nvPr/>
          </p:nvGrpSpPr>
          <p:grpSpPr>
            <a:xfrm>
              <a:off x="1766187" y="1179665"/>
              <a:ext cx="80700" cy="1526144"/>
              <a:chOff x="1766187" y="1179665"/>
              <a:chExt cx="80700" cy="1526144"/>
            </a:xfrm>
          </p:grpSpPr>
          <p:sp>
            <p:nvSpPr>
              <p:cNvPr id="5572" name="Google Shape;5572;p6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60"/>
            <p:cNvGrpSpPr/>
            <p:nvPr/>
          </p:nvGrpSpPr>
          <p:grpSpPr>
            <a:xfrm>
              <a:off x="1936935" y="1179665"/>
              <a:ext cx="80700" cy="1526144"/>
              <a:chOff x="1936935" y="1179665"/>
              <a:chExt cx="80700" cy="1526144"/>
            </a:xfrm>
          </p:grpSpPr>
          <p:sp>
            <p:nvSpPr>
              <p:cNvPr id="5583" name="Google Shape;5583;p6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3" name="Google Shape;5593;p60"/>
            <p:cNvGrpSpPr/>
            <p:nvPr/>
          </p:nvGrpSpPr>
          <p:grpSpPr>
            <a:xfrm>
              <a:off x="2110795" y="1179665"/>
              <a:ext cx="80700" cy="1526144"/>
              <a:chOff x="2110795" y="1179665"/>
              <a:chExt cx="80700" cy="1526144"/>
            </a:xfrm>
          </p:grpSpPr>
          <p:sp>
            <p:nvSpPr>
              <p:cNvPr id="5594" name="Google Shape;5594;p6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4" name="Google Shape;5604;p60"/>
            <p:cNvGrpSpPr/>
            <p:nvPr/>
          </p:nvGrpSpPr>
          <p:grpSpPr>
            <a:xfrm>
              <a:off x="2284655" y="1179665"/>
              <a:ext cx="80700" cy="1526144"/>
              <a:chOff x="2284655" y="1179665"/>
              <a:chExt cx="80700" cy="1526144"/>
            </a:xfrm>
          </p:grpSpPr>
          <p:sp>
            <p:nvSpPr>
              <p:cNvPr id="5605" name="Google Shape;5605;p6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15" name="Google Shape;5615;p60"/>
          <p:cNvGrpSpPr/>
          <p:nvPr/>
        </p:nvGrpSpPr>
        <p:grpSpPr>
          <a:xfrm>
            <a:off x="2611693" y="986760"/>
            <a:ext cx="1364248" cy="1102133"/>
            <a:chOff x="2623904" y="1198803"/>
            <a:chExt cx="1364248" cy="1102133"/>
          </a:xfrm>
        </p:grpSpPr>
        <p:grpSp>
          <p:nvGrpSpPr>
            <p:cNvPr id="5616" name="Google Shape;5616;p60"/>
            <p:cNvGrpSpPr/>
            <p:nvPr/>
          </p:nvGrpSpPr>
          <p:grpSpPr>
            <a:xfrm>
              <a:off x="2623907" y="1198803"/>
              <a:ext cx="1364245" cy="273000"/>
              <a:chOff x="2623907" y="1198803"/>
              <a:chExt cx="1364245" cy="273000"/>
            </a:xfrm>
          </p:grpSpPr>
          <p:sp>
            <p:nvSpPr>
              <p:cNvPr id="5617" name="Google Shape;5617;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60"/>
            <p:cNvGrpSpPr/>
            <p:nvPr/>
          </p:nvGrpSpPr>
          <p:grpSpPr>
            <a:xfrm>
              <a:off x="2623904" y="1476964"/>
              <a:ext cx="1364245" cy="273000"/>
              <a:chOff x="2623904" y="1476964"/>
              <a:chExt cx="1364245" cy="273000"/>
            </a:xfrm>
          </p:grpSpPr>
          <p:sp>
            <p:nvSpPr>
              <p:cNvPr id="5623" name="Google Shape;5623;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60"/>
            <p:cNvGrpSpPr/>
            <p:nvPr/>
          </p:nvGrpSpPr>
          <p:grpSpPr>
            <a:xfrm>
              <a:off x="2623907" y="1749775"/>
              <a:ext cx="1364245" cy="273000"/>
              <a:chOff x="2623907" y="1749775"/>
              <a:chExt cx="1364245" cy="273000"/>
            </a:xfrm>
          </p:grpSpPr>
          <p:sp>
            <p:nvSpPr>
              <p:cNvPr id="5629" name="Google Shape;5629;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60"/>
            <p:cNvGrpSpPr/>
            <p:nvPr/>
          </p:nvGrpSpPr>
          <p:grpSpPr>
            <a:xfrm>
              <a:off x="2623904" y="2027936"/>
              <a:ext cx="1364245" cy="273000"/>
              <a:chOff x="2623904" y="2027936"/>
              <a:chExt cx="1364245" cy="273000"/>
            </a:xfrm>
          </p:grpSpPr>
          <p:sp>
            <p:nvSpPr>
              <p:cNvPr id="5635" name="Google Shape;5635;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0" name="Google Shape;5640;p60"/>
          <p:cNvGrpSpPr/>
          <p:nvPr/>
        </p:nvGrpSpPr>
        <p:grpSpPr>
          <a:xfrm>
            <a:off x="2601154" y="2445833"/>
            <a:ext cx="1387541" cy="159124"/>
            <a:chOff x="3200660" y="2180272"/>
            <a:chExt cx="2563824" cy="378237"/>
          </a:xfrm>
        </p:grpSpPr>
        <p:sp>
          <p:nvSpPr>
            <p:cNvPr id="5641" name="Google Shape;564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9" name="Google Shape;5659;p60"/>
          <p:cNvGrpSpPr/>
          <p:nvPr/>
        </p:nvGrpSpPr>
        <p:grpSpPr>
          <a:xfrm>
            <a:off x="2597679" y="2723597"/>
            <a:ext cx="1390502" cy="159625"/>
            <a:chOff x="3530150" y="2790075"/>
            <a:chExt cx="1962600" cy="225300"/>
          </a:xfrm>
        </p:grpSpPr>
        <p:sp>
          <p:nvSpPr>
            <p:cNvPr id="5660" name="Google Shape;5660;p6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2" name="Google Shape;5662;p60"/>
          <p:cNvGrpSpPr/>
          <p:nvPr/>
        </p:nvGrpSpPr>
        <p:grpSpPr>
          <a:xfrm>
            <a:off x="2597736" y="3001862"/>
            <a:ext cx="1411629" cy="154175"/>
            <a:chOff x="3558802" y="4011244"/>
            <a:chExt cx="1866000" cy="111600"/>
          </a:xfrm>
        </p:grpSpPr>
        <p:sp>
          <p:nvSpPr>
            <p:cNvPr id="5663" name="Google Shape;5663;p6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5" name="Google Shape;5665;p60"/>
          <p:cNvGrpSpPr/>
          <p:nvPr/>
        </p:nvGrpSpPr>
        <p:grpSpPr>
          <a:xfrm>
            <a:off x="2598024" y="2207432"/>
            <a:ext cx="1383503" cy="119761"/>
            <a:chOff x="3465975" y="2270258"/>
            <a:chExt cx="1986364" cy="171947"/>
          </a:xfrm>
        </p:grpSpPr>
        <p:sp>
          <p:nvSpPr>
            <p:cNvPr id="5666" name="Google Shape;566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4" name="Google Shape;5674;p60"/>
          <p:cNvGrpSpPr/>
          <p:nvPr/>
        </p:nvGrpSpPr>
        <p:grpSpPr>
          <a:xfrm>
            <a:off x="2609031" y="3571205"/>
            <a:ext cx="1369531" cy="195460"/>
            <a:chOff x="723300" y="4253549"/>
            <a:chExt cx="2276482" cy="324900"/>
          </a:xfrm>
        </p:grpSpPr>
        <p:sp>
          <p:nvSpPr>
            <p:cNvPr id="5675" name="Google Shape;567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0" name="Google Shape;5680;p60"/>
          <p:cNvGrpSpPr/>
          <p:nvPr/>
        </p:nvGrpSpPr>
        <p:grpSpPr>
          <a:xfrm>
            <a:off x="2598592" y="3272446"/>
            <a:ext cx="1389066" cy="180119"/>
            <a:chOff x="705948" y="3788465"/>
            <a:chExt cx="2308953" cy="299400"/>
          </a:xfrm>
        </p:grpSpPr>
        <p:sp>
          <p:nvSpPr>
            <p:cNvPr id="5681" name="Google Shape;568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6" name="Google Shape;5686;p60"/>
          <p:cNvGrpSpPr/>
          <p:nvPr/>
        </p:nvGrpSpPr>
        <p:grpSpPr>
          <a:xfrm>
            <a:off x="4195583" y="1876400"/>
            <a:ext cx="1433821" cy="191501"/>
            <a:chOff x="4273350" y="2088443"/>
            <a:chExt cx="1433821" cy="191501"/>
          </a:xfrm>
        </p:grpSpPr>
        <p:grpSp>
          <p:nvGrpSpPr>
            <p:cNvPr id="5687" name="Google Shape;5687;p60"/>
            <p:cNvGrpSpPr/>
            <p:nvPr/>
          </p:nvGrpSpPr>
          <p:grpSpPr>
            <a:xfrm>
              <a:off x="4273350" y="2088443"/>
              <a:ext cx="1433821" cy="0"/>
              <a:chOff x="5224975" y="2962250"/>
              <a:chExt cx="1544400" cy="0"/>
            </a:xfrm>
          </p:grpSpPr>
          <p:cxnSp>
            <p:nvCxnSpPr>
              <p:cNvPr id="5688" name="Google Shape;5688;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689" name="Google Shape;5689;p6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690" name="Google Shape;5690;p60"/>
            <p:cNvGrpSpPr/>
            <p:nvPr/>
          </p:nvGrpSpPr>
          <p:grpSpPr>
            <a:xfrm>
              <a:off x="4273350" y="2279944"/>
              <a:ext cx="1433821" cy="0"/>
              <a:chOff x="5224975" y="2962250"/>
              <a:chExt cx="1544400" cy="0"/>
            </a:xfrm>
          </p:grpSpPr>
          <p:cxnSp>
            <p:nvCxnSpPr>
              <p:cNvPr id="5691" name="Google Shape;5691;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692" name="Google Shape;5692;p6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693" name="Google Shape;5693;p60"/>
          <p:cNvGrpSpPr/>
          <p:nvPr/>
        </p:nvGrpSpPr>
        <p:grpSpPr>
          <a:xfrm>
            <a:off x="2646529" y="3885304"/>
            <a:ext cx="1304609" cy="294074"/>
            <a:chOff x="2658741" y="4097347"/>
            <a:chExt cx="1304609" cy="294074"/>
          </a:xfrm>
        </p:grpSpPr>
        <p:grpSp>
          <p:nvGrpSpPr>
            <p:cNvPr id="5694" name="Google Shape;5694;p60"/>
            <p:cNvGrpSpPr/>
            <p:nvPr/>
          </p:nvGrpSpPr>
          <p:grpSpPr>
            <a:xfrm>
              <a:off x="2658741" y="4097347"/>
              <a:ext cx="118572" cy="294074"/>
              <a:chOff x="3343310" y="4475555"/>
              <a:chExt cx="127717" cy="316753"/>
            </a:xfrm>
          </p:grpSpPr>
          <p:sp>
            <p:nvSpPr>
              <p:cNvPr id="5695" name="Google Shape;5695;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7" name="Google Shape;5697;p60"/>
            <p:cNvGrpSpPr/>
            <p:nvPr/>
          </p:nvGrpSpPr>
          <p:grpSpPr>
            <a:xfrm>
              <a:off x="3815519" y="4098388"/>
              <a:ext cx="147831" cy="291991"/>
              <a:chOff x="3527539" y="4476677"/>
              <a:chExt cx="159232" cy="314510"/>
            </a:xfrm>
          </p:grpSpPr>
          <p:sp>
            <p:nvSpPr>
              <p:cNvPr id="5698" name="Google Shape;5698;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60"/>
            <p:cNvGrpSpPr/>
            <p:nvPr/>
          </p:nvGrpSpPr>
          <p:grpSpPr>
            <a:xfrm>
              <a:off x="3511696" y="4098388"/>
              <a:ext cx="147831" cy="291991"/>
              <a:chOff x="3527539" y="4476677"/>
              <a:chExt cx="159232" cy="314510"/>
            </a:xfrm>
          </p:grpSpPr>
          <p:sp>
            <p:nvSpPr>
              <p:cNvPr id="5701" name="Google Shape;570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3" name="Google Shape;5703;p60"/>
            <p:cNvGrpSpPr/>
            <p:nvPr/>
          </p:nvGrpSpPr>
          <p:grpSpPr>
            <a:xfrm>
              <a:off x="3207874" y="4098388"/>
              <a:ext cx="147831" cy="291991"/>
              <a:chOff x="3527539" y="4476677"/>
              <a:chExt cx="159232" cy="314510"/>
            </a:xfrm>
          </p:grpSpPr>
          <p:sp>
            <p:nvSpPr>
              <p:cNvPr id="5704" name="Google Shape;570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6" name="Google Shape;5706;p60"/>
            <p:cNvGrpSpPr/>
            <p:nvPr/>
          </p:nvGrpSpPr>
          <p:grpSpPr>
            <a:xfrm>
              <a:off x="2933305" y="4097347"/>
              <a:ext cx="118572" cy="294074"/>
              <a:chOff x="3343310" y="4475555"/>
              <a:chExt cx="127717" cy="316753"/>
            </a:xfrm>
          </p:grpSpPr>
          <p:sp>
            <p:nvSpPr>
              <p:cNvPr id="5707" name="Google Shape;5707;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9" name="Google Shape;5709;p60"/>
          <p:cNvGrpSpPr/>
          <p:nvPr/>
        </p:nvGrpSpPr>
        <p:grpSpPr>
          <a:xfrm>
            <a:off x="4197138" y="963998"/>
            <a:ext cx="1430711" cy="751237"/>
            <a:chOff x="5159450" y="1919950"/>
            <a:chExt cx="1541050" cy="862500"/>
          </a:xfrm>
        </p:grpSpPr>
        <p:sp>
          <p:nvSpPr>
            <p:cNvPr id="5710" name="Google Shape;571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5711" name="Google Shape;5711;p60"/>
            <p:cNvGrpSpPr/>
            <p:nvPr/>
          </p:nvGrpSpPr>
          <p:grpSpPr>
            <a:xfrm>
              <a:off x="5159450" y="1919950"/>
              <a:ext cx="1541050" cy="862500"/>
              <a:chOff x="5159450" y="1919950"/>
              <a:chExt cx="1541050" cy="862500"/>
            </a:xfrm>
          </p:grpSpPr>
          <p:cxnSp>
            <p:nvCxnSpPr>
              <p:cNvPr id="5712" name="Google Shape;571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713" name="Google Shape;571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714" name="Google Shape;5714;p60"/>
          <p:cNvGrpSpPr/>
          <p:nvPr/>
        </p:nvGrpSpPr>
        <p:grpSpPr>
          <a:xfrm>
            <a:off x="4245275" y="2227768"/>
            <a:ext cx="1334436" cy="967914"/>
            <a:chOff x="4294923" y="2439811"/>
            <a:chExt cx="1334436" cy="967914"/>
          </a:xfrm>
        </p:grpSpPr>
        <p:grpSp>
          <p:nvGrpSpPr>
            <p:cNvPr id="5715" name="Google Shape;5715;p60"/>
            <p:cNvGrpSpPr/>
            <p:nvPr/>
          </p:nvGrpSpPr>
          <p:grpSpPr>
            <a:xfrm>
              <a:off x="4960455" y="2469658"/>
              <a:ext cx="668904" cy="885524"/>
              <a:chOff x="4960455" y="2469658"/>
              <a:chExt cx="668904" cy="885524"/>
            </a:xfrm>
          </p:grpSpPr>
          <p:sp>
            <p:nvSpPr>
              <p:cNvPr id="5716" name="Google Shape;5716;p6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2" name="Google Shape;5722;p60"/>
            <p:cNvGrpSpPr/>
            <p:nvPr/>
          </p:nvGrpSpPr>
          <p:grpSpPr>
            <a:xfrm>
              <a:off x="4294923" y="2469658"/>
              <a:ext cx="668951" cy="885524"/>
              <a:chOff x="4294923" y="2469658"/>
              <a:chExt cx="668951" cy="885524"/>
            </a:xfrm>
          </p:grpSpPr>
          <p:sp>
            <p:nvSpPr>
              <p:cNvPr id="5723" name="Google Shape;5723;p6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29" name="Google Shape;5729;p6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0" name="Google Shape;5730;p60"/>
          <p:cNvGrpSpPr/>
          <p:nvPr/>
        </p:nvGrpSpPr>
        <p:grpSpPr>
          <a:xfrm>
            <a:off x="4231478" y="3282213"/>
            <a:ext cx="1430949" cy="897289"/>
            <a:chOff x="4351371" y="3547942"/>
            <a:chExt cx="1345130" cy="843475"/>
          </a:xfrm>
        </p:grpSpPr>
        <p:grpSp>
          <p:nvGrpSpPr>
            <p:cNvPr id="5731" name="Google Shape;5731;p60"/>
            <p:cNvGrpSpPr/>
            <p:nvPr/>
          </p:nvGrpSpPr>
          <p:grpSpPr>
            <a:xfrm>
              <a:off x="4351371" y="4209917"/>
              <a:ext cx="1345130" cy="181500"/>
              <a:chOff x="4351371" y="4209917"/>
              <a:chExt cx="1345130" cy="181500"/>
            </a:xfrm>
          </p:grpSpPr>
          <p:sp>
            <p:nvSpPr>
              <p:cNvPr id="5732" name="Google Shape;5732;p6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3" name="Google Shape;5733;p6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734" name="Google Shape;5734;p60"/>
            <p:cNvGrpSpPr/>
            <p:nvPr/>
          </p:nvGrpSpPr>
          <p:grpSpPr>
            <a:xfrm>
              <a:off x="4403010" y="3985221"/>
              <a:ext cx="1109518" cy="181500"/>
              <a:chOff x="4403010" y="3985221"/>
              <a:chExt cx="1109518" cy="181500"/>
            </a:xfrm>
          </p:grpSpPr>
          <p:sp>
            <p:nvSpPr>
              <p:cNvPr id="5735" name="Google Shape;5735;p6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6" name="Google Shape;5736;p6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737" name="Google Shape;5737;p60"/>
            <p:cNvGrpSpPr/>
            <p:nvPr/>
          </p:nvGrpSpPr>
          <p:grpSpPr>
            <a:xfrm>
              <a:off x="4618704" y="3766582"/>
              <a:ext cx="807858" cy="181500"/>
              <a:chOff x="4618704" y="3766582"/>
              <a:chExt cx="807858" cy="181500"/>
            </a:xfrm>
          </p:grpSpPr>
          <p:sp>
            <p:nvSpPr>
              <p:cNvPr id="5738" name="Google Shape;5738;p6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9" name="Google Shape;5739;p6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740" name="Google Shape;5740;p60"/>
            <p:cNvGrpSpPr/>
            <p:nvPr/>
          </p:nvGrpSpPr>
          <p:grpSpPr>
            <a:xfrm>
              <a:off x="4735238" y="3547942"/>
              <a:ext cx="462839" cy="181500"/>
              <a:chOff x="4735238" y="3547942"/>
              <a:chExt cx="462839" cy="181500"/>
            </a:xfrm>
          </p:grpSpPr>
          <p:sp>
            <p:nvSpPr>
              <p:cNvPr id="5741" name="Google Shape;5741;p6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42" name="Google Shape;5742;p6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743" name="Google Shape;5743;p60"/>
          <p:cNvGrpSpPr/>
          <p:nvPr/>
        </p:nvGrpSpPr>
        <p:grpSpPr>
          <a:xfrm>
            <a:off x="7407836" y="2217537"/>
            <a:ext cx="1020955" cy="928853"/>
            <a:chOff x="926675" y="238125"/>
            <a:chExt cx="5755100" cy="5232975"/>
          </a:xfrm>
        </p:grpSpPr>
        <p:sp>
          <p:nvSpPr>
            <p:cNvPr id="5744" name="Google Shape;5744;p6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8" name="Google Shape;5748;p60"/>
          <p:cNvGrpSpPr/>
          <p:nvPr/>
        </p:nvGrpSpPr>
        <p:grpSpPr>
          <a:xfrm>
            <a:off x="715210" y="2616272"/>
            <a:ext cx="1695374" cy="1560837"/>
            <a:chOff x="727421" y="2828315"/>
            <a:chExt cx="1695374" cy="1560837"/>
          </a:xfrm>
        </p:grpSpPr>
        <p:grpSp>
          <p:nvGrpSpPr>
            <p:cNvPr id="5749" name="Google Shape;5749;p60"/>
            <p:cNvGrpSpPr/>
            <p:nvPr/>
          </p:nvGrpSpPr>
          <p:grpSpPr>
            <a:xfrm>
              <a:off x="727421" y="2828315"/>
              <a:ext cx="1695374" cy="1560837"/>
              <a:chOff x="734799" y="2782450"/>
              <a:chExt cx="1571100" cy="1577400"/>
            </a:xfrm>
          </p:grpSpPr>
          <p:cxnSp>
            <p:nvCxnSpPr>
              <p:cNvPr id="5750" name="Google Shape;5750;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751" name="Google Shape;5751;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752" name="Google Shape;5752;p60"/>
            <p:cNvGrpSpPr/>
            <p:nvPr/>
          </p:nvGrpSpPr>
          <p:grpSpPr>
            <a:xfrm>
              <a:off x="819108" y="2882501"/>
              <a:ext cx="1556791" cy="1426186"/>
              <a:chOff x="819108" y="2882501"/>
              <a:chExt cx="1556791" cy="1426186"/>
            </a:xfrm>
          </p:grpSpPr>
          <p:grpSp>
            <p:nvGrpSpPr>
              <p:cNvPr id="5753" name="Google Shape;5753;p60"/>
              <p:cNvGrpSpPr/>
              <p:nvPr/>
            </p:nvGrpSpPr>
            <p:grpSpPr>
              <a:xfrm>
                <a:off x="819108" y="2882501"/>
                <a:ext cx="103104" cy="1426186"/>
                <a:chOff x="4674013" y="3100904"/>
                <a:chExt cx="122758" cy="1698043"/>
              </a:xfrm>
            </p:grpSpPr>
            <p:sp>
              <p:nvSpPr>
                <p:cNvPr id="5754" name="Google Shape;575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1" name="Google Shape;5761;p60"/>
              <p:cNvGrpSpPr/>
              <p:nvPr/>
            </p:nvGrpSpPr>
            <p:grpSpPr>
              <a:xfrm>
                <a:off x="1062475" y="2882501"/>
                <a:ext cx="103104" cy="1426186"/>
                <a:chOff x="4940438" y="3100904"/>
                <a:chExt cx="122758" cy="1698043"/>
              </a:xfrm>
            </p:grpSpPr>
            <p:sp>
              <p:nvSpPr>
                <p:cNvPr id="5762" name="Google Shape;576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9" name="Google Shape;5769;p60"/>
              <p:cNvGrpSpPr/>
              <p:nvPr/>
            </p:nvGrpSpPr>
            <p:grpSpPr>
              <a:xfrm>
                <a:off x="1299324" y="2882501"/>
                <a:ext cx="103104" cy="1426186"/>
                <a:chOff x="5206863" y="3100904"/>
                <a:chExt cx="122758" cy="1698043"/>
              </a:xfrm>
            </p:grpSpPr>
            <p:sp>
              <p:nvSpPr>
                <p:cNvPr id="5770" name="Google Shape;577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60"/>
              <p:cNvGrpSpPr/>
              <p:nvPr/>
            </p:nvGrpSpPr>
            <p:grpSpPr>
              <a:xfrm>
                <a:off x="1786057" y="2882501"/>
                <a:ext cx="103104" cy="1426186"/>
                <a:chOff x="6006138" y="3143629"/>
                <a:chExt cx="122758" cy="1698043"/>
              </a:xfrm>
            </p:grpSpPr>
            <p:sp>
              <p:nvSpPr>
                <p:cNvPr id="5778" name="Google Shape;577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5" name="Google Shape;5785;p60"/>
              <p:cNvGrpSpPr/>
              <p:nvPr/>
            </p:nvGrpSpPr>
            <p:grpSpPr>
              <a:xfrm>
                <a:off x="2029422" y="2882501"/>
                <a:ext cx="103104" cy="1426186"/>
                <a:chOff x="6805413" y="3100904"/>
                <a:chExt cx="122758" cy="1698043"/>
              </a:xfrm>
            </p:grpSpPr>
            <p:sp>
              <p:nvSpPr>
                <p:cNvPr id="5786" name="Google Shape;578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3" name="Google Shape;5793;p60"/>
              <p:cNvGrpSpPr/>
              <p:nvPr/>
            </p:nvGrpSpPr>
            <p:grpSpPr>
              <a:xfrm>
                <a:off x="2272795" y="2882501"/>
                <a:ext cx="103104" cy="1426186"/>
                <a:chOff x="5206863" y="3100904"/>
                <a:chExt cx="122758" cy="1698043"/>
              </a:xfrm>
            </p:grpSpPr>
            <p:sp>
              <p:nvSpPr>
                <p:cNvPr id="5794" name="Google Shape;5794;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60"/>
              <p:cNvGrpSpPr/>
              <p:nvPr/>
            </p:nvGrpSpPr>
            <p:grpSpPr>
              <a:xfrm>
                <a:off x="1542694" y="2882501"/>
                <a:ext cx="103104" cy="1426186"/>
                <a:chOff x="6006138" y="3143629"/>
                <a:chExt cx="122758" cy="1698043"/>
              </a:xfrm>
            </p:grpSpPr>
            <p:sp>
              <p:nvSpPr>
                <p:cNvPr id="5802" name="Google Shape;5802;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09" name="Google Shape;5809;p60"/>
          <p:cNvGrpSpPr/>
          <p:nvPr/>
        </p:nvGrpSpPr>
        <p:grpSpPr>
          <a:xfrm>
            <a:off x="5671260" y="3305994"/>
            <a:ext cx="2749952" cy="870677"/>
            <a:chOff x="238125" y="1725700"/>
            <a:chExt cx="7139025" cy="2260325"/>
          </a:xfrm>
        </p:grpSpPr>
        <p:sp>
          <p:nvSpPr>
            <p:cNvPr id="5810" name="Google Shape;5810;p6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0" name="Google Shape;5820;p60"/>
          <p:cNvGrpSpPr/>
          <p:nvPr/>
        </p:nvGrpSpPr>
        <p:grpSpPr>
          <a:xfrm>
            <a:off x="5941424" y="2247740"/>
            <a:ext cx="1105452" cy="916747"/>
            <a:chOff x="5249100" y="1210600"/>
            <a:chExt cx="3502700" cy="2904775"/>
          </a:xfrm>
        </p:grpSpPr>
        <p:sp>
          <p:nvSpPr>
            <p:cNvPr id="5821" name="Google Shape;5821;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25" name="Google Shape;5825;p6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826" name="Google Shape;5826;p6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827" name="Google Shape;5827;p6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828" name="Google Shape;5828;p6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829" name="Google Shape;5829;p6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0" name="Google Shape;5830;p60"/>
          <p:cNvGrpSpPr/>
          <p:nvPr/>
        </p:nvGrpSpPr>
        <p:grpSpPr>
          <a:xfrm>
            <a:off x="7123972" y="967158"/>
            <a:ext cx="1304650" cy="1124856"/>
            <a:chOff x="7287122" y="1165658"/>
            <a:chExt cx="1219413" cy="1051365"/>
          </a:xfrm>
        </p:grpSpPr>
        <p:grpSp>
          <p:nvGrpSpPr>
            <p:cNvPr id="5831" name="Google Shape;5831;p60"/>
            <p:cNvGrpSpPr/>
            <p:nvPr/>
          </p:nvGrpSpPr>
          <p:grpSpPr>
            <a:xfrm>
              <a:off x="7287122" y="1969723"/>
              <a:ext cx="1219413" cy="247300"/>
              <a:chOff x="7287122" y="1969723"/>
              <a:chExt cx="1219413" cy="247300"/>
            </a:xfrm>
          </p:grpSpPr>
          <p:sp>
            <p:nvSpPr>
              <p:cNvPr id="5832" name="Google Shape;5832;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3" name="Google Shape;5833;p60"/>
              <p:cNvGrpSpPr/>
              <p:nvPr/>
            </p:nvGrpSpPr>
            <p:grpSpPr>
              <a:xfrm>
                <a:off x="7287122" y="2063892"/>
                <a:ext cx="1151753" cy="73428"/>
                <a:chOff x="7287122" y="2063892"/>
                <a:chExt cx="1151753" cy="73428"/>
              </a:xfrm>
            </p:grpSpPr>
            <p:sp>
              <p:nvSpPr>
                <p:cNvPr id="5834" name="Google Shape;5834;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35" name="Google Shape;583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836" name="Google Shape;5836;p60"/>
            <p:cNvGrpSpPr/>
            <p:nvPr/>
          </p:nvGrpSpPr>
          <p:grpSpPr>
            <a:xfrm>
              <a:off x="7287122" y="1712201"/>
              <a:ext cx="1219403" cy="246767"/>
              <a:chOff x="7287122" y="1712201"/>
              <a:chExt cx="1219403" cy="246767"/>
            </a:xfrm>
          </p:grpSpPr>
          <p:sp>
            <p:nvSpPr>
              <p:cNvPr id="5837" name="Google Shape;5837;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8" name="Google Shape;5838;p60"/>
              <p:cNvGrpSpPr/>
              <p:nvPr/>
            </p:nvGrpSpPr>
            <p:grpSpPr>
              <a:xfrm>
                <a:off x="7287122" y="1842861"/>
                <a:ext cx="1005303" cy="73419"/>
                <a:chOff x="7287122" y="1842861"/>
                <a:chExt cx="1005303" cy="73419"/>
              </a:xfrm>
            </p:grpSpPr>
            <p:sp>
              <p:nvSpPr>
                <p:cNvPr id="5839" name="Google Shape;583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0" name="Google Shape;584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841" name="Google Shape;5841;p60"/>
            <p:cNvGrpSpPr/>
            <p:nvPr/>
          </p:nvGrpSpPr>
          <p:grpSpPr>
            <a:xfrm>
              <a:off x="7287122" y="1447520"/>
              <a:ext cx="1219403" cy="286667"/>
              <a:chOff x="7287122" y="1447520"/>
              <a:chExt cx="1219403" cy="286667"/>
            </a:xfrm>
          </p:grpSpPr>
          <p:sp>
            <p:nvSpPr>
              <p:cNvPr id="5842" name="Google Shape;5842;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3" name="Google Shape;5843;p60"/>
              <p:cNvGrpSpPr/>
              <p:nvPr/>
            </p:nvGrpSpPr>
            <p:grpSpPr>
              <a:xfrm>
                <a:off x="7287122" y="1581977"/>
                <a:ext cx="852803" cy="73428"/>
                <a:chOff x="7287122" y="1581977"/>
                <a:chExt cx="852803" cy="73428"/>
              </a:xfrm>
            </p:grpSpPr>
            <p:sp>
              <p:nvSpPr>
                <p:cNvPr id="5844" name="Google Shape;5844;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5" name="Google Shape;584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846" name="Google Shape;5846;p60"/>
            <p:cNvGrpSpPr/>
            <p:nvPr/>
          </p:nvGrpSpPr>
          <p:grpSpPr>
            <a:xfrm>
              <a:off x="7287122" y="1165658"/>
              <a:ext cx="1219403" cy="344253"/>
              <a:chOff x="7287122" y="1165658"/>
              <a:chExt cx="1219403" cy="344253"/>
            </a:xfrm>
          </p:grpSpPr>
          <p:sp>
            <p:nvSpPr>
              <p:cNvPr id="5847" name="Google Shape;5847;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8" name="Google Shape;5848;p60"/>
              <p:cNvGrpSpPr/>
              <p:nvPr/>
            </p:nvGrpSpPr>
            <p:grpSpPr>
              <a:xfrm>
                <a:off x="7287122" y="1341025"/>
                <a:ext cx="695703" cy="73419"/>
                <a:chOff x="7287122" y="1341025"/>
                <a:chExt cx="695703" cy="73419"/>
              </a:xfrm>
            </p:grpSpPr>
            <p:sp>
              <p:nvSpPr>
                <p:cNvPr id="5849" name="Google Shape;5849;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50" name="Google Shape;585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851" name="Google Shape;5851;p60"/>
          <p:cNvGrpSpPr/>
          <p:nvPr/>
        </p:nvGrpSpPr>
        <p:grpSpPr>
          <a:xfrm>
            <a:off x="5790464" y="973181"/>
            <a:ext cx="1397729" cy="1098540"/>
            <a:chOff x="5900602" y="1193063"/>
            <a:chExt cx="1299851" cy="1021707"/>
          </a:xfrm>
        </p:grpSpPr>
        <p:grpSp>
          <p:nvGrpSpPr>
            <p:cNvPr id="5852" name="Google Shape;5852;p60"/>
            <p:cNvGrpSpPr/>
            <p:nvPr/>
          </p:nvGrpSpPr>
          <p:grpSpPr>
            <a:xfrm>
              <a:off x="6520337" y="1193063"/>
              <a:ext cx="341815" cy="799959"/>
              <a:chOff x="6520337" y="1193063"/>
              <a:chExt cx="341815" cy="799959"/>
            </a:xfrm>
          </p:grpSpPr>
          <p:grpSp>
            <p:nvGrpSpPr>
              <p:cNvPr id="5853" name="Google Shape;5853;p60"/>
              <p:cNvGrpSpPr/>
              <p:nvPr/>
            </p:nvGrpSpPr>
            <p:grpSpPr>
              <a:xfrm>
                <a:off x="6520337" y="1589527"/>
                <a:ext cx="213950" cy="403494"/>
                <a:chOff x="6520337" y="1589527"/>
                <a:chExt cx="213950" cy="403494"/>
              </a:xfrm>
            </p:grpSpPr>
            <p:sp>
              <p:nvSpPr>
                <p:cNvPr id="5854" name="Google Shape;5854;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6" name="Google Shape;5856;p60"/>
              <p:cNvGrpSpPr/>
              <p:nvPr/>
            </p:nvGrpSpPr>
            <p:grpSpPr>
              <a:xfrm>
                <a:off x="6577204" y="1193063"/>
                <a:ext cx="284947" cy="464512"/>
                <a:chOff x="6577204" y="1193063"/>
                <a:chExt cx="284947" cy="464512"/>
              </a:xfrm>
            </p:grpSpPr>
            <p:sp>
              <p:nvSpPr>
                <p:cNvPr id="5857" name="Google Shape;5857;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58" name="Google Shape;5858;p6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859" name="Google Shape;5859;p60"/>
            <p:cNvGrpSpPr/>
            <p:nvPr/>
          </p:nvGrpSpPr>
          <p:grpSpPr>
            <a:xfrm>
              <a:off x="6238903" y="1193063"/>
              <a:ext cx="300475" cy="900152"/>
              <a:chOff x="6238903" y="1193063"/>
              <a:chExt cx="300475" cy="900152"/>
            </a:xfrm>
          </p:grpSpPr>
          <p:grpSp>
            <p:nvGrpSpPr>
              <p:cNvPr id="5860" name="Google Shape;5860;p60"/>
              <p:cNvGrpSpPr/>
              <p:nvPr/>
            </p:nvGrpSpPr>
            <p:grpSpPr>
              <a:xfrm>
                <a:off x="6290865" y="1489315"/>
                <a:ext cx="248514" cy="603900"/>
                <a:chOff x="6290865" y="1489315"/>
                <a:chExt cx="248514" cy="603900"/>
              </a:xfrm>
            </p:grpSpPr>
            <p:sp>
              <p:nvSpPr>
                <p:cNvPr id="5861" name="Google Shape;5861;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3" name="Google Shape;5863;p60"/>
              <p:cNvGrpSpPr/>
              <p:nvPr/>
            </p:nvGrpSpPr>
            <p:grpSpPr>
              <a:xfrm>
                <a:off x="6238903" y="1193063"/>
                <a:ext cx="284947" cy="333087"/>
                <a:chOff x="6238903" y="1193063"/>
                <a:chExt cx="284947" cy="333087"/>
              </a:xfrm>
            </p:grpSpPr>
            <p:sp>
              <p:nvSpPr>
                <p:cNvPr id="5864" name="Google Shape;5864;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5" name="Google Shape;5865;p6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866" name="Google Shape;5866;p60"/>
            <p:cNvGrpSpPr/>
            <p:nvPr/>
          </p:nvGrpSpPr>
          <p:grpSpPr>
            <a:xfrm>
              <a:off x="5900602" y="1193063"/>
              <a:ext cx="444345" cy="1021707"/>
              <a:chOff x="5900602" y="1193063"/>
              <a:chExt cx="444345" cy="1021707"/>
            </a:xfrm>
          </p:grpSpPr>
          <p:grpSp>
            <p:nvGrpSpPr>
              <p:cNvPr id="5867" name="Google Shape;5867;p60"/>
              <p:cNvGrpSpPr/>
              <p:nvPr/>
            </p:nvGrpSpPr>
            <p:grpSpPr>
              <a:xfrm>
                <a:off x="6046501" y="1367785"/>
                <a:ext cx="298446" cy="846986"/>
                <a:chOff x="6046501" y="1367785"/>
                <a:chExt cx="298446" cy="846986"/>
              </a:xfrm>
            </p:grpSpPr>
            <p:sp>
              <p:nvSpPr>
                <p:cNvPr id="5868" name="Google Shape;5868;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60"/>
              <p:cNvGrpSpPr/>
              <p:nvPr/>
            </p:nvGrpSpPr>
            <p:grpSpPr>
              <a:xfrm>
                <a:off x="5900602" y="1193063"/>
                <a:ext cx="284947" cy="182312"/>
                <a:chOff x="5900602" y="1193063"/>
                <a:chExt cx="284947" cy="182312"/>
              </a:xfrm>
            </p:grpSpPr>
            <p:sp>
              <p:nvSpPr>
                <p:cNvPr id="5871" name="Google Shape;5871;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72" name="Google Shape;5872;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873" name="Google Shape;5873;p60"/>
            <p:cNvGrpSpPr/>
            <p:nvPr/>
          </p:nvGrpSpPr>
          <p:grpSpPr>
            <a:xfrm>
              <a:off x="6738300" y="1193063"/>
              <a:ext cx="462153" cy="707634"/>
              <a:chOff x="6738300" y="1193063"/>
              <a:chExt cx="462153" cy="707634"/>
            </a:xfrm>
          </p:grpSpPr>
          <p:grpSp>
            <p:nvGrpSpPr>
              <p:cNvPr id="5874" name="Google Shape;5874;p60"/>
              <p:cNvGrpSpPr/>
              <p:nvPr/>
            </p:nvGrpSpPr>
            <p:grpSpPr>
              <a:xfrm>
                <a:off x="6915505" y="1193063"/>
                <a:ext cx="284947" cy="597387"/>
                <a:chOff x="6915505" y="1193063"/>
                <a:chExt cx="284947" cy="597387"/>
              </a:xfrm>
            </p:grpSpPr>
            <p:sp>
              <p:nvSpPr>
                <p:cNvPr id="5875" name="Google Shape;5875;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76" name="Google Shape;5876;p6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877" name="Google Shape;5877;p60"/>
              <p:cNvGrpSpPr/>
              <p:nvPr/>
            </p:nvGrpSpPr>
            <p:grpSpPr>
              <a:xfrm>
                <a:off x="6738300" y="1684725"/>
                <a:ext cx="230066" cy="215971"/>
                <a:chOff x="6738300" y="1684725"/>
                <a:chExt cx="230066" cy="215971"/>
              </a:xfrm>
            </p:grpSpPr>
            <p:sp>
              <p:nvSpPr>
                <p:cNvPr id="5878" name="Google Shape;5878;p6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83"/>
        <p:cNvGrpSpPr/>
        <p:nvPr/>
      </p:nvGrpSpPr>
      <p:grpSpPr>
        <a:xfrm>
          <a:off x="0" y="0"/>
          <a:ext cx="0" cy="0"/>
          <a:chOff x="0" y="0"/>
          <a:chExt cx="0" cy="0"/>
        </a:xfrm>
      </p:grpSpPr>
      <p:grpSp>
        <p:nvGrpSpPr>
          <p:cNvPr id="5884" name="Google Shape;5884;p61"/>
          <p:cNvGrpSpPr/>
          <p:nvPr/>
        </p:nvGrpSpPr>
        <p:grpSpPr>
          <a:xfrm>
            <a:off x="826133" y="2318098"/>
            <a:ext cx="387992" cy="329326"/>
            <a:chOff x="839307" y="2318098"/>
            <a:chExt cx="387992" cy="329326"/>
          </a:xfrm>
        </p:grpSpPr>
        <p:sp>
          <p:nvSpPr>
            <p:cNvPr id="5885" name="Google Shape;5885;p61"/>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1"/>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1"/>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1"/>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1"/>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1"/>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1"/>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1"/>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1"/>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1"/>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5" name="Google Shape;5895;p61"/>
          <p:cNvGrpSpPr/>
          <p:nvPr/>
        </p:nvGrpSpPr>
        <p:grpSpPr>
          <a:xfrm>
            <a:off x="1401816" y="2289671"/>
            <a:ext cx="387073" cy="385996"/>
            <a:chOff x="1414990" y="2289671"/>
            <a:chExt cx="387073" cy="385996"/>
          </a:xfrm>
        </p:grpSpPr>
        <p:sp>
          <p:nvSpPr>
            <p:cNvPr id="5896" name="Google Shape;5896;p61"/>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1"/>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1"/>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1"/>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1"/>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1"/>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1"/>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1"/>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1"/>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1"/>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1"/>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1"/>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1"/>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1"/>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1"/>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1"/>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1"/>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1"/>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 name="Google Shape;5914;p61"/>
          <p:cNvGrpSpPr/>
          <p:nvPr/>
        </p:nvGrpSpPr>
        <p:grpSpPr>
          <a:xfrm>
            <a:off x="1976737" y="2306065"/>
            <a:ext cx="387099" cy="353207"/>
            <a:chOff x="1989911" y="2306065"/>
            <a:chExt cx="387099" cy="353207"/>
          </a:xfrm>
        </p:grpSpPr>
        <p:sp>
          <p:nvSpPr>
            <p:cNvPr id="5915" name="Google Shape;5915;p61"/>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1"/>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1"/>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1"/>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1"/>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1"/>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1"/>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61"/>
          <p:cNvGrpSpPr/>
          <p:nvPr/>
        </p:nvGrpSpPr>
        <p:grpSpPr>
          <a:xfrm>
            <a:off x="2579927" y="2288778"/>
            <a:ext cx="204663" cy="363007"/>
            <a:chOff x="2593102" y="2288778"/>
            <a:chExt cx="204663" cy="363007"/>
          </a:xfrm>
        </p:grpSpPr>
        <p:sp>
          <p:nvSpPr>
            <p:cNvPr id="5923" name="Google Shape;5923;p61"/>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1"/>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1"/>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1"/>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1"/>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1"/>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1"/>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1"/>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1"/>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61"/>
          <p:cNvGrpSpPr/>
          <p:nvPr/>
        </p:nvGrpSpPr>
        <p:grpSpPr>
          <a:xfrm>
            <a:off x="2957699" y="2329763"/>
            <a:ext cx="403651" cy="305996"/>
            <a:chOff x="2970874" y="2329763"/>
            <a:chExt cx="403651" cy="305996"/>
          </a:xfrm>
        </p:grpSpPr>
        <p:sp>
          <p:nvSpPr>
            <p:cNvPr id="5933" name="Google Shape;5933;p61"/>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1"/>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1"/>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1"/>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1"/>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1"/>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1"/>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1"/>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1"/>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2" name="Google Shape;5942;p61"/>
          <p:cNvGrpSpPr/>
          <p:nvPr/>
        </p:nvGrpSpPr>
        <p:grpSpPr>
          <a:xfrm>
            <a:off x="3532620" y="2318755"/>
            <a:ext cx="387835" cy="327933"/>
            <a:chOff x="3545795" y="2318755"/>
            <a:chExt cx="387835" cy="327933"/>
          </a:xfrm>
        </p:grpSpPr>
        <p:sp>
          <p:nvSpPr>
            <p:cNvPr id="5943" name="Google Shape;5943;p61"/>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1"/>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1"/>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6" name="Google Shape;5946;p61"/>
            <p:cNvGrpSpPr/>
            <p:nvPr/>
          </p:nvGrpSpPr>
          <p:grpSpPr>
            <a:xfrm>
              <a:off x="3545795" y="2322301"/>
              <a:ext cx="387835" cy="324387"/>
              <a:chOff x="3545795" y="2322301"/>
              <a:chExt cx="387835" cy="324387"/>
            </a:xfrm>
          </p:grpSpPr>
          <p:sp>
            <p:nvSpPr>
              <p:cNvPr id="5947" name="Google Shape;5947;p61"/>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1"/>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1"/>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1"/>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1"/>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1"/>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1"/>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54" name="Google Shape;5954;p61"/>
          <p:cNvGrpSpPr/>
          <p:nvPr/>
        </p:nvGrpSpPr>
        <p:grpSpPr>
          <a:xfrm>
            <a:off x="4705294" y="2306984"/>
            <a:ext cx="364294" cy="351552"/>
            <a:chOff x="4718468" y="2306984"/>
            <a:chExt cx="364294" cy="351552"/>
          </a:xfrm>
        </p:grpSpPr>
        <p:sp>
          <p:nvSpPr>
            <p:cNvPr id="5955" name="Google Shape;5955;p61"/>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1"/>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1"/>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1"/>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1"/>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1"/>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1"/>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1"/>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1"/>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1"/>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61"/>
          <p:cNvGrpSpPr/>
          <p:nvPr/>
        </p:nvGrpSpPr>
        <p:grpSpPr>
          <a:xfrm>
            <a:off x="4134734" y="2303017"/>
            <a:ext cx="361194" cy="359355"/>
            <a:chOff x="4147908" y="2303017"/>
            <a:chExt cx="361194" cy="359355"/>
          </a:xfrm>
        </p:grpSpPr>
        <p:sp>
          <p:nvSpPr>
            <p:cNvPr id="5966" name="Google Shape;5966;p61"/>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1"/>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1"/>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1"/>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1"/>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1"/>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1"/>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1"/>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1"/>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1"/>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1"/>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1"/>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1"/>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1"/>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 name="Google Shape;5980;p61"/>
          <p:cNvGrpSpPr/>
          <p:nvPr/>
        </p:nvGrpSpPr>
        <p:grpSpPr>
          <a:xfrm>
            <a:off x="5278954" y="2299891"/>
            <a:ext cx="367027" cy="365214"/>
            <a:chOff x="5292128" y="2299891"/>
            <a:chExt cx="367027" cy="365214"/>
          </a:xfrm>
        </p:grpSpPr>
        <p:sp>
          <p:nvSpPr>
            <p:cNvPr id="5981" name="Google Shape;5981;p61"/>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1"/>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1"/>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1"/>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1"/>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1"/>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61"/>
          <p:cNvGrpSpPr/>
          <p:nvPr/>
        </p:nvGrpSpPr>
        <p:grpSpPr>
          <a:xfrm>
            <a:off x="5860443" y="2309901"/>
            <a:ext cx="345720" cy="345720"/>
            <a:chOff x="5873617" y="2309901"/>
            <a:chExt cx="345720" cy="345720"/>
          </a:xfrm>
        </p:grpSpPr>
        <p:sp>
          <p:nvSpPr>
            <p:cNvPr id="5988" name="Google Shape;5988;p61"/>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1"/>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1"/>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1"/>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1"/>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1"/>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1"/>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1"/>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1"/>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1"/>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1"/>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1"/>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1"/>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1"/>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1"/>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1"/>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1"/>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1"/>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1"/>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 name="Google Shape;6007;p61"/>
          <p:cNvGrpSpPr/>
          <p:nvPr/>
        </p:nvGrpSpPr>
        <p:grpSpPr>
          <a:xfrm>
            <a:off x="6850154" y="2297710"/>
            <a:ext cx="391460" cy="370127"/>
            <a:chOff x="6863329" y="2297710"/>
            <a:chExt cx="391460" cy="370127"/>
          </a:xfrm>
        </p:grpSpPr>
        <p:sp>
          <p:nvSpPr>
            <p:cNvPr id="6008" name="Google Shape;6008;p61"/>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1"/>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1"/>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1"/>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1"/>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1"/>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1"/>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1"/>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1"/>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61"/>
          <p:cNvGrpSpPr/>
          <p:nvPr/>
        </p:nvGrpSpPr>
        <p:grpSpPr>
          <a:xfrm>
            <a:off x="7408313" y="2318518"/>
            <a:ext cx="342620" cy="328459"/>
            <a:chOff x="7421488" y="2318518"/>
            <a:chExt cx="342620" cy="328459"/>
          </a:xfrm>
        </p:grpSpPr>
        <p:sp>
          <p:nvSpPr>
            <p:cNvPr id="6018" name="Google Shape;6018;p61"/>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1"/>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1"/>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1"/>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1"/>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1"/>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1"/>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61"/>
          <p:cNvGrpSpPr/>
          <p:nvPr/>
        </p:nvGrpSpPr>
        <p:grpSpPr>
          <a:xfrm>
            <a:off x="2495198" y="2779889"/>
            <a:ext cx="337523" cy="337680"/>
            <a:chOff x="2508373" y="2779889"/>
            <a:chExt cx="337523" cy="337680"/>
          </a:xfrm>
        </p:grpSpPr>
        <p:sp>
          <p:nvSpPr>
            <p:cNvPr id="6026" name="Google Shape;6026;p61"/>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1"/>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1"/>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1"/>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1"/>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1"/>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61"/>
          <p:cNvGrpSpPr/>
          <p:nvPr/>
        </p:nvGrpSpPr>
        <p:grpSpPr>
          <a:xfrm>
            <a:off x="2137900" y="4141593"/>
            <a:ext cx="410613" cy="372229"/>
            <a:chOff x="1884401" y="4141593"/>
            <a:chExt cx="410613" cy="372229"/>
          </a:xfrm>
        </p:grpSpPr>
        <p:sp>
          <p:nvSpPr>
            <p:cNvPr id="6033" name="Google Shape;6033;p61"/>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1"/>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1"/>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1"/>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1"/>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1"/>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1"/>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0" name="Google Shape;6040;p61"/>
          <p:cNvGrpSpPr/>
          <p:nvPr/>
        </p:nvGrpSpPr>
        <p:grpSpPr>
          <a:xfrm>
            <a:off x="1417658" y="2773689"/>
            <a:ext cx="294515" cy="349897"/>
            <a:chOff x="1430832" y="2773689"/>
            <a:chExt cx="294515" cy="349897"/>
          </a:xfrm>
        </p:grpSpPr>
        <p:sp>
          <p:nvSpPr>
            <p:cNvPr id="6041" name="Google Shape;6041;p61"/>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1"/>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1"/>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1"/>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1"/>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1"/>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1"/>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1"/>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1"/>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1"/>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1"/>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1"/>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1"/>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4" name="Google Shape;6054;p61"/>
          <p:cNvGrpSpPr/>
          <p:nvPr/>
        </p:nvGrpSpPr>
        <p:grpSpPr>
          <a:xfrm>
            <a:off x="3069042" y="2788586"/>
            <a:ext cx="288866" cy="320236"/>
            <a:chOff x="3082217" y="2788586"/>
            <a:chExt cx="288866" cy="320236"/>
          </a:xfrm>
        </p:grpSpPr>
        <p:sp>
          <p:nvSpPr>
            <p:cNvPr id="6055" name="Google Shape;6055;p61"/>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1"/>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1"/>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1"/>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1"/>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1"/>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1"/>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2" name="Google Shape;6062;p61"/>
          <p:cNvGrpSpPr/>
          <p:nvPr/>
        </p:nvGrpSpPr>
        <p:grpSpPr>
          <a:xfrm>
            <a:off x="3597382" y="2780704"/>
            <a:ext cx="325017" cy="336052"/>
            <a:chOff x="3610557" y="2780704"/>
            <a:chExt cx="325017" cy="336052"/>
          </a:xfrm>
        </p:grpSpPr>
        <p:sp>
          <p:nvSpPr>
            <p:cNvPr id="6063" name="Google Shape;6063;p61"/>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1"/>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1"/>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 name="Google Shape;6066;p61"/>
          <p:cNvGrpSpPr/>
          <p:nvPr/>
        </p:nvGrpSpPr>
        <p:grpSpPr>
          <a:xfrm>
            <a:off x="4165893" y="2811495"/>
            <a:ext cx="286475" cy="274390"/>
            <a:chOff x="4179067" y="2811495"/>
            <a:chExt cx="286475" cy="274390"/>
          </a:xfrm>
        </p:grpSpPr>
        <p:sp>
          <p:nvSpPr>
            <p:cNvPr id="6067" name="Google Shape;6067;p61"/>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1"/>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1"/>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1"/>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1"/>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1"/>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1"/>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1"/>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1"/>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6" name="Google Shape;6076;p61"/>
          <p:cNvGrpSpPr/>
          <p:nvPr/>
        </p:nvGrpSpPr>
        <p:grpSpPr>
          <a:xfrm>
            <a:off x="4673583" y="2762156"/>
            <a:ext cx="371047" cy="374199"/>
            <a:chOff x="4686757" y="2762156"/>
            <a:chExt cx="371047" cy="374199"/>
          </a:xfrm>
        </p:grpSpPr>
        <p:sp>
          <p:nvSpPr>
            <p:cNvPr id="6077" name="Google Shape;6077;p61"/>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1"/>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1"/>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1"/>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1"/>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1"/>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1"/>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4" name="Google Shape;6084;p61"/>
          <p:cNvGrpSpPr/>
          <p:nvPr/>
        </p:nvGrpSpPr>
        <p:grpSpPr>
          <a:xfrm>
            <a:off x="5208438" y="2784802"/>
            <a:ext cx="406567" cy="327855"/>
            <a:chOff x="5221613" y="2784802"/>
            <a:chExt cx="406567" cy="327855"/>
          </a:xfrm>
        </p:grpSpPr>
        <p:sp>
          <p:nvSpPr>
            <p:cNvPr id="6085" name="Google Shape;6085;p61"/>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1"/>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1"/>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1"/>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1"/>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1"/>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1"/>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1"/>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1"/>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1"/>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1"/>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1"/>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1"/>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1"/>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1"/>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1"/>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1"/>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1"/>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1"/>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1"/>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1"/>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1"/>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1"/>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1"/>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1"/>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1"/>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1"/>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1"/>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1"/>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1"/>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5" name="Google Shape;6115;p61"/>
          <p:cNvGrpSpPr/>
          <p:nvPr/>
        </p:nvGrpSpPr>
        <p:grpSpPr>
          <a:xfrm>
            <a:off x="5799412" y="2760921"/>
            <a:ext cx="303605" cy="375434"/>
            <a:chOff x="5812586" y="2760921"/>
            <a:chExt cx="303605" cy="375434"/>
          </a:xfrm>
        </p:grpSpPr>
        <p:sp>
          <p:nvSpPr>
            <p:cNvPr id="6116" name="Google Shape;6116;p61"/>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1"/>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1"/>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1"/>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1"/>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1"/>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1"/>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1"/>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1"/>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1"/>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1"/>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7" name="Google Shape;6127;p61"/>
          <p:cNvGrpSpPr/>
          <p:nvPr/>
        </p:nvGrpSpPr>
        <p:grpSpPr>
          <a:xfrm>
            <a:off x="6321499" y="2759633"/>
            <a:ext cx="378508" cy="378166"/>
            <a:chOff x="6334673" y="2759633"/>
            <a:chExt cx="378508" cy="378166"/>
          </a:xfrm>
        </p:grpSpPr>
        <p:sp>
          <p:nvSpPr>
            <p:cNvPr id="6128" name="Google Shape;6128;p61"/>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1"/>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1"/>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1"/>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61"/>
          <p:cNvGrpSpPr/>
          <p:nvPr/>
        </p:nvGrpSpPr>
        <p:grpSpPr>
          <a:xfrm>
            <a:off x="7999471" y="2806477"/>
            <a:ext cx="319763" cy="284505"/>
            <a:chOff x="8012645" y="2806477"/>
            <a:chExt cx="319763" cy="284505"/>
          </a:xfrm>
        </p:grpSpPr>
        <p:sp>
          <p:nvSpPr>
            <p:cNvPr id="6133" name="Google Shape;6133;p61"/>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1"/>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1"/>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1"/>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1"/>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1"/>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1"/>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1"/>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1"/>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1"/>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61"/>
          <p:cNvGrpSpPr/>
          <p:nvPr/>
        </p:nvGrpSpPr>
        <p:grpSpPr>
          <a:xfrm>
            <a:off x="2707935" y="4162138"/>
            <a:ext cx="385339" cy="388071"/>
            <a:chOff x="2454435" y="4162138"/>
            <a:chExt cx="385339" cy="388071"/>
          </a:xfrm>
        </p:grpSpPr>
        <p:sp>
          <p:nvSpPr>
            <p:cNvPr id="6144" name="Google Shape;6144;p61"/>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1"/>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1"/>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1"/>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1"/>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1"/>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1"/>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1"/>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1"/>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1"/>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1"/>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61"/>
          <p:cNvGrpSpPr/>
          <p:nvPr/>
        </p:nvGrpSpPr>
        <p:grpSpPr>
          <a:xfrm>
            <a:off x="3855439" y="4161192"/>
            <a:ext cx="275178" cy="388912"/>
            <a:chOff x="3601939" y="4161192"/>
            <a:chExt cx="275178" cy="388912"/>
          </a:xfrm>
        </p:grpSpPr>
        <p:sp>
          <p:nvSpPr>
            <p:cNvPr id="6156" name="Google Shape;6156;p61"/>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1"/>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1"/>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1"/>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1"/>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1"/>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1"/>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1"/>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1"/>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1"/>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61"/>
          <p:cNvGrpSpPr/>
          <p:nvPr/>
        </p:nvGrpSpPr>
        <p:grpSpPr>
          <a:xfrm>
            <a:off x="822849" y="3215146"/>
            <a:ext cx="375802" cy="371677"/>
            <a:chOff x="836023" y="3215146"/>
            <a:chExt cx="375802" cy="371677"/>
          </a:xfrm>
        </p:grpSpPr>
        <p:sp>
          <p:nvSpPr>
            <p:cNvPr id="6167" name="Google Shape;6167;p61"/>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1"/>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1"/>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1"/>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1"/>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1"/>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1"/>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1"/>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1"/>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1"/>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1"/>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1"/>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1"/>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1"/>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1"/>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1"/>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3" name="Google Shape;6183;p61"/>
          <p:cNvGrpSpPr/>
          <p:nvPr/>
        </p:nvGrpSpPr>
        <p:grpSpPr>
          <a:xfrm>
            <a:off x="1343123" y="3210890"/>
            <a:ext cx="431368" cy="380189"/>
            <a:chOff x="1356297" y="3210890"/>
            <a:chExt cx="431368" cy="380189"/>
          </a:xfrm>
        </p:grpSpPr>
        <p:sp>
          <p:nvSpPr>
            <p:cNvPr id="6184" name="Google Shape;6184;p61"/>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1"/>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1"/>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1"/>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1"/>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1"/>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1"/>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1"/>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1"/>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1"/>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1"/>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1"/>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1"/>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7" name="Google Shape;6197;p61"/>
          <p:cNvGrpSpPr/>
          <p:nvPr/>
        </p:nvGrpSpPr>
        <p:grpSpPr>
          <a:xfrm>
            <a:off x="1890563" y="3215540"/>
            <a:ext cx="411874" cy="370731"/>
            <a:chOff x="1903737" y="3215540"/>
            <a:chExt cx="411874" cy="370731"/>
          </a:xfrm>
        </p:grpSpPr>
        <p:sp>
          <p:nvSpPr>
            <p:cNvPr id="6198" name="Google Shape;6198;p61"/>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1"/>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1"/>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1"/>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1"/>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1"/>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1"/>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1"/>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1"/>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61"/>
          <p:cNvGrpSpPr/>
          <p:nvPr/>
        </p:nvGrpSpPr>
        <p:grpSpPr>
          <a:xfrm>
            <a:off x="2455290" y="3248854"/>
            <a:ext cx="397818" cy="304078"/>
            <a:chOff x="2468465" y="3248854"/>
            <a:chExt cx="397818" cy="304078"/>
          </a:xfrm>
        </p:grpSpPr>
        <p:sp>
          <p:nvSpPr>
            <p:cNvPr id="6208" name="Google Shape;6208;p61"/>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1"/>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1"/>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1"/>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1"/>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1"/>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61"/>
          <p:cNvGrpSpPr/>
          <p:nvPr/>
        </p:nvGrpSpPr>
        <p:grpSpPr>
          <a:xfrm>
            <a:off x="3003992" y="3216013"/>
            <a:ext cx="394376" cy="369812"/>
            <a:chOff x="3017166" y="3216013"/>
            <a:chExt cx="394376" cy="369812"/>
          </a:xfrm>
        </p:grpSpPr>
        <p:sp>
          <p:nvSpPr>
            <p:cNvPr id="6215" name="Google Shape;6215;p61"/>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1"/>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61"/>
          <p:cNvGrpSpPr/>
          <p:nvPr/>
        </p:nvGrpSpPr>
        <p:grpSpPr>
          <a:xfrm>
            <a:off x="4196868" y="3213228"/>
            <a:ext cx="199014" cy="375408"/>
            <a:chOff x="4210043" y="3213228"/>
            <a:chExt cx="199014" cy="375408"/>
          </a:xfrm>
        </p:grpSpPr>
        <p:sp>
          <p:nvSpPr>
            <p:cNvPr id="6218" name="Google Shape;6218;p61"/>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1"/>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1"/>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1"/>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1"/>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1"/>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1"/>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1"/>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1"/>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1"/>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61"/>
          <p:cNvGrpSpPr/>
          <p:nvPr/>
        </p:nvGrpSpPr>
        <p:grpSpPr>
          <a:xfrm>
            <a:off x="4804971" y="3203323"/>
            <a:ext cx="77845" cy="395165"/>
            <a:chOff x="4818146" y="3203323"/>
            <a:chExt cx="77845" cy="395165"/>
          </a:xfrm>
        </p:grpSpPr>
        <p:sp>
          <p:nvSpPr>
            <p:cNvPr id="6229" name="Google Shape;6229;p61"/>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1"/>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1"/>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1"/>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1"/>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1"/>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1"/>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1"/>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7" name="Google Shape;6237;p61"/>
          <p:cNvGrpSpPr/>
          <p:nvPr/>
        </p:nvGrpSpPr>
        <p:grpSpPr>
          <a:xfrm>
            <a:off x="5215716" y="3235428"/>
            <a:ext cx="344091" cy="332767"/>
            <a:chOff x="5228890" y="3235428"/>
            <a:chExt cx="344091" cy="332767"/>
          </a:xfrm>
        </p:grpSpPr>
        <p:sp>
          <p:nvSpPr>
            <p:cNvPr id="6238" name="Google Shape;6238;p61"/>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1"/>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1"/>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1"/>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1"/>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3" name="Google Shape;6243;p61"/>
          <p:cNvGrpSpPr/>
          <p:nvPr/>
        </p:nvGrpSpPr>
        <p:grpSpPr>
          <a:xfrm>
            <a:off x="5744739" y="3227047"/>
            <a:ext cx="388544" cy="347927"/>
            <a:chOff x="5757913" y="3227047"/>
            <a:chExt cx="388544" cy="347927"/>
          </a:xfrm>
        </p:grpSpPr>
        <p:sp>
          <p:nvSpPr>
            <p:cNvPr id="6244" name="Google Shape;6244;p61"/>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1"/>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6" name="Google Shape;6246;p61"/>
          <p:cNvSpPr/>
          <p:nvPr/>
        </p:nvSpPr>
        <p:spPr>
          <a:xfrm>
            <a:off x="7189280"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7" name="Google Shape;6247;p61"/>
          <p:cNvGrpSpPr/>
          <p:nvPr/>
        </p:nvGrpSpPr>
        <p:grpSpPr>
          <a:xfrm>
            <a:off x="6881681" y="3227074"/>
            <a:ext cx="324938" cy="347717"/>
            <a:chOff x="6894856" y="3227074"/>
            <a:chExt cx="324938" cy="347717"/>
          </a:xfrm>
        </p:grpSpPr>
        <p:sp>
          <p:nvSpPr>
            <p:cNvPr id="6248" name="Google Shape;6248;p61"/>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1"/>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1"/>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1"/>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1"/>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1"/>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1"/>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1"/>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1"/>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1"/>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1"/>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1"/>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1"/>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1"/>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1"/>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3" name="Google Shape;6263;p61"/>
          <p:cNvGrpSpPr/>
          <p:nvPr/>
        </p:nvGrpSpPr>
        <p:grpSpPr>
          <a:xfrm>
            <a:off x="7401772" y="3220873"/>
            <a:ext cx="360091" cy="360117"/>
            <a:chOff x="7414946" y="3220873"/>
            <a:chExt cx="360091" cy="360117"/>
          </a:xfrm>
        </p:grpSpPr>
        <p:sp>
          <p:nvSpPr>
            <p:cNvPr id="6264" name="Google Shape;6264;p61"/>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1"/>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1"/>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1"/>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1"/>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1"/>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1"/>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1"/>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1"/>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1"/>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1"/>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5" name="Google Shape;6275;p61"/>
          <p:cNvGrpSpPr/>
          <p:nvPr/>
        </p:nvGrpSpPr>
        <p:grpSpPr>
          <a:xfrm>
            <a:off x="8014052" y="3215041"/>
            <a:ext cx="231829" cy="371782"/>
            <a:chOff x="8027227" y="3215041"/>
            <a:chExt cx="231829" cy="371782"/>
          </a:xfrm>
        </p:grpSpPr>
        <p:sp>
          <p:nvSpPr>
            <p:cNvPr id="6276" name="Google Shape;6276;p61"/>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1"/>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1"/>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1"/>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1"/>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1"/>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1"/>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1"/>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1"/>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1"/>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6" name="Google Shape;6286;p61"/>
          <p:cNvGrpSpPr/>
          <p:nvPr/>
        </p:nvGrpSpPr>
        <p:grpSpPr>
          <a:xfrm>
            <a:off x="4347102" y="4146138"/>
            <a:ext cx="395638" cy="420544"/>
            <a:chOff x="4093603" y="4146138"/>
            <a:chExt cx="395638" cy="420544"/>
          </a:xfrm>
        </p:grpSpPr>
        <p:sp>
          <p:nvSpPr>
            <p:cNvPr id="6287" name="Google Shape;6287;p61"/>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1"/>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1"/>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1"/>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1"/>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1"/>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1"/>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1"/>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1"/>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1"/>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1"/>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1"/>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1"/>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1"/>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1"/>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1"/>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1"/>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61"/>
          <p:cNvGrpSpPr/>
          <p:nvPr/>
        </p:nvGrpSpPr>
        <p:grpSpPr>
          <a:xfrm>
            <a:off x="4897905" y="4162322"/>
            <a:ext cx="392065" cy="387887"/>
            <a:chOff x="4644406" y="4162322"/>
            <a:chExt cx="392065" cy="387887"/>
          </a:xfrm>
        </p:grpSpPr>
        <p:sp>
          <p:nvSpPr>
            <p:cNvPr id="6305" name="Google Shape;6305;p61"/>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1"/>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1"/>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1"/>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1"/>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1"/>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61"/>
          <p:cNvGrpSpPr/>
          <p:nvPr/>
        </p:nvGrpSpPr>
        <p:grpSpPr>
          <a:xfrm>
            <a:off x="5981882" y="4221698"/>
            <a:ext cx="417128" cy="269162"/>
            <a:chOff x="5728383" y="4221698"/>
            <a:chExt cx="417128" cy="269162"/>
          </a:xfrm>
        </p:grpSpPr>
        <p:sp>
          <p:nvSpPr>
            <p:cNvPr id="6312" name="Google Shape;6312;p61"/>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1"/>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1"/>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1"/>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1"/>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1"/>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1"/>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1"/>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1"/>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1"/>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1"/>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1"/>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61"/>
          <p:cNvGrpSpPr/>
          <p:nvPr/>
        </p:nvGrpSpPr>
        <p:grpSpPr>
          <a:xfrm>
            <a:off x="821036" y="3696905"/>
            <a:ext cx="371782" cy="342751"/>
            <a:chOff x="834210" y="3696905"/>
            <a:chExt cx="371782" cy="342751"/>
          </a:xfrm>
        </p:grpSpPr>
        <p:sp>
          <p:nvSpPr>
            <p:cNvPr id="6325" name="Google Shape;6325;p61"/>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1"/>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1"/>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1"/>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1"/>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1"/>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1"/>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1"/>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1"/>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1"/>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1"/>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1"/>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7" name="Google Shape;6337;p61"/>
          <p:cNvGrpSpPr/>
          <p:nvPr/>
        </p:nvGrpSpPr>
        <p:grpSpPr>
          <a:xfrm>
            <a:off x="1346223" y="3682271"/>
            <a:ext cx="395296" cy="371966"/>
            <a:chOff x="1359398" y="3682271"/>
            <a:chExt cx="395296" cy="371966"/>
          </a:xfrm>
        </p:grpSpPr>
        <p:sp>
          <p:nvSpPr>
            <p:cNvPr id="6338" name="Google Shape;6338;p61"/>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1"/>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1"/>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1"/>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1"/>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1"/>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1"/>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5" name="Google Shape;6345;p61"/>
          <p:cNvGrpSpPr/>
          <p:nvPr/>
        </p:nvGrpSpPr>
        <p:grpSpPr>
          <a:xfrm>
            <a:off x="1894924" y="3682271"/>
            <a:ext cx="395296" cy="371966"/>
            <a:chOff x="1908099" y="3682271"/>
            <a:chExt cx="395296" cy="371966"/>
          </a:xfrm>
        </p:grpSpPr>
        <p:sp>
          <p:nvSpPr>
            <p:cNvPr id="6346" name="Google Shape;6346;p61"/>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1"/>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1"/>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1"/>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1"/>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1"/>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1"/>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3" name="Google Shape;6353;p61"/>
          <p:cNvGrpSpPr/>
          <p:nvPr/>
        </p:nvGrpSpPr>
        <p:grpSpPr>
          <a:xfrm>
            <a:off x="2443625" y="3682271"/>
            <a:ext cx="395270" cy="371966"/>
            <a:chOff x="2456800" y="3682271"/>
            <a:chExt cx="395270" cy="371966"/>
          </a:xfrm>
        </p:grpSpPr>
        <p:sp>
          <p:nvSpPr>
            <p:cNvPr id="6354" name="Google Shape;6354;p61"/>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1"/>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1"/>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1"/>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1"/>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1"/>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1"/>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1"/>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1"/>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61"/>
          <p:cNvGrpSpPr/>
          <p:nvPr/>
        </p:nvGrpSpPr>
        <p:grpSpPr>
          <a:xfrm>
            <a:off x="3001075" y="3682271"/>
            <a:ext cx="391092" cy="371940"/>
            <a:chOff x="3014250" y="3682271"/>
            <a:chExt cx="391092" cy="371940"/>
          </a:xfrm>
        </p:grpSpPr>
        <p:sp>
          <p:nvSpPr>
            <p:cNvPr id="6364" name="Google Shape;6364;p61"/>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1"/>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1"/>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7" name="Google Shape;6367;p61"/>
          <p:cNvGrpSpPr/>
          <p:nvPr/>
        </p:nvGrpSpPr>
        <p:grpSpPr>
          <a:xfrm>
            <a:off x="3555950" y="3702947"/>
            <a:ext cx="388728" cy="330692"/>
            <a:chOff x="3569125" y="3702947"/>
            <a:chExt cx="388728" cy="330692"/>
          </a:xfrm>
        </p:grpSpPr>
        <p:sp>
          <p:nvSpPr>
            <p:cNvPr id="6368" name="Google Shape;6368;p61"/>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1"/>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1"/>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1"/>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2" name="Google Shape;6372;p61"/>
          <p:cNvGrpSpPr/>
          <p:nvPr/>
        </p:nvGrpSpPr>
        <p:grpSpPr>
          <a:xfrm>
            <a:off x="4098819" y="3682455"/>
            <a:ext cx="387992" cy="371625"/>
            <a:chOff x="4111994" y="3682455"/>
            <a:chExt cx="387992" cy="371625"/>
          </a:xfrm>
        </p:grpSpPr>
        <p:sp>
          <p:nvSpPr>
            <p:cNvPr id="6373" name="Google Shape;6373;p61"/>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1"/>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61"/>
          <p:cNvGrpSpPr/>
          <p:nvPr/>
        </p:nvGrpSpPr>
        <p:grpSpPr>
          <a:xfrm>
            <a:off x="4661734" y="3682271"/>
            <a:ext cx="371966" cy="371966"/>
            <a:chOff x="4674908" y="3682271"/>
            <a:chExt cx="371966" cy="371966"/>
          </a:xfrm>
        </p:grpSpPr>
        <p:sp>
          <p:nvSpPr>
            <p:cNvPr id="6376" name="Google Shape;6376;p61"/>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1"/>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1"/>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1"/>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0" name="Google Shape;6380;p61"/>
          <p:cNvGrpSpPr/>
          <p:nvPr/>
        </p:nvGrpSpPr>
        <p:grpSpPr>
          <a:xfrm>
            <a:off x="5210435" y="3731112"/>
            <a:ext cx="371782" cy="274285"/>
            <a:chOff x="5223609" y="3731112"/>
            <a:chExt cx="371782" cy="274285"/>
          </a:xfrm>
        </p:grpSpPr>
        <p:sp>
          <p:nvSpPr>
            <p:cNvPr id="6381" name="Google Shape;6381;p61"/>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1"/>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3" name="Google Shape;6383;p61"/>
          <p:cNvSpPr/>
          <p:nvPr/>
        </p:nvSpPr>
        <p:spPr>
          <a:xfrm>
            <a:off x="5799044"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4" name="Google Shape;6384;p61"/>
          <p:cNvGrpSpPr/>
          <p:nvPr/>
        </p:nvGrpSpPr>
        <p:grpSpPr>
          <a:xfrm>
            <a:off x="6306734" y="3696721"/>
            <a:ext cx="373963" cy="343119"/>
            <a:chOff x="6319908" y="3696721"/>
            <a:chExt cx="373963" cy="343119"/>
          </a:xfrm>
        </p:grpSpPr>
        <p:sp>
          <p:nvSpPr>
            <p:cNvPr id="6385" name="Google Shape;6385;p61"/>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1"/>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1"/>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1"/>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1"/>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1"/>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1"/>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1"/>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1"/>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4" name="Google Shape;6394;p61"/>
          <p:cNvGrpSpPr/>
          <p:nvPr/>
        </p:nvGrpSpPr>
        <p:grpSpPr>
          <a:xfrm>
            <a:off x="6858167" y="3740044"/>
            <a:ext cx="371966" cy="256420"/>
            <a:chOff x="6871342" y="3740044"/>
            <a:chExt cx="371966" cy="256420"/>
          </a:xfrm>
        </p:grpSpPr>
        <p:sp>
          <p:nvSpPr>
            <p:cNvPr id="6395" name="Google Shape;6395;p61"/>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1"/>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1"/>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1"/>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1"/>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1"/>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1"/>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1"/>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1"/>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1"/>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1"/>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1"/>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7" name="Google Shape;6407;p61"/>
          <p:cNvGrpSpPr/>
          <p:nvPr/>
        </p:nvGrpSpPr>
        <p:grpSpPr>
          <a:xfrm>
            <a:off x="7389187" y="3681535"/>
            <a:ext cx="402757" cy="372728"/>
            <a:chOff x="7402362" y="3681535"/>
            <a:chExt cx="402757" cy="372728"/>
          </a:xfrm>
        </p:grpSpPr>
        <p:sp>
          <p:nvSpPr>
            <p:cNvPr id="6408" name="Google Shape;6408;p61"/>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1"/>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1"/>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1"/>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1"/>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1"/>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1"/>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1"/>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1"/>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1"/>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1"/>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1"/>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1"/>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1"/>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1"/>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1"/>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4" name="Google Shape;6424;p61"/>
          <p:cNvGrpSpPr/>
          <p:nvPr/>
        </p:nvGrpSpPr>
        <p:grpSpPr>
          <a:xfrm>
            <a:off x="7947530" y="3736235"/>
            <a:ext cx="378902" cy="264065"/>
            <a:chOff x="7960705" y="3736235"/>
            <a:chExt cx="378902" cy="264065"/>
          </a:xfrm>
        </p:grpSpPr>
        <p:sp>
          <p:nvSpPr>
            <p:cNvPr id="6425" name="Google Shape;6425;p61"/>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1"/>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1"/>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1"/>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1"/>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1"/>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1"/>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1"/>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1"/>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1"/>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1"/>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1"/>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1"/>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1"/>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9" name="Google Shape;6439;p61"/>
          <p:cNvGrpSpPr/>
          <p:nvPr/>
        </p:nvGrpSpPr>
        <p:grpSpPr>
          <a:xfrm>
            <a:off x="6654327" y="4162270"/>
            <a:ext cx="166200" cy="388019"/>
            <a:chOff x="6400828" y="4162270"/>
            <a:chExt cx="166200" cy="388019"/>
          </a:xfrm>
        </p:grpSpPr>
        <p:sp>
          <p:nvSpPr>
            <p:cNvPr id="6440" name="Google Shape;6440;p61"/>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1"/>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1"/>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1"/>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1"/>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1"/>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1"/>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7" name="Google Shape;6447;p61"/>
          <p:cNvGrpSpPr/>
          <p:nvPr/>
        </p:nvGrpSpPr>
        <p:grpSpPr>
          <a:xfrm>
            <a:off x="7173314" y="4162270"/>
            <a:ext cx="225260" cy="388019"/>
            <a:chOff x="6919815" y="4162270"/>
            <a:chExt cx="225260" cy="388019"/>
          </a:xfrm>
        </p:grpSpPr>
        <p:sp>
          <p:nvSpPr>
            <p:cNvPr id="6448" name="Google Shape;6448;p61"/>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1"/>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1"/>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1"/>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1"/>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1"/>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1"/>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1"/>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61"/>
          <p:cNvGrpSpPr/>
          <p:nvPr/>
        </p:nvGrpSpPr>
        <p:grpSpPr>
          <a:xfrm>
            <a:off x="7639099" y="4177035"/>
            <a:ext cx="388728" cy="358383"/>
            <a:chOff x="7385600" y="4177035"/>
            <a:chExt cx="388728" cy="358383"/>
          </a:xfrm>
        </p:grpSpPr>
        <p:sp>
          <p:nvSpPr>
            <p:cNvPr id="6457" name="Google Shape;6457;p61"/>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1"/>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1"/>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1"/>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1"/>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1"/>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1"/>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61"/>
          <p:cNvGrpSpPr/>
          <p:nvPr/>
        </p:nvGrpSpPr>
        <p:grpSpPr>
          <a:xfrm>
            <a:off x="3611911" y="3259862"/>
            <a:ext cx="369207" cy="258259"/>
            <a:chOff x="3625085" y="3259862"/>
            <a:chExt cx="369207" cy="258259"/>
          </a:xfrm>
        </p:grpSpPr>
        <p:sp>
          <p:nvSpPr>
            <p:cNvPr id="6465" name="Google Shape;6465;p61"/>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1"/>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1"/>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1"/>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1"/>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1"/>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1"/>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1"/>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1"/>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1"/>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1"/>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1"/>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1"/>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8" name="Google Shape;6478;p61"/>
          <p:cNvGrpSpPr/>
          <p:nvPr/>
        </p:nvGrpSpPr>
        <p:grpSpPr>
          <a:xfrm>
            <a:off x="6304185" y="3276808"/>
            <a:ext cx="363217" cy="248590"/>
            <a:chOff x="6317360" y="3276808"/>
            <a:chExt cx="363217" cy="248590"/>
          </a:xfrm>
        </p:grpSpPr>
        <p:sp>
          <p:nvSpPr>
            <p:cNvPr id="6479" name="Google Shape;6479;p61"/>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1"/>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1"/>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1"/>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1"/>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1"/>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1"/>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1"/>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1"/>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1"/>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1"/>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1"/>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1"/>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1"/>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1"/>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1"/>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1"/>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1"/>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1"/>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1"/>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1"/>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1"/>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1"/>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1"/>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1"/>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1"/>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1"/>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6" name="Google Shape;6506;p61"/>
          <p:cNvGrpSpPr/>
          <p:nvPr/>
        </p:nvGrpSpPr>
        <p:grpSpPr>
          <a:xfrm>
            <a:off x="5337891" y="4183682"/>
            <a:ext cx="504064" cy="325595"/>
            <a:chOff x="5084391" y="4183682"/>
            <a:chExt cx="504064" cy="325595"/>
          </a:xfrm>
        </p:grpSpPr>
        <p:sp>
          <p:nvSpPr>
            <p:cNvPr id="6507" name="Google Shape;6507;p61"/>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1"/>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1"/>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1"/>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1"/>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1"/>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1"/>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1"/>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1"/>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1"/>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1"/>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1"/>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1"/>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1"/>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1"/>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1"/>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61"/>
          <p:cNvGrpSpPr/>
          <p:nvPr/>
        </p:nvGrpSpPr>
        <p:grpSpPr>
          <a:xfrm>
            <a:off x="7934420" y="2347996"/>
            <a:ext cx="379795" cy="267165"/>
            <a:chOff x="7947595" y="2347996"/>
            <a:chExt cx="379795" cy="267165"/>
          </a:xfrm>
        </p:grpSpPr>
        <p:sp>
          <p:nvSpPr>
            <p:cNvPr id="6524" name="Google Shape;6524;p61"/>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1"/>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1"/>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1"/>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1"/>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1"/>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1"/>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1"/>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1"/>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3" name="Google Shape;6533;p61"/>
          <p:cNvGrpSpPr/>
          <p:nvPr/>
        </p:nvGrpSpPr>
        <p:grpSpPr>
          <a:xfrm>
            <a:off x="6387469" y="2310269"/>
            <a:ext cx="275362" cy="338784"/>
            <a:chOff x="6400644" y="2310269"/>
            <a:chExt cx="275362" cy="338784"/>
          </a:xfrm>
        </p:grpSpPr>
        <p:sp>
          <p:nvSpPr>
            <p:cNvPr id="6534" name="Google Shape;6534;p61"/>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1"/>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1"/>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1"/>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1"/>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1"/>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1"/>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1"/>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1"/>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1"/>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1"/>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1"/>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1"/>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7" name="Google Shape;6547;p61"/>
          <p:cNvGrpSpPr/>
          <p:nvPr/>
        </p:nvGrpSpPr>
        <p:grpSpPr>
          <a:xfrm>
            <a:off x="1595767" y="4161009"/>
            <a:ext cx="359565" cy="358094"/>
            <a:chOff x="1342268" y="4161009"/>
            <a:chExt cx="359565" cy="358094"/>
          </a:xfrm>
        </p:grpSpPr>
        <p:sp>
          <p:nvSpPr>
            <p:cNvPr id="6548" name="Google Shape;6548;p61"/>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1"/>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1"/>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1"/>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1"/>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1"/>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1"/>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1"/>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1"/>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7" name="Google Shape;6557;p61"/>
          <p:cNvGrpSpPr/>
          <p:nvPr/>
        </p:nvGrpSpPr>
        <p:grpSpPr>
          <a:xfrm>
            <a:off x="1899837" y="2764940"/>
            <a:ext cx="417523" cy="374252"/>
            <a:chOff x="1913012" y="2764940"/>
            <a:chExt cx="417523" cy="374252"/>
          </a:xfrm>
        </p:grpSpPr>
        <p:sp>
          <p:nvSpPr>
            <p:cNvPr id="6558" name="Google Shape;6558;p61"/>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1"/>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1"/>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1"/>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1"/>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1"/>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1"/>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1"/>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1"/>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1"/>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1"/>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1"/>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0" name="Google Shape;6570;p61"/>
          <p:cNvGrpSpPr/>
          <p:nvPr/>
        </p:nvGrpSpPr>
        <p:grpSpPr>
          <a:xfrm>
            <a:off x="817568" y="2763601"/>
            <a:ext cx="384734" cy="381556"/>
            <a:chOff x="830742" y="2763601"/>
            <a:chExt cx="384734" cy="381556"/>
          </a:xfrm>
        </p:grpSpPr>
        <p:sp>
          <p:nvSpPr>
            <p:cNvPr id="6571" name="Google Shape;6571;p61"/>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1"/>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1"/>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1"/>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1"/>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1"/>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1"/>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1"/>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1"/>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1"/>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1"/>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1"/>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1"/>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1"/>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1"/>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1"/>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1"/>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1"/>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1"/>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2" name="Google Shape;6592;p61"/>
          <p:cNvGrpSpPr/>
          <p:nvPr/>
        </p:nvGrpSpPr>
        <p:grpSpPr>
          <a:xfrm>
            <a:off x="3260997" y="4183419"/>
            <a:ext cx="375434" cy="329667"/>
            <a:chOff x="3007498" y="4183419"/>
            <a:chExt cx="375434" cy="329667"/>
          </a:xfrm>
        </p:grpSpPr>
        <p:sp>
          <p:nvSpPr>
            <p:cNvPr id="6593" name="Google Shape;6593;p61"/>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1"/>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1"/>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1"/>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1"/>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1"/>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1"/>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1"/>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1"/>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1"/>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1"/>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1"/>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1"/>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1"/>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1"/>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1"/>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1"/>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1"/>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1"/>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1"/>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61"/>
          <p:cNvGrpSpPr/>
          <p:nvPr/>
        </p:nvGrpSpPr>
        <p:grpSpPr>
          <a:xfrm>
            <a:off x="6906101" y="2766990"/>
            <a:ext cx="274550" cy="354728"/>
            <a:chOff x="7606826" y="2419290"/>
            <a:chExt cx="274550" cy="354728"/>
          </a:xfrm>
        </p:grpSpPr>
        <p:sp>
          <p:nvSpPr>
            <p:cNvPr id="6614" name="Google Shape;6614;p61"/>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1"/>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1"/>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1"/>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1"/>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1"/>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1"/>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1"/>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1"/>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1"/>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1"/>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1"/>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1"/>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1"/>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1"/>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9" name="Google Shape;6629;p61"/>
          <p:cNvGrpSpPr/>
          <p:nvPr/>
        </p:nvGrpSpPr>
        <p:grpSpPr>
          <a:xfrm>
            <a:off x="7536994" y="2777003"/>
            <a:ext cx="263316" cy="354728"/>
            <a:chOff x="8062968" y="2419290"/>
            <a:chExt cx="263316" cy="354728"/>
          </a:xfrm>
        </p:grpSpPr>
        <p:sp>
          <p:nvSpPr>
            <p:cNvPr id="6630" name="Google Shape;6630;p61"/>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1"/>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1"/>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1"/>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1"/>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1"/>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1"/>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1"/>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1"/>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1"/>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1"/>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1"/>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1"/>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1"/>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1"/>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1"/>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1"/>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7" name="Google Shape;6647;p61"/>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6648" name="Google Shape;6648;p61"/>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6649" name="Google Shape;6649;p61"/>
          <p:cNvGrpSpPr/>
          <p:nvPr/>
        </p:nvGrpSpPr>
        <p:grpSpPr>
          <a:xfrm>
            <a:off x="1089824" y="4149725"/>
            <a:ext cx="364280" cy="363684"/>
            <a:chOff x="836325" y="4149725"/>
            <a:chExt cx="364280" cy="363684"/>
          </a:xfrm>
        </p:grpSpPr>
        <p:sp>
          <p:nvSpPr>
            <p:cNvPr id="6650" name="Google Shape;6650;p61"/>
            <p:cNvSpPr/>
            <p:nvPr/>
          </p:nvSpPr>
          <p:spPr>
            <a:xfrm>
              <a:off x="836325" y="4428035"/>
              <a:ext cx="86394" cy="85374"/>
            </a:xfrm>
            <a:custGeom>
              <a:avLst/>
              <a:gdLst/>
              <a:ahLst/>
              <a:cxnLst/>
              <a:rect l="l" t="t" r="r" b="b"/>
              <a:pathLst>
                <a:path w="10325" h="10203" extrusionOk="0">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1"/>
            <p:cNvSpPr/>
            <p:nvPr/>
          </p:nvSpPr>
          <p:spPr>
            <a:xfrm>
              <a:off x="836325" y="4373908"/>
              <a:ext cx="60045" cy="58999"/>
            </a:xfrm>
            <a:custGeom>
              <a:avLst/>
              <a:gdLst/>
              <a:ahLst/>
              <a:cxnLst/>
              <a:rect l="l" t="t" r="r" b="b"/>
              <a:pathLst>
                <a:path w="7176" h="7051" extrusionOk="0">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1"/>
            <p:cNvSpPr/>
            <p:nvPr/>
          </p:nvSpPr>
          <p:spPr>
            <a:xfrm>
              <a:off x="916801" y="4454384"/>
              <a:ext cx="60045" cy="58999"/>
            </a:xfrm>
            <a:custGeom>
              <a:avLst/>
              <a:gdLst/>
              <a:ahLst/>
              <a:cxnLst/>
              <a:rect l="l" t="t" r="r" b="b"/>
              <a:pathLst>
                <a:path w="7176" h="7051" extrusionOk="0">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1"/>
            <p:cNvSpPr/>
            <p:nvPr/>
          </p:nvSpPr>
          <p:spPr>
            <a:xfrm>
              <a:off x="901229" y="4149725"/>
              <a:ext cx="298594" cy="157234"/>
            </a:xfrm>
            <a:custGeom>
              <a:avLst/>
              <a:gdLst/>
              <a:ahLst/>
              <a:cxnLst/>
              <a:rect l="l" t="t" r="r" b="b"/>
              <a:pathLst>
                <a:path w="35685" h="18791" extrusionOk="0">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1"/>
            <p:cNvSpPr/>
            <p:nvPr/>
          </p:nvSpPr>
          <p:spPr>
            <a:xfrm>
              <a:off x="951985" y="4150026"/>
              <a:ext cx="248255" cy="248163"/>
            </a:xfrm>
            <a:custGeom>
              <a:avLst/>
              <a:gdLst/>
              <a:ahLst/>
              <a:cxnLst/>
              <a:rect l="l" t="t" r="r" b="b"/>
              <a:pathLst>
                <a:path w="29669" h="29658" extrusionOk="0">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1"/>
            <p:cNvSpPr/>
            <p:nvPr/>
          </p:nvSpPr>
          <p:spPr>
            <a:xfrm>
              <a:off x="1046141" y="4150445"/>
              <a:ext cx="154464" cy="298017"/>
            </a:xfrm>
            <a:custGeom>
              <a:avLst/>
              <a:gdLst/>
              <a:ahLst/>
              <a:cxnLst/>
              <a:rect l="l" t="t" r="r" b="b"/>
              <a:pathLst>
                <a:path w="18460" h="35616" extrusionOk="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1"/>
            <p:cNvSpPr/>
            <p:nvPr/>
          </p:nvSpPr>
          <p:spPr>
            <a:xfrm>
              <a:off x="952454" y="4150244"/>
              <a:ext cx="247787" cy="247946"/>
            </a:xfrm>
            <a:custGeom>
              <a:avLst/>
              <a:gdLst/>
              <a:ahLst/>
              <a:cxnLst/>
              <a:rect l="l" t="t" r="r" b="b"/>
              <a:pathLst>
                <a:path w="29613" h="29632" extrusionOk="0">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6660"/>
        <p:cNvGrpSpPr/>
        <p:nvPr/>
      </p:nvGrpSpPr>
      <p:grpSpPr>
        <a:xfrm>
          <a:off x="0" y="0"/>
          <a:ext cx="0" cy="0"/>
          <a:chOff x="0" y="0"/>
          <a:chExt cx="0" cy="0"/>
        </a:xfrm>
      </p:grpSpPr>
      <p:grpSp>
        <p:nvGrpSpPr>
          <p:cNvPr id="6661" name="Google Shape;6661;p62"/>
          <p:cNvGrpSpPr/>
          <p:nvPr/>
        </p:nvGrpSpPr>
        <p:grpSpPr>
          <a:xfrm>
            <a:off x="7071588" y="2263554"/>
            <a:ext cx="362163" cy="347098"/>
            <a:chOff x="7075663" y="2444129"/>
            <a:chExt cx="362163" cy="347098"/>
          </a:xfrm>
        </p:grpSpPr>
        <p:sp>
          <p:nvSpPr>
            <p:cNvPr id="6662" name="Google Shape;6662;p62"/>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2"/>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2"/>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2"/>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2"/>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2"/>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2"/>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2"/>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0" name="Google Shape;6670;p62"/>
          <p:cNvGrpSpPr/>
          <p:nvPr/>
        </p:nvGrpSpPr>
        <p:grpSpPr>
          <a:xfrm>
            <a:off x="6634100" y="2256009"/>
            <a:ext cx="372197" cy="362163"/>
            <a:chOff x="6638175" y="2436584"/>
            <a:chExt cx="372197" cy="362163"/>
          </a:xfrm>
        </p:grpSpPr>
        <p:sp>
          <p:nvSpPr>
            <p:cNvPr id="6671" name="Google Shape;6671;p62"/>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2"/>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2"/>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2"/>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2"/>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2"/>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2"/>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2"/>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2"/>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2"/>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2"/>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2"/>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2"/>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62"/>
          <p:cNvGrpSpPr/>
          <p:nvPr/>
        </p:nvGrpSpPr>
        <p:grpSpPr>
          <a:xfrm>
            <a:off x="6188831" y="2258865"/>
            <a:ext cx="371699" cy="356084"/>
            <a:chOff x="6192906" y="2439440"/>
            <a:chExt cx="371699" cy="356084"/>
          </a:xfrm>
        </p:grpSpPr>
        <p:sp>
          <p:nvSpPr>
            <p:cNvPr id="6685" name="Google Shape;6685;p62"/>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2"/>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2"/>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2"/>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2"/>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2"/>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2"/>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2"/>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2"/>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2"/>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2"/>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2"/>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2"/>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8" name="Google Shape;6698;p62"/>
          <p:cNvGrpSpPr/>
          <p:nvPr/>
        </p:nvGrpSpPr>
        <p:grpSpPr>
          <a:xfrm>
            <a:off x="5758392" y="2256009"/>
            <a:ext cx="362163" cy="362163"/>
            <a:chOff x="5762467" y="2436584"/>
            <a:chExt cx="362163" cy="362163"/>
          </a:xfrm>
        </p:grpSpPr>
        <p:sp>
          <p:nvSpPr>
            <p:cNvPr id="6699" name="Google Shape;6699;p62"/>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2"/>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2"/>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2"/>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2"/>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2"/>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2"/>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2"/>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2"/>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2"/>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2"/>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2"/>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2"/>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2"/>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2"/>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2"/>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2"/>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2"/>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2"/>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2"/>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2"/>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4" name="Google Shape;6724;p62"/>
          <p:cNvGrpSpPr/>
          <p:nvPr/>
        </p:nvGrpSpPr>
        <p:grpSpPr>
          <a:xfrm>
            <a:off x="5319646" y="2256454"/>
            <a:ext cx="362922" cy="361219"/>
            <a:chOff x="5323721" y="2437029"/>
            <a:chExt cx="362922" cy="361219"/>
          </a:xfrm>
        </p:grpSpPr>
        <p:sp>
          <p:nvSpPr>
            <p:cNvPr id="6725" name="Google Shape;6725;p62"/>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2"/>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2"/>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2"/>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2"/>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2"/>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2"/>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2"/>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2"/>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2"/>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2"/>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2"/>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2"/>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2"/>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2"/>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2"/>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2"/>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2" name="Google Shape;6742;p62"/>
          <p:cNvGrpSpPr/>
          <p:nvPr/>
        </p:nvGrpSpPr>
        <p:grpSpPr>
          <a:xfrm>
            <a:off x="4871862" y="2288156"/>
            <a:ext cx="407122" cy="315448"/>
            <a:chOff x="4875937" y="2468731"/>
            <a:chExt cx="407122" cy="315448"/>
          </a:xfrm>
        </p:grpSpPr>
        <p:sp>
          <p:nvSpPr>
            <p:cNvPr id="6743" name="Google Shape;6743;p62"/>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2"/>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2"/>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2"/>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2"/>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2"/>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2"/>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2"/>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2"/>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2"/>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2"/>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2"/>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2"/>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2"/>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2"/>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2"/>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2"/>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2"/>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2"/>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2" name="Google Shape;6762;p62"/>
          <p:cNvGrpSpPr/>
          <p:nvPr/>
        </p:nvGrpSpPr>
        <p:grpSpPr>
          <a:xfrm>
            <a:off x="4889207" y="3624199"/>
            <a:ext cx="242114" cy="362163"/>
            <a:chOff x="4893282" y="3804774"/>
            <a:chExt cx="242114" cy="362163"/>
          </a:xfrm>
        </p:grpSpPr>
        <p:sp>
          <p:nvSpPr>
            <p:cNvPr id="6763" name="Google Shape;6763;p62"/>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2"/>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2"/>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2"/>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2"/>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2"/>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2"/>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2"/>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2"/>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2"/>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2"/>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2"/>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2"/>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2"/>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2"/>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2"/>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2"/>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2"/>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2"/>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2"/>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2"/>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2"/>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2"/>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2"/>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2"/>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2"/>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9" name="Google Shape;6789;p62"/>
          <p:cNvGrpSpPr/>
          <p:nvPr/>
        </p:nvGrpSpPr>
        <p:grpSpPr>
          <a:xfrm>
            <a:off x="6244087" y="3624199"/>
            <a:ext cx="231058" cy="362425"/>
            <a:chOff x="6248162" y="3804774"/>
            <a:chExt cx="231058" cy="362425"/>
          </a:xfrm>
        </p:grpSpPr>
        <p:sp>
          <p:nvSpPr>
            <p:cNvPr id="6790" name="Google Shape;6790;p62"/>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2"/>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2"/>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2"/>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62"/>
          <p:cNvGrpSpPr/>
          <p:nvPr/>
        </p:nvGrpSpPr>
        <p:grpSpPr>
          <a:xfrm>
            <a:off x="5342493" y="3624199"/>
            <a:ext cx="233337" cy="362163"/>
            <a:chOff x="5346568" y="3804774"/>
            <a:chExt cx="233337" cy="362163"/>
          </a:xfrm>
        </p:grpSpPr>
        <p:sp>
          <p:nvSpPr>
            <p:cNvPr id="6795" name="Google Shape;6795;p62"/>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2"/>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2"/>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2"/>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2"/>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2"/>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2"/>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2"/>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2"/>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2"/>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2"/>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2"/>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2"/>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2"/>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2"/>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2"/>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2"/>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2"/>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2"/>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4" name="Google Shape;6814;p62"/>
          <p:cNvGrpSpPr/>
          <p:nvPr/>
        </p:nvGrpSpPr>
        <p:grpSpPr>
          <a:xfrm>
            <a:off x="6700910" y="3624566"/>
            <a:ext cx="209967" cy="361639"/>
            <a:chOff x="6704985" y="3805141"/>
            <a:chExt cx="209967" cy="361639"/>
          </a:xfrm>
        </p:grpSpPr>
        <p:sp>
          <p:nvSpPr>
            <p:cNvPr id="6815" name="Google Shape;6815;p62"/>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2"/>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2"/>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2"/>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2"/>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2"/>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2"/>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2"/>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2"/>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2"/>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2"/>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2"/>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7" name="Google Shape;6827;p62"/>
          <p:cNvGrpSpPr/>
          <p:nvPr/>
        </p:nvGrpSpPr>
        <p:grpSpPr>
          <a:xfrm>
            <a:off x="7509809" y="2267694"/>
            <a:ext cx="363184" cy="338792"/>
            <a:chOff x="7513884" y="2448269"/>
            <a:chExt cx="363184" cy="338792"/>
          </a:xfrm>
        </p:grpSpPr>
        <p:sp>
          <p:nvSpPr>
            <p:cNvPr id="6828" name="Google Shape;6828;p62"/>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2"/>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2"/>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2"/>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2"/>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2"/>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4" name="Google Shape;6834;p62"/>
          <p:cNvGrpSpPr/>
          <p:nvPr/>
        </p:nvGrpSpPr>
        <p:grpSpPr>
          <a:xfrm>
            <a:off x="5773692" y="3624251"/>
            <a:ext cx="258699" cy="362136"/>
            <a:chOff x="5777767" y="3804826"/>
            <a:chExt cx="258699" cy="362136"/>
          </a:xfrm>
        </p:grpSpPr>
        <p:sp>
          <p:nvSpPr>
            <p:cNvPr id="6835" name="Google Shape;6835;p62"/>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2"/>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2"/>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62"/>
          <p:cNvGrpSpPr/>
          <p:nvPr/>
        </p:nvGrpSpPr>
        <p:grpSpPr>
          <a:xfrm>
            <a:off x="7949026" y="2256009"/>
            <a:ext cx="361691" cy="362163"/>
            <a:chOff x="7953101" y="2436584"/>
            <a:chExt cx="361691" cy="362163"/>
          </a:xfrm>
        </p:grpSpPr>
        <p:sp>
          <p:nvSpPr>
            <p:cNvPr id="6839" name="Google Shape;6839;p62"/>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2"/>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2"/>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2"/>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2"/>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2"/>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2"/>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2"/>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2"/>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8" name="Google Shape;6848;p62"/>
          <p:cNvGrpSpPr/>
          <p:nvPr/>
        </p:nvGrpSpPr>
        <p:grpSpPr>
          <a:xfrm>
            <a:off x="4855278" y="3174555"/>
            <a:ext cx="373481" cy="362267"/>
            <a:chOff x="4859353" y="3355130"/>
            <a:chExt cx="373481" cy="362267"/>
          </a:xfrm>
        </p:grpSpPr>
        <p:sp>
          <p:nvSpPr>
            <p:cNvPr id="6849" name="Google Shape;6849;p62"/>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2"/>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2"/>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2"/>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2"/>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2"/>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2"/>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2"/>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2"/>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2"/>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2"/>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2"/>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2"/>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2"/>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3" name="Google Shape;6863;p62"/>
          <p:cNvGrpSpPr/>
          <p:nvPr/>
        </p:nvGrpSpPr>
        <p:grpSpPr>
          <a:xfrm>
            <a:off x="6633603" y="1320407"/>
            <a:ext cx="378721" cy="362005"/>
            <a:chOff x="6637678" y="1500982"/>
            <a:chExt cx="378721" cy="362005"/>
          </a:xfrm>
        </p:grpSpPr>
        <p:sp>
          <p:nvSpPr>
            <p:cNvPr id="6864" name="Google Shape;6864;p62"/>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2"/>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2"/>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2"/>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2"/>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2"/>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2"/>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2"/>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2"/>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2"/>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2"/>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2"/>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2"/>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2"/>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2"/>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2"/>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0" name="Google Shape;6880;p62"/>
          <p:cNvGrpSpPr/>
          <p:nvPr/>
        </p:nvGrpSpPr>
        <p:grpSpPr>
          <a:xfrm>
            <a:off x="5823918" y="3174921"/>
            <a:ext cx="223041" cy="362163"/>
            <a:chOff x="5827993" y="3355496"/>
            <a:chExt cx="223041" cy="362163"/>
          </a:xfrm>
        </p:grpSpPr>
        <p:sp>
          <p:nvSpPr>
            <p:cNvPr id="6881" name="Google Shape;6881;p62"/>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2"/>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2"/>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2"/>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2"/>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2"/>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2"/>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2"/>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2"/>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2"/>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2"/>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2"/>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2"/>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62"/>
          <p:cNvGrpSpPr/>
          <p:nvPr/>
        </p:nvGrpSpPr>
        <p:grpSpPr>
          <a:xfrm>
            <a:off x="7524638" y="1320066"/>
            <a:ext cx="370520" cy="361586"/>
            <a:chOff x="7528713" y="1500641"/>
            <a:chExt cx="370520" cy="361586"/>
          </a:xfrm>
        </p:grpSpPr>
        <p:sp>
          <p:nvSpPr>
            <p:cNvPr id="6897" name="Google Shape;6897;p62"/>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2"/>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2"/>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2"/>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2"/>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4" name="Google Shape;6904;p62"/>
          <p:cNvGrpSpPr/>
          <p:nvPr/>
        </p:nvGrpSpPr>
        <p:grpSpPr>
          <a:xfrm>
            <a:off x="5313123" y="3174921"/>
            <a:ext cx="367429" cy="362163"/>
            <a:chOff x="5317198" y="3355496"/>
            <a:chExt cx="367429" cy="362163"/>
          </a:xfrm>
        </p:grpSpPr>
        <p:sp>
          <p:nvSpPr>
            <p:cNvPr id="6905" name="Google Shape;6905;p62"/>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2"/>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2"/>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2"/>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2"/>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2"/>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2"/>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2"/>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2"/>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2"/>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2"/>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2"/>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2"/>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2"/>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2"/>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2"/>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1" name="Google Shape;6921;p62"/>
          <p:cNvGrpSpPr/>
          <p:nvPr/>
        </p:nvGrpSpPr>
        <p:grpSpPr>
          <a:xfrm>
            <a:off x="5298896" y="1319988"/>
            <a:ext cx="383175" cy="362241"/>
            <a:chOff x="5302971" y="1500563"/>
            <a:chExt cx="383175" cy="362241"/>
          </a:xfrm>
        </p:grpSpPr>
        <p:sp>
          <p:nvSpPr>
            <p:cNvPr id="6922" name="Google Shape;6922;p62"/>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2"/>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4" name="Google Shape;6924;p62"/>
          <p:cNvGrpSpPr/>
          <p:nvPr/>
        </p:nvGrpSpPr>
        <p:grpSpPr>
          <a:xfrm>
            <a:off x="6198630" y="1344878"/>
            <a:ext cx="364180" cy="312461"/>
            <a:chOff x="6202705" y="1525453"/>
            <a:chExt cx="364180" cy="312461"/>
          </a:xfrm>
        </p:grpSpPr>
        <p:sp>
          <p:nvSpPr>
            <p:cNvPr id="6925" name="Google Shape;6925;p62"/>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2"/>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2"/>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2"/>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2"/>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2"/>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2"/>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62"/>
          <p:cNvGrpSpPr/>
          <p:nvPr/>
        </p:nvGrpSpPr>
        <p:grpSpPr>
          <a:xfrm>
            <a:off x="7083142" y="1323027"/>
            <a:ext cx="362398" cy="356163"/>
            <a:chOff x="7087217" y="1503602"/>
            <a:chExt cx="362398" cy="356163"/>
          </a:xfrm>
        </p:grpSpPr>
        <p:sp>
          <p:nvSpPr>
            <p:cNvPr id="6933" name="Google Shape;6933;p62"/>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2"/>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2"/>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2"/>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2"/>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2"/>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2"/>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2"/>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2"/>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2"/>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2"/>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2"/>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2"/>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2"/>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2"/>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2"/>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2"/>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2"/>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2"/>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2"/>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2"/>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4" name="Google Shape;6954;p62"/>
          <p:cNvGrpSpPr/>
          <p:nvPr/>
        </p:nvGrpSpPr>
        <p:grpSpPr>
          <a:xfrm>
            <a:off x="7964877" y="1320302"/>
            <a:ext cx="378747" cy="361455"/>
            <a:chOff x="7968952" y="1500877"/>
            <a:chExt cx="378747" cy="361455"/>
          </a:xfrm>
        </p:grpSpPr>
        <p:sp>
          <p:nvSpPr>
            <p:cNvPr id="6955" name="Google Shape;6955;p62"/>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2"/>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2"/>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2"/>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2"/>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2"/>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2"/>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2"/>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2"/>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2"/>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2"/>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2"/>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2"/>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2"/>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2"/>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62"/>
          <p:cNvGrpSpPr/>
          <p:nvPr/>
        </p:nvGrpSpPr>
        <p:grpSpPr>
          <a:xfrm>
            <a:off x="5757370" y="1361148"/>
            <a:ext cx="362163" cy="279737"/>
            <a:chOff x="5761445" y="1541723"/>
            <a:chExt cx="362163" cy="279737"/>
          </a:xfrm>
        </p:grpSpPr>
        <p:sp>
          <p:nvSpPr>
            <p:cNvPr id="6971" name="Google Shape;6971;p62"/>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2"/>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2"/>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2"/>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2"/>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2"/>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7" name="Google Shape;6977;p62"/>
          <p:cNvGrpSpPr/>
          <p:nvPr/>
        </p:nvGrpSpPr>
        <p:grpSpPr>
          <a:xfrm>
            <a:off x="6200883" y="3175000"/>
            <a:ext cx="358390" cy="362320"/>
            <a:chOff x="6204958" y="3355575"/>
            <a:chExt cx="358390" cy="362320"/>
          </a:xfrm>
        </p:grpSpPr>
        <p:sp>
          <p:nvSpPr>
            <p:cNvPr id="6978" name="Google Shape;6978;p62"/>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2"/>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2"/>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2"/>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2"/>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2"/>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2"/>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2"/>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2"/>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2"/>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2"/>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2"/>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2"/>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2"/>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2"/>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2"/>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62"/>
          <p:cNvGrpSpPr/>
          <p:nvPr/>
        </p:nvGrpSpPr>
        <p:grpSpPr>
          <a:xfrm>
            <a:off x="4935895" y="1319280"/>
            <a:ext cx="242979" cy="362660"/>
            <a:chOff x="4939970" y="1499855"/>
            <a:chExt cx="242979" cy="362660"/>
          </a:xfrm>
        </p:grpSpPr>
        <p:sp>
          <p:nvSpPr>
            <p:cNvPr id="6995" name="Google Shape;6995;p62"/>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2"/>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2"/>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2"/>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2"/>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2"/>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1" name="Google Shape;7001;p62"/>
          <p:cNvGrpSpPr/>
          <p:nvPr/>
        </p:nvGrpSpPr>
        <p:grpSpPr>
          <a:xfrm>
            <a:off x="8019373" y="3174921"/>
            <a:ext cx="284322" cy="362163"/>
            <a:chOff x="8023448" y="3355496"/>
            <a:chExt cx="284322" cy="362163"/>
          </a:xfrm>
        </p:grpSpPr>
        <p:sp>
          <p:nvSpPr>
            <p:cNvPr id="7002" name="Google Shape;7002;p62"/>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2"/>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2"/>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2"/>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2"/>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2"/>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2"/>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2"/>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2"/>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1" name="Google Shape;7011;p62"/>
          <p:cNvGrpSpPr/>
          <p:nvPr/>
        </p:nvGrpSpPr>
        <p:grpSpPr>
          <a:xfrm>
            <a:off x="6640126" y="3174921"/>
            <a:ext cx="366695" cy="361979"/>
            <a:chOff x="6644201" y="3355496"/>
            <a:chExt cx="366695" cy="361979"/>
          </a:xfrm>
        </p:grpSpPr>
        <p:sp>
          <p:nvSpPr>
            <p:cNvPr id="7012" name="Google Shape;7012;p62"/>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2"/>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2"/>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2"/>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2"/>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2"/>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2"/>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2"/>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2"/>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2"/>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2"/>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2"/>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2"/>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2"/>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2"/>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2"/>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2"/>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2"/>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2"/>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2"/>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2"/>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2"/>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4" name="Google Shape;7034;p62"/>
          <p:cNvGrpSpPr/>
          <p:nvPr/>
        </p:nvGrpSpPr>
        <p:grpSpPr>
          <a:xfrm>
            <a:off x="7951070" y="1838617"/>
            <a:ext cx="365176" cy="271013"/>
            <a:chOff x="7955145" y="2019192"/>
            <a:chExt cx="365176" cy="271013"/>
          </a:xfrm>
        </p:grpSpPr>
        <p:sp>
          <p:nvSpPr>
            <p:cNvPr id="7035" name="Google Shape;7035;p62"/>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2"/>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2"/>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2"/>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2"/>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2"/>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1" name="Google Shape;7041;p62"/>
          <p:cNvGrpSpPr/>
          <p:nvPr/>
        </p:nvGrpSpPr>
        <p:grpSpPr>
          <a:xfrm>
            <a:off x="7514080" y="1828896"/>
            <a:ext cx="361927" cy="290270"/>
            <a:chOff x="7518155" y="2009471"/>
            <a:chExt cx="361927" cy="290270"/>
          </a:xfrm>
        </p:grpSpPr>
        <p:sp>
          <p:nvSpPr>
            <p:cNvPr id="7042" name="Google Shape;7042;p62"/>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2"/>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2"/>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2"/>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2"/>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2"/>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2"/>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2"/>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2"/>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2"/>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2"/>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2"/>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2"/>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5" name="Google Shape;7055;p62"/>
          <p:cNvGrpSpPr/>
          <p:nvPr/>
        </p:nvGrpSpPr>
        <p:grpSpPr>
          <a:xfrm>
            <a:off x="7075597" y="1810478"/>
            <a:ext cx="362163" cy="327264"/>
            <a:chOff x="7079672" y="1991053"/>
            <a:chExt cx="362163" cy="327264"/>
          </a:xfrm>
        </p:grpSpPr>
        <p:sp>
          <p:nvSpPr>
            <p:cNvPr id="7056" name="Google Shape;7056;p62"/>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2"/>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2"/>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2"/>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2"/>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2"/>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2"/>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2"/>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2"/>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2"/>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2"/>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2"/>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2"/>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2"/>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2"/>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2"/>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62"/>
          <p:cNvGrpSpPr/>
          <p:nvPr/>
        </p:nvGrpSpPr>
        <p:grpSpPr>
          <a:xfrm>
            <a:off x="6637113" y="1854939"/>
            <a:ext cx="361901" cy="238132"/>
            <a:chOff x="6641188" y="2035514"/>
            <a:chExt cx="361901" cy="238132"/>
          </a:xfrm>
        </p:grpSpPr>
        <p:sp>
          <p:nvSpPr>
            <p:cNvPr id="7073" name="Google Shape;7073;p62"/>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2"/>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2"/>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2"/>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2"/>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2"/>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2"/>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2"/>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2"/>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2"/>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2"/>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2"/>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2"/>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2"/>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2"/>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2"/>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2"/>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2"/>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2"/>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2" name="Google Shape;7092;p62"/>
          <p:cNvGrpSpPr/>
          <p:nvPr/>
        </p:nvGrpSpPr>
        <p:grpSpPr>
          <a:xfrm>
            <a:off x="6198368" y="1806102"/>
            <a:ext cx="362425" cy="335884"/>
            <a:chOff x="6202443" y="1986677"/>
            <a:chExt cx="362425" cy="335884"/>
          </a:xfrm>
        </p:grpSpPr>
        <p:sp>
          <p:nvSpPr>
            <p:cNvPr id="7093" name="Google Shape;7093;p62"/>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2"/>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2"/>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2"/>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2"/>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2"/>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2"/>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2"/>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2"/>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2"/>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2"/>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2"/>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2"/>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2"/>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2"/>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2"/>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2"/>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2"/>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2"/>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2"/>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62"/>
          <p:cNvGrpSpPr/>
          <p:nvPr/>
        </p:nvGrpSpPr>
        <p:grpSpPr>
          <a:xfrm>
            <a:off x="5760147" y="1836023"/>
            <a:ext cx="374293" cy="276069"/>
            <a:chOff x="5764222" y="2016598"/>
            <a:chExt cx="374293" cy="276069"/>
          </a:xfrm>
        </p:grpSpPr>
        <p:sp>
          <p:nvSpPr>
            <p:cNvPr id="7114" name="Google Shape;7114;p62"/>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2"/>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2"/>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2"/>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2"/>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2"/>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2"/>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2"/>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2"/>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2"/>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2"/>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62"/>
          <p:cNvGrpSpPr/>
          <p:nvPr/>
        </p:nvGrpSpPr>
        <p:grpSpPr>
          <a:xfrm>
            <a:off x="5321402" y="1835866"/>
            <a:ext cx="361927" cy="276515"/>
            <a:chOff x="5325477" y="2016441"/>
            <a:chExt cx="361927" cy="276515"/>
          </a:xfrm>
        </p:grpSpPr>
        <p:sp>
          <p:nvSpPr>
            <p:cNvPr id="7126" name="Google Shape;7126;p62"/>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2"/>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2"/>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2"/>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2"/>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2"/>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2"/>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2"/>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2"/>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2"/>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2"/>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2"/>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2"/>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2"/>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2"/>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2"/>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2"/>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2"/>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2"/>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2"/>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62"/>
          <p:cNvGrpSpPr/>
          <p:nvPr/>
        </p:nvGrpSpPr>
        <p:grpSpPr>
          <a:xfrm>
            <a:off x="4866596" y="1836625"/>
            <a:ext cx="364180" cy="274812"/>
            <a:chOff x="4870671" y="2017200"/>
            <a:chExt cx="364180" cy="274812"/>
          </a:xfrm>
        </p:grpSpPr>
        <p:sp>
          <p:nvSpPr>
            <p:cNvPr id="7147" name="Google Shape;7147;p62"/>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2"/>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2"/>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2"/>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2"/>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2"/>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2"/>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2"/>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2"/>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2"/>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2"/>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2"/>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2"/>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62"/>
          <p:cNvGrpSpPr/>
          <p:nvPr/>
        </p:nvGrpSpPr>
        <p:grpSpPr>
          <a:xfrm>
            <a:off x="7140651" y="3174921"/>
            <a:ext cx="260690" cy="362032"/>
            <a:chOff x="7144726" y="3355496"/>
            <a:chExt cx="260690" cy="362032"/>
          </a:xfrm>
        </p:grpSpPr>
        <p:sp>
          <p:nvSpPr>
            <p:cNvPr id="7161" name="Google Shape;7161;p62"/>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2"/>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2"/>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2"/>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2"/>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2"/>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7" name="Google Shape;7167;p62"/>
          <p:cNvGrpSpPr/>
          <p:nvPr/>
        </p:nvGrpSpPr>
        <p:grpSpPr>
          <a:xfrm>
            <a:off x="6701644" y="4097476"/>
            <a:ext cx="261712" cy="361770"/>
            <a:chOff x="6705719" y="4278051"/>
            <a:chExt cx="261712" cy="361770"/>
          </a:xfrm>
        </p:grpSpPr>
        <p:sp>
          <p:nvSpPr>
            <p:cNvPr id="7168" name="Google Shape;7168;p62"/>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2"/>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2"/>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2"/>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2"/>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2"/>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2"/>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2"/>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2"/>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2"/>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2"/>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2"/>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2"/>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2"/>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2"/>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3" name="Google Shape;7183;p62"/>
          <p:cNvGrpSpPr/>
          <p:nvPr/>
        </p:nvGrpSpPr>
        <p:grpSpPr>
          <a:xfrm>
            <a:off x="5746575" y="2711077"/>
            <a:ext cx="320216" cy="361403"/>
            <a:chOff x="5750650" y="2891652"/>
            <a:chExt cx="320216" cy="361403"/>
          </a:xfrm>
        </p:grpSpPr>
        <p:sp>
          <p:nvSpPr>
            <p:cNvPr id="7184" name="Google Shape;7184;p62"/>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2"/>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2"/>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2"/>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2"/>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2"/>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2"/>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2"/>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2"/>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2"/>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2"/>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2"/>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2"/>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2"/>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2"/>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9" name="Google Shape;7199;p62"/>
          <p:cNvGrpSpPr/>
          <p:nvPr/>
        </p:nvGrpSpPr>
        <p:grpSpPr>
          <a:xfrm>
            <a:off x="6653934" y="2710815"/>
            <a:ext cx="315972" cy="361927"/>
            <a:chOff x="6658009" y="2891390"/>
            <a:chExt cx="315972" cy="361927"/>
          </a:xfrm>
        </p:grpSpPr>
        <p:sp>
          <p:nvSpPr>
            <p:cNvPr id="7200" name="Google Shape;7200;p62"/>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2"/>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2"/>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2"/>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2"/>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2"/>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2"/>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7" name="Google Shape;7207;p62"/>
          <p:cNvGrpSpPr/>
          <p:nvPr/>
        </p:nvGrpSpPr>
        <p:grpSpPr>
          <a:xfrm>
            <a:off x="6199390" y="2710631"/>
            <a:ext cx="320478" cy="362110"/>
            <a:chOff x="6203465" y="2891206"/>
            <a:chExt cx="320478" cy="362110"/>
          </a:xfrm>
        </p:grpSpPr>
        <p:sp>
          <p:nvSpPr>
            <p:cNvPr id="7208" name="Google Shape;7208;p62"/>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2"/>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2"/>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2"/>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2"/>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62"/>
          <p:cNvGrpSpPr/>
          <p:nvPr/>
        </p:nvGrpSpPr>
        <p:grpSpPr>
          <a:xfrm>
            <a:off x="7563205" y="2710684"/>
            <a:ext cx="307116" cy="362294"/>
            <a:chOff x="7567280" y="2891259"/>
            <a:chExt cx="307116" cy="362294"/>
          </a:xfrm>
        </p:grpSpPr>
        <p:sp>
          <p:nvSpPr>
            <p:cNvPr id="7214" name="Google Shape;7214;p62"/>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2"/>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2"/>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2"/>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2"/>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2"/>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2"/>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2"/>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2"/>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2"/>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2"/>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2"/>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6" name="Google Shape;7226;p62"/>
          <p:cNvGrpSpPr/>
          <p:nvPr/>
        </p:nvGrpSpPr>
        <p:grpSpPr>
          <a:xfrm>
            <a:off x="7108504" y="2710946"/>
            <a:ext cx="338556" cy="361534"/>
            <a:chOff x="7112579" y="2891521"/>
            <a:chExt cx="338556" cy="361534"/>
          </a:xfrm>
        </p:grpSpPr>
        <p:sp>
          <p:nvSpPr>
            <p:cNvPr id="7227" name="Google Shape;7227;p62"/>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2"/>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62"/>
          <p:cNvGrpSpPr/>
          <p:nvPr/>
        </p:nvGrpSpPr>
        <p:grpSpPr>
          <a:xfrm>
            <a:off x="7151184" y="3624461"/>
            <a:ext cx="207478" cy="361272"/>
            <a:chOff x="7155259" y="3805036"/>
            <a:chExt cx="207478" cy="361272"/>
          </a:xfrm>
        </p:grpSpPr>
        <p:sp>
          <p:nvSpPr>
            <p:cNvPr id="7230" name="Google Shape;7230;p62"/>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2"/>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2"/>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2"/>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2"/>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2"/>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2"/>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2"/>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2"/>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2"/>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2"/>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2"/>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62"/>
          <p:cNvGrpSpPr/>
          <p:nvPr/>
        </p:nvGrpSpPr>
        <p:grpSpPr>
          <a:xfrm>
            <a:off x="4911293" y="2710815"/>
            <a:ext cx="182850" cy="361927"/>
            <a:chOff x="4915368" y="2891390"/>
            <a:chExt cx="182850" cy="361927"/>
          </a:xfrm>
        </p:grpSpPr>
        <p:sp>
          <p:nvSpPr>
            <p:cNvPr id="7243" name="Google Shape;7243;p62"/>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2"/>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2"/>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2"/>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2"/>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2"/>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2"/>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2"/>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2"/>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2"/>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2"/>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4" name="Google Shape;7254;p62"/>
          <p:cNvGrpSpPr/>
          <p:nvPr/>
        </p:nvGrpSpPr>
        <p:grpSpPr>
          <a:xfrm>
            <a:off x="8024639" y="2711077"/>
            <a:ext cx="289589" cy="361403"/>
            <a:chOff x="8028714" y="2891652"/>
            <a:chExt cx="289589" cy="361403"/>
          </a:xfrm>
        </p:grpSpPr>
        <p:sp>
          <p:nvSpPr>
            <p:cNvPr id="7255" name="Google Shape;7255;p62"/>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2"/>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2"/>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2"/>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2"/>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2"/>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2"/>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2"/>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2"/>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2"/>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2"/>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2"/>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2"/>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2"/>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2"/>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2"/>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2"/>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2"/>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2"/>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2"/>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5" name="Google Shape;7275;p62"/>
          <p:cNvGrpSpPr/>
          <p:nvPr/>
        </p:nvGrpSpPr>
        <p:grpSpPr>
          <a:xfrm>
            <a:off x="7547747" y="3624199"/>
            <a:ext cx="293335" cy="361927"/>
            <a:chOff x="7551822" y="3804774"/>
            <a:chExt cx="293335" cy="361927"/>
          </a:xfrm>
        </p:grpSpPr>
        <p:sp>
          <p:nvSpPr>
            <p:cNvPr id="7276" name="Google Shape;7276;p62"/>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2"/>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2"/>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2"/>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2"/>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2"/>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2"/>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2"/>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2"/>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2"/>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2"/>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62"/>
          <p:cNvGrpSpPr/>
          <p:nvPr/>
        </p:nvGrpSpPr>
        <p:grpSpPr>
          <a:xfrm>
            <a:off x="6259650" y="4097083"/>
            <a:ext cx="210491" cy="362163"/>
            <a:chOff x="6263725" y="4277658"/>
            <a:chExt cx="210491" cy="362163"/>
          </a:xfrm>
        </p:grpSpPr>
        <p:sp>
          <p:nvSpPr>
            <p:cNvPr id="7288" name="Google Shape;7288;p62"/>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2"/>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2"/>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2"/>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2"/>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2"/>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2"/>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2"/>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2"/>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2"/>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2"/>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2"/>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2"/>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2"/>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2"/>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62"/>
          <p:cNvGrpSpPr/>
          <p:nvPr/>
        </p:nvGrpSpPr>
        <p:grpSpPr>
          <a:xfrm>
            <a:off x="7983715" y="3624120"/>
            <a:ext cx="336303" cy="362005"/>
            <a:chOff x="7987790" y="3804695"/>
            <a:chExt cx="336303" cy="362005"/>
          </a:xfrm>
        </p:grpSpPr>
        <p:sp>
          <p:nvSpPr>
            <p:cNvPr id="7304" name="Google Shape;7304;p62"/>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2"/>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2"/>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2"/>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2"/>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2"/>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2"/>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2"/>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2"/>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2"/>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4" name="Google Shape;7314;p62"/>
          <p:cNvGrpSpPr/>
          <p:nvPr/>
        </p:nvGrpSpPr>
        <p:grpSpPr>
          <a:xfrm>
            <a:off x="5269369" y="2710710"/>
            <a:ext cx="371123" cy="362267"/>
            <a:chOff x="5273444" y="2891285"/>
            <a:chExt cx="371123" cy="362267"/>
          </a:xfrm>
        </p:grpSpPr>
        <p:sp>
          <p:nvSpPr>
            <p:cNvPr id="7315" name="Google Shape;7315;p62"/>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2"/>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2"/>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2"/>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2"/>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2"/>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2"/>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2"/>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2"/>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2"/>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2"/>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2"/>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2"/>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2"/>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9" name="Google Shape;7329;p62"/>
          <p:cNvGrpSpPr/>
          <p:nvPr/>
        </p:nvGrpSpPr>
        <p:grpSpPr>
          <a:xfrm>
            <a:off x="7626322" y="3177824"/>
            <a:ext cx="214759" cy="357030"/>
            <a:chOff x="2235125" y="238075"/>
            <a:chExt cx="3144350" cy="5227375"/>
          </a:xfrm>
        </p:grpSpPr>
        <p:sp>
          <p:nvSpPr>
            <p:cNvPr id="7330" name="Google Shape;7330;p62"/>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2"/>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2"/>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2"/>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2"/>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2"/>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2"/>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2"/>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2"/>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9" name="Google Shape;7339;p62"/>
          <p:cNvGrpSpPr/>
          <p:nvPr/>
        </p:nvGrpSpPr>
        <p:grpSpPr>
          <a:xfrm>
            <a:off x="2818791" y="4097368"/>
            <a:ext cx="342496" cy="351944"/>
            <a:chOff x="2810729" y="4267107"/>
            <a:chExt cx="342496" cy="351944"/>
          </a:xfrm>
        </p:grpSpPr>
        <p:sp>
          <p:nvSpPr>
            <p:cNvPr id="7340" name="Google Shape;7340;p62"/>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2"/>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2"/>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2"/>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2"/>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2"/>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2"/>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2"/>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2"/>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2"/>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2"/>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2"/>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2"/>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2"/>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2"/>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2"/>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2"/>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2"/>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2"/>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2"/>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2"/>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2"/>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2"/>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2"/>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2"/>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2"/>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2"/>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2"/>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2"/>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2"/>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0" name="Google Shape;7370;p62"/>
          <p:cNvGrpSpPr/>
          <p:nvPr/>
        </p:nvGrpSpPr>
        <p:grpSpPr>
          <a:xfrm>
            <a:off x="1787231" y="3635885"/>
            <a:ext cx="282381" cy="343454"/>
            <a:chOff x="1779168" y="3805625"/>
            <a:chExt cx="282381" cy="343454"/>
          </a:xfrm>
        </p:grpSpPr>
        <p:sp>
          <p:nvSpPr>
            <p:cNvPr id="7371" name="Google Shape;7371;p62"/>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2"/>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2"/>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2"/>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2"/>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2"/>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2"/>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2"/>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2"/>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2"/>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2"/>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2"/>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2"/>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2"/>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2"/>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2"/>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2"/>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2"/>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2"/>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2"/>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2"/>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2"/>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2"/>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2"/>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2"/>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2"/>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2"/>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2"/>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62"/>
          <p:cNvGrpSpPr/>
          <p:nvPr/>
        </p:nvGrpSpPr>
        <p:grpSpPr>
          <a:xfrm>
            <a:off x="2601585" y="2237289"/>
            <a:ext cx="391606" cy="364535"/>
            <a:chOff x="2593522" y="2407029"/>
            <a:chExt cx="391606" cy="364535"/>
          </a:xfrm>
        </p:grpSpPr>
        <p:sp>
          <p:nvSpPr>
            <p:cNvPr id="7400" name="Google Shape;7400;p62"/>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2"/>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2"/>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2"/>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2"/>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2"/>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2"/>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2"/>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2"/>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2"/>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2"/>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2"/>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2"/>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2"/>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2"/>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2"/>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2"/>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2"/>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2"/>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2"/>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2"/>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2"/>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2"/>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2"/>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2"/>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2"/>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2"/>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2"/>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2"/>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2"/>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2"/>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2"/>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2"/>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2"/>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2"/>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2"/>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2"/>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9" name="Google Shape;7439;p62"/>
          <p:cNvGrpSpPr/>
          <p:nvPr/>
        </p:nvGrpSpPr>
        <p:grpSpPr>
          <a:xfrm>
            <a:off x="3963109" y="2262503"/>
            <a:ext cx="322912" cy="334396"/>
            <a:chOff x="3955047" y="2432242"/>
            <a:chExt cx="322912" cy="334396"/>
          </a:xfrm>
        </p:grpSpPr>
        <p:sp>
          <p:nvSpPr>
            <p:cNvPr id="7440" name="Google Shape;7440;p62"/>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2"/>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2"/>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62"/>
          <p:cNvGrpSpPr/>
          <p:nvPr/>
        </p:nvGrpSpPr>
        <p:grpSpPr>
          <a:xfrm>
            <a:off x="1810528" y="1793115"/>
            <a:ext cx="265373" cy="351944"/>
            <a:chOff x="1802465" y="1962854"/>
            <a:chExt cx="265373" cy="351944"/>
          </a:xfrm>
        </p:grpSpPr>
        <p:sp>
          <p:nvSpPr>
            <p:cNvPr id="7444" name="Google Shape;7444;p62"/>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2"/>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2"/>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2"/>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2"/>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2"/>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2"/>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62"/>
          <p:cNvGrpSpPr/>
          <p:nvPr/>
        </p:nvGrpSpPr>
        <p:grpSpPr>
          <a:xfrm>
            <a:off x="3520133" y="1786482"/>
            <a:ext cx="373983" cy="363622"/>
            <a:chOff x="3512070" y="1956222"/>
            <a:chExt cx="373983" cy="363622"/>
          </a:xfrm>
        </p:grpSpPr>
        <p:sp>
          <p:nvSpPr>
            <p:cNvPr id="7452" name="Google Shape;7452;p62"/>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2"/>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2"/>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2"/>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2"/>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2"/>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2"/>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2"/>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2"/>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2"/>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2"/>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2"/>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2"/>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2"/>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2"/>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2"/>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2"/>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9" name="Google Shape;7469;p62"/>
          <p:cNvGrpSpPr/>
          <p:nvPr/>
        </p:nvGrpSpPr>
        <p:grpSpPr>
          <a:xfrm>
            <a:off x="850746" y="2225012"/>
            <a:ext cx="345640" cy="356660"/>
            <a:chOff x="842683" y="2394751"/>
            <a:chExt cx="345640" cy="356660"/>
          </a:xfrm>
        </p:grpSpPr>
        <p:sp>
          <p:nvSpPr>
            <p:cNvPr id="7470" name="Google Shape;7470;p62"/>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2"/>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2"/>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2"/>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2"/>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2"/>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2"/>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2"/>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2"/>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2"/>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2"/>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2"/>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2"/>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2"/>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2"/>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2"/>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6" name="Google Shape;7486;p62"/>
          <p:cNvGrpSpPr/>
          <p:nvPr/>
        </p:nvGrpSpPr>
        <p:grpSpPr>
          <a:xfrm>
            <a:off x="1298678" y="2229728"/>
            <a:ext cx="336836" cy="342511"/>
            <a:chOff x="1290615" y="2399467"/>
            <a:chExt cx="336836" cy="342511"/>
          </a:xfrm>
        </p:grpSpPr>
        <p:sp>
          <p:nvSpPr>
            <p:cNvPr id="7487" name="Google Shape;7487;p62"/>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2"/>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2"/>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2"/>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2"/>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2"/>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2"/>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2"/>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2"/>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2"/>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2"/>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2"/>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2"/>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2"/>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2"/>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2"/>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2"/>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2"/>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2"/>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62"/>
          <p:cNvGrpSpPr/>
          <p:nvPr/>
        </p:nvGrpSpPr>
        <p:grpSpPr>
          <a:xfrm>
            <a:off x="1756372" y="2238861"/>
            <a:ext cx="308508" cy="333378"/>
            <a:chOff x="1748310" y="2408601"/>
            <a:chExt cx="308508" cy="333378"/>
          </a:xfrm>
        </p:grpSpPr>
        <p:sp>
          <p:nvSpPr>
            <p:cNvPr id="7507" name="Google Shape;7507;p62"/>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2"/>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2"/>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2"/>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2"/>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2"/>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2"/>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2"/>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5" name="Google Shape;7515;p62"/>
          <p:cNvGrpSpPr/>
          <p:nvPr/>
        </p:nvGrpSpPr>
        <p:grpSpPr>
          <a:xfrm>
            <a:off x="3052676" y="2248294"/>
            <a:ext cx="376184" cy="315141"/>
            <a:chOff x="3044614" y="2418033"/>
            <a:chExt cx="376184" cy="315141"/>
          </a:xfrm>
        </p:grpSpPr>
        <p:sp>
          <p:nvSpPr>
            <p:cNvPr id="7516" name="Google Shape;7516;p62"/>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2"/>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2"/>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2"/>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2"/>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2"/>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2"/>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2"/>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2"/>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62"/>
          <p:cNvGrpSpPr/>
          <p:nvPr/>
        </p:nvGrpSpPr>
        <p:grpSpPr>
          <a:xfrm>
            <a:off x="3951700" y="3645333"/>
            <a:ext cx="357933" cy="342676"/>
            <a:chOff x="3943638" y="3815072"/>
            <a:chExt cx="357933" cy="342676"/>
          </a:xfrm>
        </p:grpSpPr>
        <p:sp>
          <p:nvSpPr>
            <p:cNvPr id="7526" name="Google Shape;7526;p62"/>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2"/>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2"/>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2"/>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2"/>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2"/>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2"/>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2"/>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2"/>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5" name="Google Shape;7535;p62"/>
          <p:cNvGrpSpPr/>
          <p:nvPr/>
        </p:nvGrpSpPr>
        <p:grpSpPr>
          <a:xfrm>
            <a:off x="3516345" y="3640602"/>
            <a:ext cx="351644" cy="351959"/>
            <a:chOff x="3508282" y="3810341"/>
            <a:chExt cx="351644" cy="351959"/>
          </a:xfrm>
        </p:grpSpPr>
        <p:sp>
          <p:nvSpPr>
            <p:cNvPr id="7536" name="Google Shape;7536;p62"/>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2"/>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2"/>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2"/>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2"/>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2"/>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2"/>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2"/>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2"/>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2"/>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2"/>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2"/>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2"/>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9" name="Google Shape;7549;p62"/>
          <p:cNvGrpSpPr/>
          <p:nvPr/>
        </p:nvGrpSpPr>
        <p:grpSpPr>
          <a:xfrm>
            <a:off x="2232648" y="1793115"/>
            <a:ext cx="303163" cy="351809"/>
            <a:chOff x="2224585" y="1962854"/>
            <a:chExt cx="303163" cy="351809"/>
          </a:xfrm>
        </p:grpSpPr>
        <p:sp>
          <p:nvSpPr>
            <p:cNvPr id="7550" name="Google Shape;7550;p62"/>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2"/>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2"/>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2"/>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2"/>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2"/>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2"/>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2"/>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8" name="Google Shape;7558;p62"/>
          <p:cNvGrpSpPr/>
          <p:nvPr/>
        </p:nvGrpSpPr>
        <p:grpSpPr>
          <a:xfrm>
            <a:off x="2630856" y="1821128"/>
            <a:ext cx="389090" cy="296231"/>
            <a:chOff x="2622794" y="1990868"/>
            <a:chExt cx="389090" cy="296231"/>
          </a:xfrm>
        </p:grpSpPr>
        <p:sp>
          <p:nvSpPr>
            <p:cNvPr id="7559" name="Google Shape;7559;p62"/>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2"/>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2"/>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2"/>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2"/>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2"/>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2"/>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2"/>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2"/>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62"/>
          <p:cNvGrpSpPr/>
          <p:nvPr/>
        </p:nvGrpSpPr>
        <p:grpSpPr>
          <a:xfrm>
            <a:off x="3985388" y="1782409"/>
            <a:ext cx="327074" cy="375241"/>
            <a:chOff x="3977326" y="1952149"/>
            <a:chExt cx="327074" cy="375241"/>
          </a:xfrm>
        </p:grpSpPr>
        <p:sp>
          <p:nvSpPr>
            <p:cNvPr id="7569" name="Google Shape;7569;p62"/>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2"/>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2"/>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2"/>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2"/>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2"/>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2"/>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2"/>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2"/>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2"/>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2"/>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2"/>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2"/>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2"/>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2"/>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2"/>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2"/>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6" name="Google Shape;7586;p62"/>
          <p:cNvGrpSpPr/>
          <p:nvPr/>
        </p:nvGrpSpPr>
        <p:grpSpPr>
          <a:xfrm>
            <a:off x="1349674" y="3170315"/>
            <a:ext cx="259399" cy="370524"/>
            <a:chOff x="1341612" y="3340055"/>
            <a:chExt cx="259399" cy="370524"/>
          </a:xfrm>
        </p:grpSpPr>
        <p:sp>
          <p:nvSpPr>
            <p:cNvPr id="7587" name="Google Shape;7587;p62"/>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2"/>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2"/>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2"/>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2"/>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2"/>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2"/>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2"/>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2"/>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2"/>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2"/>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2"/>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2"/>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2"/>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2"/>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2"/>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2"/>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2"/>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62"/>
          <p:cNvGrpSpPr/>
          <p:nvPr/>
        </p:nvGrpSpPr>
        <p:grpSpPr>
          <a:xfrm>
            <a:off x="2187955" y="3675233"/>
            <a:ext cx="351629" cy="282381"/>
            <a:chOff x="2179892" y="3844972"/>
            <a:chExt cx="351629" cy="282381"/>
          </a:xfrm>
        </p:grpSpPr>
        <p:sp>
          <p:nvSpPr>
            <p:cNvPr id="7606" name="Google Shape;7606;p62"/>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2"/>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2"/>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2"/>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2"/>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2"/>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2"/>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2"/>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2"/>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2"/>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2"/>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2"/>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2"/>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2"/>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2"/>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2"/>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2"/>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2"/>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2"/>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2"/>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6" name="Google Shape;7626;p62"/>
          <p:cNvGrpSpPr/>
          <p:nvPr/>
        </p:nvGrpSpPr>
        <p:grpSpPr>
          <a:xfrm>
            <a:off x="3139232" y="3647145"/>
            <a:ext cx="220051" cy="338169"/>
            <a:chOff x="3131170" y="3816884"/>
            <a:chExt cx="220051" cy="338169"/>
          </a:xfrm>
        </p:grpSpPr>
        <p:sp>
          <p:nvSpPr>
            <p:cNvPr id="7627" name="Google Shape;7627;p62"/>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2"/>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2"/>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2"/>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2"/>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2"/>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2"/>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2"/>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2"/>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6" name="Google Shape;7636;p62"/>
          <p:cNvGrpSpPr/>
          <p:nvPr/>
        </p:nvGrpSpPr>
        <p:grpSpPr>
          <a:xfrm>
            <a:off x="911564" y="3189824"/>
            <a:ext cx="247990" cy="333393"/>
            <a:chOff x="903502" y="3359564"/>
            <a:chExt cx="247990" cy="333393"/>
          </a:xfrm>
        </p:grpSpPr>
        <p:sp>
          <p:nvSpPr>
            <p:cNvPr id="7637" name="Google Shape;7637;p62"/>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2"/>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2"/>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2"/>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2"/>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2"/>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2"/>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2"/>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2"/>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2"/>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2"/>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2"/>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2"/>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2"/>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2"/>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2"/>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2"/>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2"/>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2"/>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2"/>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2"/>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2"/>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62"/>
          <p:cNvGrpSpPr/>
          <p:nvPr/>
        </p:nvGrpSpPr>
        <p:grpSpPr>
          <a:xfrm>
            <a:off x="2624253" y="2720721"/>
            <a:ext cx="365793" cy="361152"/>
            <a:chOff x="2616191" y="2890461"/>
            <a:chExt cx="365793" cy="361152"/>
          </a:xfrm>
        </p:grpSpPr>
        <p:sp>
          <p:nvSpPr>
            <p:cNvPr id="7660" name="Google Shape;7660;p62"/>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2"/>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2"/>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2"/>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2"/>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2"/>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2"/>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2"/>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2"/>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1" name="Google Shape;7671;p62"/>
          <p:cNvGrpSpPr/>
          <p:nvPr/>
        </p:nvGrpSpPr>
        <p:grpSpPr>
          <a:xfrm>
            <a:off x="3058022" y="1776121"/>
            <a:ext cx="402940" cy="388536"/>
            <a:chOff x="3049959" y="1945861"/>
            <a:chExt cx="402940" cy="388536"/>
          </a:xfrm>
        </p:grpSpPr>
        <p:sp>
          <p:nvSpPr>
            <p:cNvPr id="7672" name="Google Shape;7672;p62"/>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2"/>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2"/>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2"/>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2"/>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2"/>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8" name="Google Shape;7678;p62"/>
          <p:cNvGrpSpPr/>
          <p:nvPr/>
        </p:nvGrpSpPr>
        <p:grpSpPr>
          <a:xfrm>
            <a:off x="2491088" y="4098940"/>
            <a:ext cx="202428" cy="349114"/>
            <a:chOff x="2483025" y="4268679"/>
            <a:chExt cx="202428" cy="349114"/>
          </a:xfrm>
        </p:grpSpPr>
        <p:sp>
          <p:nvSpPr>
            <p:cNvPr id="7679" name="Google Shape;7679;p62"/>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2"/>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2"/>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2"/>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2"/>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2"/>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62"/>
          <p:cNvGrpSpPr/>
          <p:nvPr/>
        </p:nvGrpSpPr>
        <p:grpSpPr>
          <a:xfrm>
            <a:off x="870569" y="2716244"/>
            <a:ext cx="329590" cy="365000"/>
            <a:chOff x="862507" y="2885984"/>
            <a:chExt cx="329590" cy="365000"/>
          </a:xfrm>
        </p:grpSpPr>
        <p:sp>
          <p:nvSpPr>
            <p:cNvPr id="7686" name="Google Shape;7686;p62"/>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2"/>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2"/>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2"/>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2"/>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2"/>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2"/>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3" name="Google Shape;7693;p62"/>
          <p:cNvGrpSpPr/>
          <p:nvPr/>
        </p:nvGrpSpPr>
        <p:grpSpPr>
          <a:xfrm>
            <a:off x="3090138" y="2702065"/>
            <a:ext cx="318884" cy="379807"/>
            <a:chOff x="3082075" y="2871805"/>
            <a:chExt cx="318884" cy="379807"/>
          </a:xfrm>
        </p:grpSpPr>
        <p:sp>
          <p:nvSpPr>
            <p:cNvPr id="7694" name="Google Shape;7694;p62"/>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2"/>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2"/>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2"/>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2"/>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2"/>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2"/>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2"/>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2"/>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2"/>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2"/>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2"/>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2"/>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2"/>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2"/>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2"/>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2"/>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2"/>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2"/>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2"/>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4" name="Google Shape;7714;p62"/>
          <p:cNvGrpSpPr/>
          <p:nvPr/>
        </p:nvGrpSpPr>
        <p:grpSpPr>
          <a:xfrm>
            <a:off x="2602843" y="1346755"/>
            <a:ext cx="410187" cy="324244"/>
            <a:chOff x="2594780" y="1516494"/>
            <a:chExt cx="410187" cy="324244"/>
          </a:xfrm>
        </p:grpSpPr>
        <p:sp>
          <p:nvSpPr>
            <p:cNvPr id="7715" name="Google Shape;7715;p62"/>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2"/>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2"/>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2"/>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2"/>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2"/>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2"/>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2"/>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3" name="Google Shape;7723;p62"/>
          <p:cNvGrpSpPr/>
          <p:nvPr/>
        </p:nvGrpSpPr>
        <p:grpSpPr>
          <a:xfrm>
            <a:off x="1751027" y="1333220"/>
            <a:ext cx="333692" cy="333363"/>
            <a:chOff x="1742965" y="1502959"/>
            <a:chExt cx="333692" cy="333363"/>
          </a:xfrm>
        </p:grpSpPr>
        <p:sp>
          <p:nvSpPr>
            <p:cNvPr id="7724" name="Google Shape;7724;p62"/>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2"/>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2"/>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2"/>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62"/>
          <p:cNvGrpSpPr/>
          <p:nvPr/>
        </p:nvGrpSpPr>
        <p:grpSpPr>
          <a:xfrm>
            <a:off x="3059594" y="1347069"/>
            <a:ext cx="390034" cy="296545"/>
            <a:chOff x="3051531" y="1516809"/>
            <a:chExt cx="390034" cy="296545"/>
          </a:xfrm>
        </p:grpSpPr>
        <p:sp>
          <p:nvSpPr>
            <p:cNvPr id="7729" name="Google Shape;7729;p62"/>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2"/>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2"/>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2"/>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2"/>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2"/>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2"/>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2"/>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2"/>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2"/>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2"/>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2"/>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2"/>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2"/>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2"/>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4" name="Google Shape;7744;p62"/>
          <p:cNvGrpSpPr/>
          <p:nvPr/>
        </p:nvGrpSpPr>
        <p:grpSpPr>
          <a:xfrm>
            <a:off x="3522963" y="1319280"/>
            <a:ext cx="354145" cy="351869"/>
            <a:chOff x="3514900" y="1489020"/>
            <a:chExt cx="354145" cy="351869"/>
          </a:xfrm>
        </p:grpSpPr>
        <p:sp>
          <p:nvSpPr>
            <p:cNvPr id="7745" name="Google Shape;7745;p62"/>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2"/>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2"/>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2"/>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2"/>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2"/>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2"/>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2"/>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2"/>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2"/>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2"/>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2"/>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2"/>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2"/>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2"/>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2"/>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2"/>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2"/>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2"/>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2"/>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2"/>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2"/>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7" name="Google Shape;7767;p62"/>
          <p:cNvGrpSpPr/>
          <p:nvPr/>
        </p:nvGrpSpPr>
        <p:grpSpPr>
          <a:xfrm>
            <a:off x="3074387" y="3180706"/>
            <a:ext cx="346598" cy="333183"/>
            <a:chOff x="3066324" y="3350446"/>
            <a:chExt cx="346598" cy="333183"/>
          </a:xfrm>
        </p:grpSpPr>
        <p:sp>
          <p:nvSpPr>
            <p:cNvPr id="7768" name="Google Shape;7768;p62"/>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2"/>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2"/>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2"/>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2"/>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2"/>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2"/>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2"/>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2"/>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2"/>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8" name="Google Shape;7778;p62"/>
          <p:cNvGrpSpPr/>
          <p:nvPr/>
        </p:nvGrpSpPr>
        <p:grpSpPr>
          <a:xfrm>
            <a:off x="1290817" y="1782350"/>
            <a:ext cx="363278" cy="363338"/>
            <a:chOff x="1282755" y="1952089"/>
            <a:chExt cx="363278" cy="363338"/>
          </a:xfrm>
        </p:grpSpPr>
        <p:sp>
          <p:nvSpPr>
            <p:cNvPr id="7779" name="Google Shape;7779;p62"/>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2"/>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2"/>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2"/>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2"/>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2"/>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2"/>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6" name="Google Shape;7786;p62"/>
          <p:cNvGrpSpPr/>
          <p:nvPr/>
        </p:nvGrpSpPr>
        <p:grpSpPr>
          <a:xfrm>
            <a:off x="3518156" y="2739542"/>
            <a:ext cx="355133" cy="343574"/>
            <a:chOff x="3510094" y="2909281"/>
            <a:chExt cx="355133" cy="343574"/>
          </a:xfrm>
        </p:grpSpPr>
        <p:sp>
          <p:nvSpPr>
            <p:cNvPr id="7787" name="Google Shape;7787;p62"/>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2"/>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2"/>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2"/>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2"/>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2"/>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2"/>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2"/>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2"/>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2"/>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2"/>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2"/>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2"/>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0" name="Google Shape;7800;p62"/>
          <p:cNvSpPr/>
          <p:nvPr/>
        </p:nvSpPr>
        <p:spPr>
          <a:xfrm>
            <a:off x="2521946" y="1642342"/>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1" name="Google Shape;7801;p62"/>
          <p:cNvGrpSpPr/>
          <p:nvPr/>
        </p:nvGrpSpPr>
        <p:grpSpPr>
          <a:xfrm>
            <a:off x="2171904" y="1337232"/>
            <a:ext cx="382787" cy="331566"/>
            <a:chOff x="2163842" y="1506972"/>
            <a:chExt cx="382787" cy="331566"/>
          </a:xfrm>
        </p:grpSpPr>
        <p:sp>
          <p:nvSpPr>
            <p:cNvPr id="7802" name="Google Shape;7802;p62"/>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2"/>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2"/>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2"/>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2"/>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2"/>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2"/>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2"/>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0" name="Google Shape;7810;p62"/>
          <p:cNvGrpSpPr/>
          <p:nvPr/>
        </p:nvGrpSpPr>
        <p:grpSpPr>
          <a:xfrm>
            <a:off x="1746940" y="3179913"/>
            <a:ext cx="357918" cy="350536"/>
            <a:chOff x="1738877" y="3349652"/>
            <a:chExt cx="357918" cy="350536"/>
          </a:xfrm>
        </p:grpSpPr>
        <p:sp>
          <p:nvSpPr>
            <p:cNvPr id="7811" name="Google Shape;7811;p62"/>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2"/>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2"/>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2"/>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2"/>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2"/>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2"/>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2"/>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2"/>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2"/>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2"/>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2"/>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2"/>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2"/>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2"/>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2"/>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2"/>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2"/>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9" name="Google Shape;7829;p62"/>
          <p:cNvGrpSpPr/>
          <p:nvPr/>
        </p:nvGrpSpPr>
        <p:grpSpPr>
          <a:xfrm>
            <a:off x="1979882" y="4107115"/>
            <a:ext cx="383281" cy="333947"/>
            <a:chOff x="1971819" y="4276854"/>
            <a:chExt cx="383281" cy="333947"/>
          </a:xfrm>
        </p:grpSpPr>
        <p:sp>
          <p:nvSpPr>
            <p:cNvPr id="7830" name="Google Shape;7830;p62"/>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2"/>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2"/>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2"/>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2"/>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2"/>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2"/>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2"/>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2"/>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2"/>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62"/>
          <p:cNvGrpSpPr/>
          <p:nvPr/>
        </p:nvGrpSpPr>
        <p:grpSpPr>
          <a:xfrm>
            <a:off x="1833181" y="2716080"/>
            <a:ext cx="175987" cy="361391"/>
            <a:chOff x="1825119" y="2885819"/>
            <a:chExt cx="175987" cy="361391"/>
          </a:xfrm>
        </p:grpSpPr>
        <p:sp>
          <p:nvSpPr>
            <p:cNvPr id="7841" name="Google Shape;7841;p62"/>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2"/>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2"/>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2"/>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2"/>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2"/>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2"/>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2"/>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2"/>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2"/>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62"/>
          <p:cNvGrpSpPr/>
          <p:nvPr/>
        </p:nvGrpSpPr>
        <p:grpSpPr>
          <a:xfrm>
            <a:off x="3512886" y="3236104"/>
            <a:ext cx="369896" cy="226339"/>
            <a:chOff x="3504824" y="3405844"/>
            <a:chExt cx="369896" cy="226339"/>
          </a:xfrm>
        </p:grpSpPr>
        <p:sp>
          <p:nvSpPr>
            <p:cNvPr id="7852" name="Google Shape;7852;p62"/>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2"/>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2"/>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2"/>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2"/>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2"/>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2"/>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2"/>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2"/>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2"/>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2"/>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2"/>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2"/>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2"/>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2"/>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2"/>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8" name="Google Shape;7868;p62"/>
          <p:cNvGrpSpPr/>
          <p:nvPr/>
        </p:nvGrpSpPr>
        <p:grpSpPr>
          <a:xfrm>
            <a:off x="1303724" y="3649855"/>
            <a:ext cx="345640" cy="342900"/>
            <a:chOff x="1295661" y="3819594"/>
            <a:chExt cx="345640" cy="342900"/>
          </a:xfrm>
        </p:grpSpPr>
        <p:sp>
          <p:nvSpPr>
            <p:cNvPr id="7869" name="Google Shape;7869;p62"/>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2"/>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2"/>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2"/>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2"/>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2"/>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2"/>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2"/>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2"/>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2"/>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2"/>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2"/>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2"/>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2"/>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2"/>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62"/>
          <p:cNvGrpSpPr/>
          <p:nvPr/>
        </p:nvGrpSpPr>
        <p:grpSpPr>
          <a:xfrm>
            <a:off x="3494635" y="2263730"/>
            <a:ext cx="379328" cy="281738"/>
            <a:chOff x="3486572" y="2433470"/>
            <a:chExt cx="379328" cy="281738"/>
          </a:xfrm>
        </p:grpSpPr>
        <p:sp>
          <p:nvSpPr>
            <p:cNvPr id="7887" name="Google Shape;7887;p62"/>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2"/>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2"/>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2"/>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2"/>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2"/>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2"/>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4" name="Google Shape;7894;p62"/>
          <p:cNvSpPr/>
          <p:nvPr/>
        </p:nvSpPr>
        <p:spPr>
          <a:xfrm>
            <a:off x="3759992" y="253979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95" name="Google Shape;7895;p62"/>
          <p:cNvGrpSpPr/>
          <p:nvPr/>
        </p:nvGrpSpPr>
        <p:grpSpPr>
          <a:xfrm>
            <a:off x="4005212" y="3159894"/>
            <a:ext cx="270733" cy="355762"/>
            <a:chOff x="3997149" y="3329634"/>
            <a:chExt cx="270733" cy="355762"/>
          </a:xfrm>
        </p:grpSpPr>
        <p:sp>
          <p:nvSpPr>
            <p:cNvPr id="7896" name="Google Shape;7896;p62"/>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2"/>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2"/>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2"/>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2"/>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2"/>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2"/>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2"/>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2"/>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2"/>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2"/>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2"/>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2"/>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2"/>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2"/>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2"/>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2"/>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2"/>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2"/>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2"/>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2"/>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7" name="Google Shape;7917;p62"/>
          <p:cNvGrpSpPr/>
          <p:nvPr/>
        </p:nvGrpSpPr>
        <p:grpSpPr>
          <a:xfrm>
            <a:off x="3962406" y="2729615"/>
            <a:ext cx="345655" cy="343529"/>
            <a:chOff x="3954343" y="2899354"/>
            <a:chExt cx="345655" cy="343529"/>
          </a:xfrm>
        </p:grpSpPr>
        <p:sp>
          <p:nvSpPr>
            <p:cNvPr id="7918" name="Google Shape;7918;p62"/>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2"/>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2"/>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2"/>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2"/>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2"/>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2"/>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2"/>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2"/>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2"/>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2"/>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2"/>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0" name="Google Shape;7930;p62"/>
          <p:cNvGrpSpPr/>
          <p:nvPr/>
        </p:nvGrpSpPr>
        <p:grpSpPr>
          <a:xfrm>
            <a:off x="2174105" y="3181605"/>
            <a:ext cx="369566" cy="349803"/>
            <a:chOff x="2166043" y="3351344"/>
            <a:chExt cx="369566" cy="349803"/>
          </a:xfrm>
        </p:grpSpPr>
        <p:sp>
          <p:nvSpPr>
            <p:cNvPr id="7931" name="Google Shape;7931;p62"/>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2"/>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2"/>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2"/>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2"/>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2"/>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2"/>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2"/>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2"/>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0" name="Google Shape;7940;p62"/>
          <p:cNvGrpSpPr/>
          <p:nvPr/>
        </p:nvGrpSpPr>
        <p:grpSpPr>
          <a:xfrm>
            <a:off x="2627712" y="3182593"/>
            <a:ext cx="365793" cy="329275"/>
            <a:chOff x="2619649" y="3352332"/>
            <a:chExt cx="365793" cy="329275"/>
          </a:xfrm>
        </p:grpSpPr>
        <p:sp>
          <p:nvSpPr>
            <p:cNvPr id="7941" name="Google Shape;7941;p62"/>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2"/>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2"/>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2"/>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2"/>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2"/>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2"/>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2"/>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2"/>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2"/>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1" name="Google Shape;7951;p62"/>
          <p:cNvGrpSpPr/>
          <p:nvPr/>
        </p:nvGrpSpPr>
        <p:grpSpPr>
          <a:xfrm>
            <a:off x="1304197" y="1345501"/>
            <a:ext cx="340624" cy="351944"/>
            <a:chOff x="1293760" y="1498228"/>
            <a:chExt cx="340624" cy="351944"/>
          </a:xfrm>
        </p:grpSpPr>
        <p:sp>
          <p:nvSpPr>
            <p:cNvPr id="7952" name="Google Shape;7952;p62"/>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2"/>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2"/>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2"/>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2"/>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2"/>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2"/>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2"/>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2"/>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2"/>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2"/>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2"/>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2"/>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2"/>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62"/>
          <p:cNvGrpSpPr/>
          <p:nvPr/>
        </p:nvGrpSpPr>
        <p:grpSpPr>
          <a:xfrm>
            <a:off x="857663" y="1782335"/>
            <a:ext cx="406713" cy="383745"/>
            <a:chOff x="849601" y="1952074"/>
            <a:chExt cx="406713" cy="383745"/>
          </a:xfrm>
        </p:grpSpPr>
        <p:sp>
          <p:nvSpPr>
            <p:cNvPr id="7967" name="Google Shape;7967;p62"/>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2"/>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2"/>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2"/>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2"/>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2"/>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2"/>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62"/>
          <p:cNvGrpSpPr/>
          <p:nvPr/>
        </p:nvGrpSpPr>
        <p:grpSpPr>
          <a:xfrm>
            <a:off x="2261934" y="2723626"/>
            <a:ext cx="203985" cy="355417"/>
            <a:chOff x="2253871" y="2893365"/>
            <a:chExt cx="203985" cy="355417"/>
          </a:xfrm>
        </p:grpSpPr>
        <p:sp>
          <p:nvSpPr>
            <p:cNvPr id="7975" name="Google Shape;7975;p62"/>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2"/>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2"/>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2"/>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2"/>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2"/>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2"/>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2"/>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2"/>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2"/>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2"/>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62"/>
          <p:cNvGrpSpPr/>
          <p:nvPr/>
        </p:nvGrpSpPr>
        <p:grpSpPr>
          <a:xfrm>
            <a:off x="2199603" y="2238861"/>
            <a:ext cx="308823" cy="342571"/>
            <a:chOff x="2191541" y="2408601"/>
            <a:chExt cx="308823" cy="342571"/>
          </a:xfrm>
        </p:grpSpPr>
        <p:sp>
          <p:nvSpPr>
            <p:cNvPr id="7987" name="Google Shape;7987;p62"/>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2"/>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2"/>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2"/>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2"/>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2"/>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2"/>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2"/>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2"/>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2"/>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2"/>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2"/>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2"/>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0" name="Google Shape;8000;p62"/>
          <p:cNvGrpSpPr/>
          <p:nvPr/>
        </p:nvGrpSpPr>
        <p:grpSpPr>
          <a:xfrm>
            <a:off x="855462" y="1333848"/>
            <a:ext cx="342496" cy="341553"/>
            <a:chOff x="847400" y="1503588"/>
            <a:chExt cx="342496" cy="341553"/>
          </a:xfrm>
        </p:grpSpPr>
        <p:sp>
          <p:nvSpPr>
            <p:cNvPr id="8001" name="Google Shape;8001;p62"/>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2"/>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2"/>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2"/>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2"/>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2"/>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2"/>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2"/>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2"/>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2"/>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2"/>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2"/>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2"/>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2"/>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2"/>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2"/>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2"/>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2"/>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2"/>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2"/>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62"/>
          <p:cNvGrpSpPr/>
          <p:nvPr/>
        </p:nvGrpSpPr>
        <p:grpSpPr>
          <a:xfrm>
            <a:off x="1338026" y="2729929"/>
            <a:ext cx="280495" cy="361077"/>
            <a:chOff x="1329963" y="2899669"/>
            <a:chExt cx="280495" cy="361077"/>
          </a:xfrm>
        </p:grpSpPr>
        <p:sp>
          <p:nvSpPr>
            <p:cNvPr id="8022" name="Google Shape;8022;p62"/>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2"/>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2"/>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2"/>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2"/>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62"/>
          <p:cNvGrpSpPr/>
          <p:nvPr/>
        </p:nvGrpSpPr>
        <p:grpSpPr>
          <a:xfrm>
            <a:off x="945492" y="3631169"/>
            <a:ext cx="195496" cy="343439"/>
            <a:chOff x="937429" y="3800908"/>
            <a:chExt cx="195496" cy="343439"/>
          </a:xfrm>
        </p:grpSpPr>
        <p:sp>
          <p:nvSpPr>
            <p:cNvPr id="8030" name="Google Shape;8030;p62"/>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2"/>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2"/>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2"/>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2"/>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2"/>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2"/>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2"/>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2"/>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2"/>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2"/>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2"/>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2"/>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62"/>
          <p:cNvGrpSpPr/>
          <p:nvPr/>
        </p:nvGrpSpPr>
        <p:grpSpPr>
          <a:xfrm>
            <a:off x="2695722" y="3640916"/>
            <a:ext cx="365164" cy="342511"/>
            <a:chOff x="2611459" y="3810655"/>
            <a:chExt cx="365164" cy="342511"/>
          </a:xfrm>
        </p:grpSpPr>
        <p:sp>
          <p:nvSpPr>
            <p:cNvPr id="8044" name="Google Shape;8044;p62"/>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2"/>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2"/>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2"/>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2"/>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2"/>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2"/>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2"/>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2"/>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2"/>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2"/>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5" name="Google Shape;8055;p62"/>
          <p:cNvGrpSpPr/>
          <p:nvPr/>
        </p:nvGrpSpPr>
        <p:grpSpPr>
          <a:xfrm>
            <a:off x="3960519" y="1354540"/>
            <a:ext cx="370195" cy="300154"/>
            <a:chOff x="3952456" y="1524280"/>
            <a:chExt cx="370195" cy="300154"/>
          </a:xfrm>
        </p:grpSpPr>
        <p:sp>
          <p:nvSpPr>
            <p:cNvPr id="8056" name="Google Shape;8056;p62"/>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2"/>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2"/>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2"/>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2"/>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2"/>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2" name="Google Shape;8062;p62"/>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8063" name="Google Shape;8063;p62"/>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067"/>
        <p:cNvGrpSpPr/>
        <p:nvPr/>
      </p:nvGrpSpPr>
      <p:grpSpPr>
        <a:xfrm>
          <a:off x="0" y="0"/>
          <a:ext cx="0" cy="0"/>
          <a:chOff x="0" y="0"/>
          <a:chExt cx="0" cy="0"/>
        </a:xfrm>
      </p:grpSpPr>
      <p:grpSp>
        <p:nvGrpSpPr>
          <p:cNvPr id="8068" name="Google Shape;8068;p63"/>
          <p:cNvGrpSpPr/>
          <p:nvPr/>
        </p:nvGrpSpPr>
        <p:grpSpPr>
          <a:xfrm>
            <a:off x="894207" y="1345785"/>
            <a:ext cx="257112" cy="362808"/>
            <a:chOff x="908482" y="1502585"/>
            <a:chExt cx="257112" cy="362808"/>
          </a:xfrm>
        </p:grpSpPr>
        <p:sp>
          <p:nvSpPr>
            <p:cNvPr id="8069" name="Google Shape;8069;p63"/>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3"/>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3"/>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3"/>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3"/>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3"/>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3"/>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3"/>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3"/>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3"/>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3"/>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3"/>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3"/>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3"/>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3"/>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3"/>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3"/>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3"/>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3"/>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3"/>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9" name="Google Shape;8089;p63"/>
          <p:cNvGrpSpPr/>
          <p:nvPr/>
        </p:nvGrpSpPr>
        <p:grpSpPr>
          <a:xfrm>
            <a:off x="1289262" y="1345916"/>
            <a:ext cx="362939" cy="362677"/>
            <a:chOff x="1303537" y="1502716"/>
            <a:chExt cx="362939" cy="362677"/>
          </a:xfrm>
        </p:grpSpPr>
        <p:sp>
          <p:nvSpPr>
            <p:cNvPr id="8090" name="Google Shape;8090;p63"/>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3"/>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3"/>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3"/>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3"/>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3"/>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3"/>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3"/>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3"/>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3"/>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3"/>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1" name="Google Shape;8101;p63"/>
          <p:cNvGrpSpPr/>
          <p:nvPr/>
        </p:nvGrpSpPr>
        <p:grpSpPr>
          <a:xfrm>
            <a:off x="1737626" y="1345916"/>
            <a:ext cx="362677" cy="362677"/>
            <a:chOff x="1751901" y="1502716"/>
            <a:chExt cx="362677" cy="362677"/>
          </a:xfrm>
        </p:grpSpPr>
        <p:sp>
          <p:nvSpPr>
            <p:cNvPr id="8102" name="Google Shape;8102;p63"/>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3"/>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3"/>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3"/>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3"/>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3"/>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3"/>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3"/>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3"/>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3"/>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3"/>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3"/>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3"/>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3"/>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3"/>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3"/>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3"/>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3"/>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3"/>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1" name="Google Shape;8121;p63"/>
          <p:cNvGrpSpPr/>
          <p:nvPr/>
        </p:nvGrpSpPr>
        <p:grpSpPr>
          <a:xfrm>
            <a:off x="3080903" y="1345916"/>
            <a:ext cx="334290" cy="362677"/>
            <a:chOff x="3095178" y="1502716"/>
            <a:chExt cx="334290" cy="362677"/>
          </a:xfrm>
        </p:grpSpPr>
        <p:sp>
          <p:nvSpPr>
            <p:cNvPr id="8122" name="Google Shape;8122;p63"/>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3"/>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3"/>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3"/>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3"/>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3"/>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3"/>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3"/>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3"/>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3"/>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3"/>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3"/>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3"/>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3"/>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3"/>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3"/>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3"/>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63"/>
          <p:cNvGrpSpPr/>
          <p:nvPr/>
        </p:nvGrpSpPr>
        <p:grpSpPr>
          <a:xfrm>
            <a:off x="3528006" y="1348805"/>
            <a:ext cx="366196" cy="357005"/>
            <a:chOff x="3542281" y="1505605"/>
            <a:chExt cx="366196" cy="357005"/>
          </a:xfrm>
        </p:grpSpPr>
        <p:sp>
          <p:nvSpPr>
            <p:cNvPr id="8140" name="Google Shape;8140;p63"/>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3"/>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3"/>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3"/>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3"/>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3"/>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3"/>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3"/>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3"/>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3"/>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3"/>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3"/>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3"/>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3"/>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3"/>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3"/>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3"/>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3"/>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3"/>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3"/>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3"/>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3"/>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3"/>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3"/>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3"/>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5" name="Google Shape;8165;p63"/>
          <p:cNvGrpSpPr/>
          <p:nvPr/>
        </p:nvGrpSpPr>
        <p:grpSpPr>
          <a:xfrm>
            <a:off x="1734107" y="3227997"/>
            <a:ext cx="364673" cy="340067"/>
            <a:chOff x="1748382" y="3384797"/>
            <a:chExt cx="364673" cy="340067"/>
          </a:xfrm>
        </p:grpSpPr>
        <p:sp>
          <p:nvSpPr>
            <p:cNvPr id="8166" name="Google Shape;8166;p63"/>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3"/>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3"/>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3"/>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3"/>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3"/>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3"/>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3"/>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3"/>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3"/>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3"/>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3"/>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3"/>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3"/>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3"/>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1" name="Google Shape;8181;p63"/>
          <p:cNvGrpSpPr/>
          <p:nvPr/>
        </p:nvGrpSpPr>
        <p:grpSpPr>
          <a:xfrm>
            <a:off x="2168368" y="3229520"/>
            <a:ext cx="382030" cy="320451"/>
            <a:chOff x="2182643" y="3386320"/>
            <a:chExt cx="382030" cy="320451"/>
          </a:xfrm>
        </p:grpSpPr>
        <p:sp>
          <p:nvSpPr>
            <p:cNvPr id="8182" name="Google Shape;8182;p63"/>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3"/>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3"/>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3"/>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3"/>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3"/>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3"/>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3"/>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3"/>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3"/>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3"/>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3"/>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3"/>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3"/>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3"/>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7" name="Google Shape;8197;p63"/>
          <p:cNvGrpSpPr/>
          <p:nvPr/>
        </p:nvGrpSpPr>
        <p:grpSpPr>
          <a:xfrm>
            <a:off x="3070111" y="3232540"/>
            <a:ext cx="353880" cy="330745"/>
            <a:chOff x="3084386" y="3389340"/>
            <a:chExt cx="353880" cy="330745"/>
          </a:xfrm>
        </p:grpSpPr>
        <p:sp>
          <p:nvSpPr>
            <p:cNvPr id="8198" name="Google Shape;8198;p63"/>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3"/>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3"/>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3"/>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3"/>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3"/>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3"/>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3"/>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3"/>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3"/>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3"/>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3"/>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0" name="Google Shape;8210;p63"/>
          <p:cNvGrpSpPr/>
          <p:nvPr/>
        </p:nvGrpSpPr>
        <p:grpSpPr>
          <a:xfrm>
            <a:off x="849224" y="1814106"/>
            <a:ext cx="347078" cy="364016"/>
            <a:chOff x="863499" y="1970906"/>
            <a:chExt cx="347078" cy="364016"/>
          </a:xfrm>
        </p:grpSpPr>
        <p:sp>
          <p:nvSpPr>
            <p:cNvPr id="8211" name="Google Shape;8211;p63"/>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3"/>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3"/>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3"/>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3"/>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3"/>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3"/>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3"/>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3"/>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3"/>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3"/>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3"/>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3"/>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3"/>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5" name="Google Shape;8225;p63"/>
          <p:cNvGrpSpPr/>
          <p:nvPr/>
        </p:nvGrpSpPr>
        <p:grpSpPr>
          <a:xfrm>
            <a:off x="1735604" y="1814106"/>
            <a:ext cx="364436" cy="364174"/>
            <a:chOff x="1749879" y="1970906"/>
            <a:chExt cx="364436" cy="364174"/>
          </a:xfrm>
        </p:grpSpPr>
        <p:sp>
          <p:nvSpPr>
            <p:cNvPr id="8226" name="Google Shape;8226;p63"/>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3"/>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3"/>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3"/>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3"/>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3"/>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3"/>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3"/>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3"/>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3"/>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3"/>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3"/>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3"/>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3"/>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63"/>
          <p:cNvGrpSpPr/>
          <p:nvPr/>
        </p:nvGrpSpPr>
        <p:grpSpPr>
          <a:xfrm>
            <a:off x="2172150" y="1819358"/>
            <a:ext cx="396106" cy="353985"/>
            <a:chOff x="2186425" y="1976158"/>
            <a:chExt cx="396106" cy="353985"/>
          </a:xfrm>
        </p:grpSpPr>
        <p:sp>
          <p:nvSpPr>
            <p:cNvPr id="8241" name="Google Shape;8241;p63"/>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3"/>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3"/>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3"/>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3"/>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3"/>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3"/>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8" name="Google Shape;8248;p63"/>
          <p:cNvGrpSpPr/>
          <p:nvPr/>
        </p:nvGrpSpPr>
        <p:grpSpPr>
          <a:xfrm>
            <a:off x="2644882" y="1860612"/>
            <a:ext cx="319190" cy="271240"/>
            <a:chOff x="2659157" y="2017412"/>
            <a:chExt cx="319190" cy="271240"/>
          </a:xfrm>
        </p:grpSpPr>
        <p:sp>
          <p:nvSpPr>
            <p:cNvPr id="8249" name="Google Shape;8249;p63"/>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3"/>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3"/>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3"/>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3"/>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3"/>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3"/>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3"/>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3"/>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3"/>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3"/>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3"/>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3"/>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3"/>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3"/>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3"/>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3"/>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3"/>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3"/>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3"/>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3"/>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3"/>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3"/>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3"/>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3"/>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3"/>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5" name="Google Shape;8275;p63"/>
          <p:cNvGrpSpPr/>
          <p:nvPr/>
        </p:nvGrpSpPr>
        <p:grpSpPr>
          <a:xfrm>
            <a:off x="3097500" y="1836716"/>
            <a:ext cx="318928" cy="319217"/>
            <a:chOff x="3111775" y="1993516"/>
            <a:chExt cx="318928" cy="319217"/>
          </a:xfrm>
        </p:grpSpPr>
        <p:sp>
          <p:nvSpPr>
            <p:cNvPr id="8276" name="Google Shape;8276;p63"/>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3"/>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3"/>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3"/>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3"/>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3"/>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3"/>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3"/>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3"/>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3"/>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3"/>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3"/>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3"/>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3"/>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3"/>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3"/>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3"/>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3"/>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3"/>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3"/>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3"/>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3"/>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3"/>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3"/>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3"/>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3"/>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3"/>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3"/>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3"/>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3"/>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6" name="Google Shape;8306;p63"/>
          <p:cNvGrpSpPr/>
          <p:nvPr/>
        </p:nvGrpSpPr>
        <p:grpSpPr>
          <a:xfrm>
            <a:off x="4009510" y="1813607"/>
            <a:ext cx="288807" cy="355377"/>
            <a:chOff x="4023785" y="1970407"/>
            <a:chExt cx="288807" cy="355377"/>
          </a:xfrm>
        </p:grpSpPr>
        <p:sp>
          <p:nvSpPr>
            <p:cNvPr id="8307" name="Google Shape;8307;p63"/>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3"/>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3"/>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3"/>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3"/>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3"/>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3"/>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3"/>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3"/>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3"/>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3"/>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3"/>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3"/>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3"/>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3"/>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3"/>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3"/>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3"/>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3"/>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3"/>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63"/>
          <p:cNvGrpSpPr/>
          <p:nvPr/>
        </p:nvGrpSpPr>
        <p:grpSpPr>
          <a:xfrm>
            <a:off x="3530265" y="3224163"/>
            <a:ext cx="320188" cy="319269"/>
            <a:chOff x="3544540" y="3380963"/>
            <a:chExt cx="320188" cy="319269"/>
          </a:xfrm>
        </p:grpSpPr>
        <p:sp>
          <p:nvSpPr>
            <p:cNvPr id="8328" name="Google Shape;8328;p63"/>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3"/>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3"/>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3"/>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3"/>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3"/>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3"/>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3"/>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3"/>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3"/>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3"/>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3"/>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3"/>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3"/>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3"/>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3"/>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4" name="Google Shape;8344;p63"/>
          <p:cNvGrpSpPr/>
          <p:nvPr/>
        </p:nvGrpSpPr>
        <p:grpSpPr>
          <a:xfrm>
            <a:off x="3930362" y="3198034"/>
            <a:ext cx="415696" cy="371605"/>
            <a:chOff x="3944637" y="3354834"/>
            <a:chExt cx="415696" cy="371605"/>
          </a:xfrm>
        </p:grpSpPr>
        <p:sp>
          <p:nvSpPr>
            <p:cNvPr id="8345" name="Google Shape;8345;p63"/>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3"/>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3"/>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3"/>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3"/>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3"/>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3"/>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3"/>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3"/>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3"/>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3"/>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3"/>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3"/>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3"/>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3"/>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3"/>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3"/>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2" name="Google Shape;8362;p63"/>
          <p:cNvGrpSpPr/>
          <p:nvPr/>
        </p:nvGrpSpPr>
        <p:grpSpPr>
          <a:xfrm>
            <a:off x="1300344" y="3664727"/>
            <a:ext cx="346317" cy="332136"/>
            <a:chOff x="1314619" y="3821527"/>
            <a:chExt cx="346317" cy="332136"/>
          </a:xfrm>
        </p:grpSpPr>
        <p:sp>
          <p:nvSpPr>
            <p:cNvPr id="8363" name="Google Shape;8363;p63"/>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3"/>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3"/>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3"/>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3"/>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3"/>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3"/>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3"/>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1" name="Google Shape;8371;p63"/>
          <p:cNvGrpSpPr/>
          <p:nvPr/>
        </p:nvGrpSpPr>
        <p:grpSpPr>
          <a:xfrm>
            <a:off x="1736864" y="3634134"/>
            <a:ext cx="386258" cy="380507"/>
            <a:chOff x="1751139" y="3790934"/>
            <a:chExt cx="386258" cy="380507"/>
          </a:xfrm>
        </p:grpSpPr>
        <p:sp>
          <p:nvSpPr>
            <p:cNvPr id="8372" name="Google Shape;8372;p63"/>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3"/>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3"/>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3"/>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3"/>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3"/>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3"/>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3"/>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3"/>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3"/>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3"/>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3"/>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3"/>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3"/>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3"/>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3"/>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0" name="Google Shape;8390;p63"/>
          <p:cNvGrpSpPr/>
          <p:nvPr/>
        </p:nvGrpSpPr>
        <p:grpSpPr>
          <a:xfrm>
            <a:off x="2175406" y="3664806"/>
            <a:ext cx="395607" cy="318928"/>
            <a:chOff x="2189681" y="3821606"/>
            <a:chExt cx="395607" cy="318928"/>
          </a:xfrm>
        </p:grpSpPr>
        <p:sp>
          <p:nvSpPr>
            <p:cNvPr id="8391" name="Google Shape;8391;p63"/>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3"/>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3"/>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3"/>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3"/>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3"/>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3"/>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3"/>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3"/>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3"/>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3"/>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3"/>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3"/>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3"/>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3"/>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3"/>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3"/>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3"/>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3"/>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3"/>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3"/>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3"/>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3"/>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3"/>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3"/>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3"/>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3"/>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3"/>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3"/>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3"/>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1" name="Google Shape;8421;p63"/>
          <p:cNvSpPr/>
          <p:nvPr/>
        </p:nvSpPr>
        <p:spPr>
          <a:xfrm>
            <a:off x="1274189" y="18832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2" name="Google Shape;8422;p63"/>
          <p:cNvGrpSpPr/>
          <p:nvPr/>
        </p:nvGrpSpPr>
        <p:grpSpPr>
          <a:xfrm>
            <a:off x="1263134" y="1804547"/>
            <a:ext cx="420475" cy="383055"/>
            <a:chOff x="1277409" y="1961347"/>
            <a:chExt cx="420475" cy="383055"/>
          </a:xfrm>
        </p:grpSpPr>
        <p:sp>
          <p:nvSpPr>
            <p:cNvPr id="8423" name="Google Shape;8423;p63"/>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3"/>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3"/>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3"/>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3"/>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3"/>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3"/>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3"/>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3"/>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3"/>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3"/>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3"/>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3"/>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3"/>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3"/>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3"/>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3"/>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3"/>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3"/>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3"/>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3"/>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3"/>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3"/>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3"/>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3"/>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3"/>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3"/>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0" name="Google Shape;8450;p63"/>
          <p:cNvGrpSpPr/>
          <p:nvPr/>
        </p:nvGrpSpPr>
        <p:grpSpPr>
          <a:xfrm>
            <a:off x="2200800" y="2276019"/>
            <a:ext cx="380008" cy="351648"/>
            <a:chOff x="2215075" y="2432819"/>
            <a:chExt cx="380008" cy="351648"/>
          </a:xfrm>
        </p:grpSpPr>
        <p:sp>
          <p:nvSpPr>
            <p:cNvPr id="8451" name="Google Shape;8451;p63"/>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3"/>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3"/>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3"/>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3"/>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3"/>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3"/>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3"/>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3"/>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3"/>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3"/>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3"/>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3"/>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3"/>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3"/>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3"/>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3"/>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3"/>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3"/>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3"/>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3"/>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3"/>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3"/>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3"/>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3"/>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3"/>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3"/>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3"/>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3"/>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3"/>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3"/>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2" name="Google Shape;8482;p63"/>
          <p:cNvGrpSpPr/>
          <p:nvPr/>
        </p:nvGrpSpPr>
        <p:grpSpPr>
          <a:xfrm>
            <a:off x="2647141" y="2265542"/>
            <a:ext cx="344059" cy="340671"/>
            <a:chOff x="2661416" y="2422342"/>
            <a:chExt cx="344059" cy="340671"/>
          </a:xfrm>
        </p:grpSpPr>
        <p:sp>
          <p:nvSpPr>
            <p:cNvPr id="8483" name="Google Shape;8483;p63"/>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3"/>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3"/>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3"/>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3"/>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3"/>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3"/>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3"/>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3"/>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3"/>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3"/>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3"/>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3"/>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63"/>
          <p:cNvGrpSpPr/>
          <p:nvPr/>
        </p:nvGrpSpPr>
        <p:grpSpPr>
          <a:xfrm>
            <a:off x="4052235" y="2265542"/>
            <a:ext cx="206876" cy="348470"/>
            <a:chOff x="4066510" y="2422342"/>
            <a:chExt cx="206876" cy="348470"/>
          </a:xfrm>
        </p:grpSpPr>
        <p:sp>
          <p:nvSpPr>
            <p:cNvPr id="8497" name="Google Shape;8497;p63"/>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3"/>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3"/>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3"/>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3"/>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3"/>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3"/>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3"/>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3"/>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3"/>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3"/>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3"/>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9" name="Google Shape;8509;p63"/>
          <p:cNvSpPr/>
          <p:nvPr/>
        </p:nvSpPr>
        <p:spPr>
          <a:xfrm>
            <a:off x="2943931" y="37349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0" name="Google Shape;8510;p63"/>
          <p:cNvGrpSpPr/>
          <p:nvPr/>
        </p:nvGrpSpPr>
        <p:grpSpPr>
          <a:xfrm>
            <a:off x="2603418" y="3660525"/>
            <a:ext cx="420475" cy="326491"/>
            <a:chOff x="2617693" y="3817325"/>
            <a:chExt cx="420475" cy="326491"/>
          </a:xfrm>
        </p:grpSpPr>
        <p:sp>
          <p:nvSpPr>
            <p:cNvPr id="8511" name="Google Shape;8511;p63"/>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3"/>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3"/>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3"/>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3"/>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3"/>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3"/>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3"/>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3"/>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3"/>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3"/>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3"/>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3"/>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3"/>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3"/>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3"/>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3"/>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63"/>
          <p:cNvGrpSpPr/>
          <p:nvPr/>
        </p:nvGrpSpPr>
        <p:grpSpPr>
          <a:xfrm>
            <a:off x="3531026" y="2266723"/>
            <a:ext cx="358134" cy="356637"/>
            <a:chOff x="3545301" y="2423523"/>
            <a:chExt cx="358134" cy="356637"/>
          </a:xfrm>
        </p:grpSpPr>
        <p:sp>
          <p:nvSpPr>
            <p:cNvPr id="8529" name="Google Shape;8529;p63"/>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3"/>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3"/>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3"/>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3"/>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3"/>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3"/>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3"/>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3"/>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63"/>
          <p:cNvGrpSpPr/>
          <p:nvPr/>
        </p:nvGrpSpPr>
        <p:grpSpPr>
          <a:xfrm>
            <a:off x="3517187" y="3667799"/>
            <a:ext cx="377251" cy="324232"/>
            <a:chOff x="3531462" y="3824599"/>
            <a:chExt cx="377251" cy="324232"/>
          </a:xfrm>
        </p:grpSpPr>
        <p:sp>
          <p:nvSpPr>
            <p:cNvPr id="8539" name="Google Shape;8539;p63"/>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3"/>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3"/>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3"/>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3"/>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3"/>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3"/>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3"/>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3"/>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3"/>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3"/>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63"/>
          <p:cNvGrpSpPr/>
          <p:nvPr/>
        </p:nvGrpSpPr>
        <p:grpSpPr>
          <a:xfrm>
            <a:off x="4016311" y="3648446"/>
            <a:ext cx="286523" cy="340566"/>
            <a:chOff x="4030586" y="3805246"/>
            <a:chExt cx="286523" cy="340566"/>
          </a:xfrm>
        </p:grpSpPr>
        <p:sp>
          <p:nvSpPr>
            <p:cNvPr id="8551" name="Google Shape;8551;p63"/>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3"/>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3"/>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3"/>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3"/>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3"/>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3"/>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3"/>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3"/>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3"/>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3"/>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3"/>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3"/>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63"/>
          <p:cNvGrpSpPr/>
          <p:nvPr/>
        </p:nvGrpSpPr>
        <p:grpSpPr>
          <a:xfrm>
            <a:off x="2166609" y="2731919"/>
            <a:ext cx="376752" cy="374468"/>
            <a:chOff x="2180884" y="2888719"/>
            <a:chExt cx="376752" cy="374468"/>
          </a:xfrm>
        </p:grpSpPr>
        <p:sp>
          <p:nvSpPr>
            <p:cNvPr id="8565" name="Google Shape;8565;p63"/>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3"/>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3"/>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3"/>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3"/>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3"/>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3"/>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3"/>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3"/>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3"/>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3"/>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3"/>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3"/>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3"/>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63"/>
          <p:cNvGrpSpPr/>
          <p:nvPr/>
        </p:nvGrpSpPr>
        <p:grpSpPr>
          <a:xfrm>
            <a:off x="3940157" y="2786199"/>
            <a:ext cx="378249" cy="265909"/>
            <a:chOff x="3954432" y="2942999"/>
            <a:chExt cx="378249" cy="265909"/>
          </a:xfrm>
        </p:grpSpPr>
        <p:sp>
          <p:nvSpPr>
            <p:cNvPr id="8580" name="Google Shape;8580;p63"/>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3"/>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3"/>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3"/>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3"/>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3"/>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3"/>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3"/>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3"/>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9" name="Google Shape;8589;p63"/>
          <p:cNvGrpSpPr/>
          <p:nvPr/>
        </p:nvGrpSpPr>
        <p:grpSpPr>
          <a:xfrm>
            <a:off x="1737862" y="4109808"/>
            <a:ext cx="378512" cy="374756"/>
            <a:chOff x="1752137" y="4266608"/>
            <a:chExt cx="378512" cy="374756"/>
          </a:xfrm>
        </p:grpSpPr>
        <p:sp>
          <p:nvSpPr>
            <p:cNvPr id="8590" name="Google Shape;8590;p63"/>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3"/>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3"/>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3"/>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3"/>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3"/>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3"/>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3"/>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3"/>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3"/>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3"/>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3"/>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3"/>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3"/>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3"/>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3"/>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3"/>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3"/>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3"/>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63"/>
          <p:cNvGrpSpPr/>
          <p:nvPr/>
        </p:nvGrpSpPr>
        <p:grpSpPr>
          <a:xfrm>
            <a:off x="3103513" y="3655746"/>
            <a:ext cx="341065" cy="341065"/>
            <a:chOff x="3117788" y="3812546"/>
            <a:chExt cx="341065" cy="341065"/>
          </a:xfrm>
        </p:grpSpPr>
        <p:sp>
          <p:nvSpPr>
            <p:cNvPr id="8612" name="Google Shape;8612;p63"/>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3"/>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3"/>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3"/>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3"/>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3"/>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63"/>
          <p:cNvGrpSpPr/>
          <p:nvPr/>
        </p:nvGrpSpPr>
        <p:grpSpPr>
          <a:xfrm>
            <a:off x="3980125" y="4143132"/>
            <a:ext cx="338281" cy="322657"/>
            <a:chOff x="3994400" y="4299932"/>
            <a:chExt cx="338281" cy="322657"/>
          </a:xfrm>
        </p:grpSpPr>
        <p:sp>
          <p:nvSpPr>
            <p:cNvPr id="8619" name="Google Shape;8619;p63"/>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3"/>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3"/>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3"/>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3"/>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3"/>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3"/>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3"/>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7" name="Google Shape;8627;p63"/>
          <p:cNvSpPr/>
          <p:nvPr/>
        </p:nvSpPr>
        <p:spPr>
          <a:xfrm>
            <a:off x="3686065" y="18088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3"/>
          <p:cNvSpPr/>
          <p:nvPr/>
        </p:nvSpPr>
        <p:spPr>
          <a:xfrm>
            <a:off x="3686065" y="18088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9" name="Google Shape;8629;p63"/>
          <p:cNvGrpSpPr/>
          <p:nvPr/>
        </p:nvGrpSpPr>
        <p:grpSpPr>
          <a:xfrm>
            <a:off x="3559151" y="1808828"/>
            <a:ext cx="302358" cy="374993"/>
            <a:chOff x="3573426" y="1965628"/>
            <a:chExt cx="302358" cy="374993"/>
          </a:xfrm>
        </p:grpSpPr>
        <p:sp>
          <p:nvSpPr>
            <p:cNvPr id="8630" name="Google Shape;8630;p63"/>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3"/>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3"/>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3"/>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3"/>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3"/>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3"/>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3"/>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3"/>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3"/>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3"/>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3"/>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3"/>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3"/>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3"/>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3"/>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3"/>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3"/>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3"/>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3"/>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3"/>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3"/>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3"/>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3"/>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3"/>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3"/>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3"/>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3"/>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3"/>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3"/>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3"/>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3"/>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3"/>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3"/>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3"/>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3"/>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3"/>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3"/>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3"/>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3"/>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3"/>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3"/>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3"/>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3"/>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3"/>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3"/>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3"/>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63"/>
          <p:cNvGrpSpPr/>
          <p:nvPr/>
        </p:nvGrpSpPr>
        <p:grpSpPr>
          <a:xfrm>
            <a:off x="3499357" y="2751772"/>
            <a:ext cx="355876" cy="331007"/>
            <a:chOff x="3513632" y="2908572"/>
            <a:chExt cx="355876" cy="331007"/>
          </a:xfrm>
        </p:grpSpPr>
        <p:sp>
          <p:nvSpPr>
            <p:cNvPr id="8678" name="Google Shape;8678;p63"/>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3"/>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3"/>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3"/>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3"/>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3"/>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3"/>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3"/>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3"/>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3"/>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3"/>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3"/>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3"/>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3"/>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3"/>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3"/>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63"/>
          <p:cNvGrpSpPr/>
          <p:nvPr/>
        </p:nvGrpSpPr>
        <p:grpSpPr>
          <a:xfrm>
            <a:off x="2679808" y="2731630"/>
            <a:ext cx="235762" cy="374756"/>
            <a:chOff x="2694083" y="2888430"/>
            <a:chExt cx="235762" cy="374756"/>
          </a:xfrm>
        </p:grpSpPr>
        <p:sp>
          <p:nvSpPr>
            <p:cNvPr id="8695" name="Google Shape;8695;p63"/>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3"/>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3"/>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3"/>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3"/>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3"/>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3"/>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3"/>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3"/>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63"/>
          <p:cNvGrpSpPr/>
          <p:nvPr/>
        </p:nvGrpSpPr>
        <p:grpSpPr>
          <a:xfrm>
            <a:off x="857259" y="4143788"/>
            <a:ext cx="357661" cy="311155"/>
            <a:chOff x="871534" y="4300588"/>
            <a:chExt cx="357661" cy="311155"/>
          </a:xfrm>
        </p:grpSpPr>
        <p:sp>
          <p:nvSpPr>
            <p:cNvPr id="8705" name="Google Shape;8705;p63"/>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3"/>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3"/>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3"/>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3"/>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3"/>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3"/>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3"/>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3"/>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3"/>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3"/>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3"/>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3"/>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3"/>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3"/>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3"/>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3"/>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3"/>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3"/>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3"/>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3"/>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6" name="Google Shape;8726;p63"/>
          <p:cNvGrpSpPr/>
          <p:nvPr/>
        </p:nvGrpSpPr>
        <p:grpSpPr>
          <a:xfrm>
            <a:off x="901744" y="3664806"/>
            <a:ext cx="250100" cy="336785"/>
            <a:chOff x="916019" y="3821606"/>
            <a:chExt cx="250100" cy="336785"/>
          </a:xfrm>
        </p:grpSpPr>
        <p:sp>
          <p:nvSpPr>
            <p:cNvPr id="8727" name="Google Shape;8727;p63"/>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3"/>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3"/>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3"/>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3"/>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3"/>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3"/>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3"/>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3"/>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3"/>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3"/>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3"/>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3"/>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63"/>
          <p:cNvGrpSpPr/>
          <p:nvPr/>
        </p:nvGrpSpPr>
        <p:grpSpPr>
          <a:xfrm>
            <a:off x="835411" y="2752770"/>
            <a:ext cx="374730" cy="332504"/>
            <a:chOff x="849686" y="2909570"/>
            <a:chExt cx="374730" cy="332504"/>
          </a:xfrm>
        </p:grpSpPr>
        <p:sp>
          <p:nvSpPr>
            <p:cNvPr id="8741" name="Google Shape;8741;p63"/>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3"/>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3"/>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3"/>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3"/>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3"/>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3"/>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3"/>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3"/>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3"/>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3"/>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2" name="Google Shape;8752;p63"/>
          <p:cNvGrpSpPr/>
          <p:nvPr/>
        </p:nvGrpSpPr>
        <p:grpSpPr>
          <a:xfrm>
            <a:off x="1721292" y="2263441"/>
            <a:ext cx="417718" cy="372866"/>
            <a:chOff x="1735567" y="2420241"/>
            <a:chExt cx="417718" cy="372866"/>
          </a:xfrm>
        </p:grpSpPr>
        <p:sp>
          <p:nvSpPr>
            <p:cNvPr id="8753" name="Google Shape;8753;p63"/>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3"/>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3"/>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3"/>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3"/>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3"/>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3"/>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3"/>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3"/>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3"/>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3"/>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3"/>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63"/>
          <p:cNvGrpSpPr/>
          <p:nvPr/>
        </p:nvGrpSpPr>
        <p:grpSpPr>
          <a:xfrm>
            <a:off x="3585043" y="4142790"/>
            <a:ext cx="251098" cy="309028"/>
            <a:chOff x="3599318" y="4299590"/>
            <a:chExt cx="251098" cy="309028"/>
          </a:xfrm>
        </p:grpSpPr>
        <p:sp>
          <p:nvSpPr>
            <p:cNvPr id="8766" name="Google Shape;8766;p63"/>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3"/>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3"/>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3"/>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3"/>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3"/>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63"/>
          <p:cNvGrpSpPr/>
          <p:nvPr/>
        </p:nvGrpSpPr>
        <p:grpSpPr>
          <a:xfrm>
            <a:off x="3091723" y="2276440"/>
            <a:ext cx="345818" cy="345056"/>
            <a:chOff x="3105998" y="2433240"/>
            <a:chExt cx="345818" cy="345056"/>
          </a:xfrm>
        </p:grpSpPr>
        <p:sp>
          <p:nvSpPr>
            <p:cNvPr id="8773" name="Google Shape;8773;p63"/>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3"/>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3"/>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3"/>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3"/>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3"/>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3"/>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3"/>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3"/>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3"/>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3"/>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4" name="Google Shape;8784;p63"/>
          <p:cNvGrpSpPr/>
          <p:nvPr/>
        </p:nvGrpSpPr>
        <p:grpSpPr>
          <a:xfrm>
            <a:off x="1723051" y="2743973"/>
            <a:ext cx="374730" cy="350361"/>
            <a:chOff x="1737326" y="2900773"/>
            <a:chExt cx="374730" cy="350361"/>
          </a:xfrm>
        </p:grpSpPr>
        <p:sp>
          <p:nvSpPr>
            <p:cNvPr id="8785" name="Google Shape;8785;p63"/>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3"/>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3"/>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3"/>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3"/>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3"/>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3"/>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3"/>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3"/>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3"/>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3"/>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3"/>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3"/>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3"/>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3"/>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3"/>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3"/>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63"/>
          <p:cNvGrpSpPr/>
          <p:nvPr/>
        </p:nvGrpSpPr>
        <p:grpSpPr>
          <a:xfrm>
            <a:off x="3986401" y="1422596"/>
            <a:ext cx="327226" cy="211603"/>
            <a:chOff x="4000676" y="1579396"/>
            <a:chExt cx="327226" cy="211603"/>
          </a:xfrm>
        </p:grpSpPr>
        <p:sp>
          <p:nvSpPr>
            <p:cNvPr id="8803" name="Google Shape;8803;p63"/>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3"/>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3"/>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3"/>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3"/>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3"/>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3"/>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3"/>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3"/>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3"/>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3"/>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3"/>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3"/>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3"/>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3"/>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3"/>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9" name="Google Shape;8819;p63"/>
          <p:cNvGrpSpPr/>
          <p:nvPr/>
        </p:nvGrpSpPr>
        <p:grpSpPr>
          <a:xfrm>
            <a:off x="2621248" y="1358784"/>
            <a:ext cx="371054" cy="336469"/>
            <a:chOff x="2635523" y="1515584"/>
            <a:chExt cx="371054" cy="336469"/>
          </a:xfrm>
        </p:grpSpPr>
        <p:sp>
          <p:nvSpPr>
            <p:cNvPr id="8820" name="Google Shape;8820;p63"/>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3"/>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3"/>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3"/>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3"/>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3"/>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3"/>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63"/>
          <p:cNvGrpSpPr/>
          <p:nvPr/>
        </p:nvGrpSpPr>
        <p:grpSpPr>
          <a:xfrm>
            <a:off x="2217632" y="1363931"/>
            <a:ext cx="311627" cy="326569"/>
            <a:chOff x="2231907" y="1520731"/>
            <a:chExt cx="311627" cy="326569"/>
          </a:xfrm>
        </p:grpSpPr>
        <p:sp>
          <p:nvSpPr>
            <p:cNvPr id="8828" name="Google Shape;8828;p63"/>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3"/>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3"/>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3"/>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3"/>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3"/>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3"/>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3"/>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3"/>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3"/>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63"/>
          <p:cNvGrpSpPr/>
          <p:nvPr/>
        </p:nvGrpSpPr>
        <p:grpSpPr>
          <a:xfrm>
            <a:off x="1325974" y="4144733"/>
            <a:ext cx="311890" cy="304695"/>
            <a:chOff x="1340249" y="4301533"/>
            <a:chExt cx="311890" cy="304695"/>
          </a:xfrm>
        </p:grpSpPr>
        <p:sp>
          <p:nvSpPr>
            <p:cNvPr id="8839" name="Google Shape;8839;p63"/>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3"/>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3"/>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3"/>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3"/>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3"/>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3"/>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3"/>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3"/>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3"/>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3"/>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3"/>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3"/>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3"/>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63"/>
          <p:cNvGrpSpPr/>
          <p:nvPr/>
        </p:nvGrpSpPr>
        <p:grpSpPr>
          <a:xfrm>
            <a:off x="1316415" y="3220224"/>
            <a:ext cx="306874" cy="332268"/>
            <a:chOff x="1330690" y="3377024"/>
            <a:chExt cx="306874" cy="332268"/>
          </a:xfrm>
        </p:grpSpPr>
        <p:sp>
          <p:nvSpPr>
            <p:cNvPr id="8854" name="Google Shape;8854;p63"/>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3"/>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3"/>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3"/>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3"/>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3"/>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3"/>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3"/>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3"/>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3"/>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3"/>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63"/>
          <p:cNvGrpSpPr/>
          <p:nvPr/>
        </p:nvGrpSpPr>
        <p:grpSpPr>
          <a:xfrm>
            <a:off x="2636322" y="3224977"/>
            <a:ext cx="341511" cy="324994"/>
            <a:chOff x="2650597" y="3381777"/>
            <a:chExt cx="341511" cy="324994"/>
          </a:xfrm>
        </p:grpSpPr>
        <p:sp>
          <p:nvSpPr>
            <p:cNvPr id="8874" name="Google Shape;8874;p63"/>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3"/>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3"/>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3"/>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3"/>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3"/>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3"/>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3"/>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3"/>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3"/>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3"/>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3"/>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3"/>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3"/>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3"/>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3"/>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3"/>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3"/>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3"/>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3"/>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3"/>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3"/>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3"/>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3"/>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3"/>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3"/>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3"/>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3"/>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3"/>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3"/>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3"/>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3"/>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3"/>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3"/>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3"/>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63"/>
          <p:cNvGrpSpPr/>
          <p:nvPr/>
        </p:nvGrpSpPr>
        <p:grpSpPr>
          <a:xfrm>
            <a:off x="1281227" y="2280562"/>
            <a:ext cx="402645" cy="323917"/>
            <a:chOff x="1295502" y="2437362"/>
            <a:chExt cx="402645" cy="323917"/>
          </a:xfrm>
        </p:grpSpPr>
        <p:sp>
          <p:nvSpPr>
            <p:cNvPr id="8910" name="Google Shape;8910;p63"/>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3"/>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3"/>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3"/>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3"/>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3"/>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3"/>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3"/>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3"/>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3"/>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3"/>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3"/>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3"/>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3"/>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3"/>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3"/>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63"/>
          <p:cNvGrpSpPr/>
          <p:nvPr/>
        </p:nvGrpSpPr>
        <p:grpSpPr>
          <a:xfrm>
            <a:off x="868315" y="2281560"/>
            <a:ext cx="337310" cy="337047"/>
            <a:chOff x="882590" y="2438360"/>
            <a:chExt cx="337310" cy="337047"/>
          </a:xfrm>
        </p:grpSpPr>
        <p:sp>
          <p:nvSpPr>
            <p:cNvPr id="8927" name="Google Shape;8927;p63"/>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3"/>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3"/>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3"/>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3"/>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3"/>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3"/>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3"/>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3"/>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3"/>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3"/>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3"/>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3"/>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3"/>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3"/>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3"/>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3"/>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3"/>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3"/>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3"/>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3"/>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3"/>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3"/>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3"/>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1" name="Google Shape;8951;p63"/>
          <p:cNvGrpSpPr/>
          <p:nvPr/>
        </p:nvGrpSpPr>
        <p:grpSpPr>
          <a:xfrm>
            <a:off x="856498" y="3201185"/>
            <a:ext cx="342824" cy="351228"/>
            <a:chOff x="870773" y="3357985"/>
            <a:chExt cx="342824" cy="351228"/>
          </a:xfrm>
        </p:grpSpPr>
        <p:sp>
          <p:nvSpPr>
            <p:cNvPr id="8952" name="Google Shape;8952;p63"/>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3"/>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3"/>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3"/>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3"/>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3"/>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3"/>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3"/>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3"/>
          <p:cNvGrpSpPr/>
          <p:nvPr/>
        </p:nvGrpSpPr>
        <p:grpSpPr>
          <a:xfrm>
            <a:off x="2728809" y="4142790"/>
            <a:ext cx="159372" cy="308896"/>
            <a:chOff x="2743084" y="4299590"/>
            <a:chExt cx="159372" cy="308896"/>
          </a:xfrm>
        </p:grpSpPr>
        <p:sp>
          <p:nvSpPr>
            <p:cNvPr id="8961" name="Google Shape;8961;p63"/>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3"/>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3"/>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3"/>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3"/>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3"/>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3"/>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3"/>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3"/>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3"/>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3"/>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3"/>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3"/>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3"/>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3"/>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3"/>
          <p:cNvGrpSpPr/>
          <p:nvPr/>
        </p:nvGrpSpPr>
        <p:grpSpPr>
          <a:xfrm>
            <a:off x="1279231" y="2782916"/>
            <a:ext cx="374730" cy="272211"/>
            <a:chOff x="1293506" y="2939716"/>
            <a:chExt cx="374730" cy="272211"/>
          </a:xfrm>
        </p:grpSpPr>
        <p:sp>
          <p:nvSpPr>
            <p:cNvPr id="8977" name="Google Shape;8977;p63"/>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3"/>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3"/>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3"/>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3"/>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3"/>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3"/>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3"/>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3"/>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3"/>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3"/>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3"/>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3"/>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3"/>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3"/>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3"/>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3"/>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3"/>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3"/>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3"/>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3"/>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3"/>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3"/>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3"/>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3"/>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3"/>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3"/>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3"/>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3"/>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3"/>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63"/>
          <p:cNvGrpSpPr/>
          <p:nvPr/>
        </p:nvGrpSpPr>
        <p:grpSpPr>
          <a:xfrm>
            <a:off x="2185963" y="4132365"/>
            <a:ext cx="374756" cy="329300"/>
            <a:chOff x="2200238" y="4289165"/>
            <a:chExt cx="374756" cy="329300"/>
          </a:xfrm>
        </p:grpSpPr>
        <p:sp>
          <p:nvSpPr>
            <p:cNvPr id="9008" name="Google Shape;9008;p63"/>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3"/>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3"/>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3"/>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3"/>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3"/>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3"/>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3"/>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3"/>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3"/>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3"/>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3"/>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3"/>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3"/>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3"/>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3"/>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3"/>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3"/>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3"/>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3"/>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3"/>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3"/>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3"/>
          <p:cNvGrpSpPr/>
          <p:nvPr/>
        </p:nvGrpSpPr>
        <p:grpSpPr>
          <a:xfrm>
            <a:off x="3116092" y="4167685"/>
            <a:ext cx="297342" cy="258871"/>
            <a:chOff x="3130367" y="4324485"/>
            <a:chExt cx="297342" cy="258871"/>
          </a:xfrm>
        </p:grpSpPr>
        <p:sp>
          <p:nvSpPr>
            <p:cNvPr id="9031" name="Google Shape;9031;p63"/>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3"/>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3"/>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3"/>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3"/>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3"/>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3"/>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3"/>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3"/>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3"/>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3"/>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3"/>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3"/>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3"/>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3"/>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3"/>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3"/>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3"/>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3"/>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3"/>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3"/>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3"/>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3"/>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4" name="Google Shape;9054;p63"/>
          <p:cNvGrpSpPr/>
          <p:nvPr/>
        </p:nvGrpSpPr>
        <p:grpSpPr>
          <a:xfrm>
            <a:off x="3046477" y="2746809"/>
            <a:ext cx="390565" cy="359578"/>
            <a:chOff x="3060752" y="2903609"/>
            <a:chExt cx="390565" cy="359578"/>
          </a:xfrm>
        </p:grpSpPr>
        <p:sp>
          <p:nvSpPr>
            <p:cNvPr id="9055" name="Google Shape;9055;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3"/>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3"/>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3"/>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3"/>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3"/>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3"/>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3"/>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3"/>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3"/>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3"/>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3"/>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3"/>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3"/>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3"/>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3"/>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3"/>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3"/>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3"/>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3"/>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3"/>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3"/>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3"/>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3"/>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3"/>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3"/>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3"/>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3"/>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3"/>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3"/>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3"/>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9" name="Google Shape;9089;p63"/>
          <p:cNvGrpSpPr/>
          <p:nvPr/>
        </p:nvGrpSpPr>
        <p:grpSpPr>
          <a:xfrm>
            <a:off x="6216451" y="3658649"/>
            <a:ext cx="364673" cy="339804"/>
            <a:chOff x="6221064" y="3811049"/>
            <a:chExt cx="364673" cy="339804"/>
          </a:xfrm>
        </p:grpSpPr>
        <p:sp>
          <p:nvSpPr>
            <p:cNvPr id="9090" name="Google Shape;9090;p63"/>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3"/>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3"/>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3"/>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3"/>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3"/>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3"/>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3"/>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3"/>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3"/>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3"/>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3"/>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3"/>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3"/>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3"/>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5" name="Google Shape;9105;p63"/>
          <p:cNvGrpSpPr/>
          <p:nvPr/>
        </p:nvGrpSpPr>
        <p:grpSpPr>
          <a:xfrm>
            <a:off x="5761812" y="4122795"/>
            <a:ext cx="358160" cy="356926"/>
            <a:chOff x="5766424" y="4275195"/>
            <a:chExt cx="358160" cy="356926"/>
          </a:xfrm>
        </p:grpSpPr>
        <p:sp>
          <p:nvSpPr>
            <p:cNvPr id="9106" name="Google Shape;9106;p63"/>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3"/>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3"/>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3"/>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3"/>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3"/>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3"/>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3"/>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3"/>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5" name="Google Shape;9115;p63"/>
          <p:cNvGrpSpPr/>
          <p:nvPr/>
        </p:nvGrpSpPr>
        <p:grpSpPr>
          <a:xfrm>
            <a:off x="4880448" y="1366388"/>
            <a:ext cx="385786" cy="342588"/>
            <a:chOff x="4885060" y="1518788"/>
            <a:chExt cx="385786" cy="342588"/>
          </a:xfrm>
        </p:grpSpPr>
        <p:sp>
          <p:nvSpPr>
            <p:cNvPr id="9116" name="Google Shape;9116;p63"/>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3"/>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3"/>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3"/>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3"/>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3"/>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3"/>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3"/>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3"/>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3"/>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3"/>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3"/>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3"/>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3"/>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3"/>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3"/>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3"/>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3"/>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3"/>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5" name="Google Shape;9135;p63"/>
          <p:cNvGrpSpPr/>
          <p:nvPr/>
        </p:nvGrpSpPr>
        <p:grpSpPr>
          <a:xfrm>
            <a:off x="5389865" y="1362133"/>
            <a:ext cx="249076" cy="351096"/>
            <a:chOff x="5394478" y="1514533"/>
            <a:chExt cx="249076" cy="351096"/>
          </a:xfrm>
        </p:grpSpPr>
        <p:sp>
          <p:nvSpPr>
            <p:cNvPr id="9136" name="Google Shape;9136;p63"/>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3"/>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3"/>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3"/>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3"/>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3"/>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3"/>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3"/>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3"/>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3"/>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3"/>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3"/>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3"/>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3"/>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3"/>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3"/>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3"/>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3"/>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3"/>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3"/>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63"/>
          <p:cNvGrpSpPr/>
          <p:nvPr/>
        </p:nvGrpSpPr>
        <p:grpSpPr>
          <a:xfrm>
            <a:off x="5777647" y="1359612"/>
            <a:ext cx="356138" cy="356138"/>
            <a:chOff x="5782259" y="1512012"/>
            <a:chExt cx="356138" cy="356138"/>
          </a:xfrm>
        </p:grpSpPr>
        <p:sp>
          <p:nvSpPr>
            <p:cNvPr id="9157" name="Google Shape;9157;p63"/>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3"/>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3"/>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3"/>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3"/>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3"/>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3"/>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3"/>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3"/>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3"/>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3"/>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8" name="Google Shape;9168;p63"/>
          <p:cNvGrpSpPr/>
          <p:nvPr/>
        </p:nvGrpSpPr>
        <p:grpSpPr>
          <a:xfrm>
            <a:off x="6224986" y="1365652"/>
            <a:ext cx="343560" cy="343822"/>
            <a:chOff x="6229598" y="1518052"/>
            <a:chExt cx="343560" cy="343822"/>
          </a:xfrm>
        </p:grpSpPr>
        <p:sp>
          <p:nvSpPr>
            <p:cNvPr id="9169" name="Google Shape;9169;p63"/>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3"/>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3"/>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3"/>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3"/>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3"/>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3"/>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3"/>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3"/>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3"/>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3"/>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3"/>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3"/>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3"/>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3"/>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3"/>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3"/>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3"/>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3"/>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63"/>
          <p:cNvGrpSpPr/>
          <p:nvPr/>
        </p:nvGrpSpPr>
        <p:grpSpPr>
          <a:xfrm>
            <a:off x="6665287" y="1353074"/>
            <a:ext cx="345083" cy="369216"/>
            <a:chOff x="6669900" y="1505474"/>
            <a:chExt cx="345083" cy="369216"/>
          </a:xfrm>
        </p:grpSpPr>
        <p:sp>
          <p:nvSpPr>
            <p:cNvPr id="9189" name="Google Shape;9189;p63"/>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3"/>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3"/>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3"/>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3"/>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3"/>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3"/>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3"/>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3"/>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3"/>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3"/>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3"/>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3"/>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3"/>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3"/>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3"/>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3"/>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3"/>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3"/>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3"/>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3"/>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3"/>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1" name="Google Shape;9211;p63"/>
          <p:cNvGrpSpPr/>
          <p:nvPr/>
        </p:nvGrpSpPr>
        <p:grpSpPr>
          <a:xfrm>
            <a:off x="7112390" y="1365600"/>
            <a:ext cx="333003" cy="344085"/>
            <a:chOff x="7117003" y="1518000"/>
            <a:chExt cx="333003" cy="344085"/>
          </a:xfrm>
        </p:grpSpPr>
        <p:sp>
          <p:nvSpPr>
            <p:cNvPr id="9212" name="Google Shape;9212;p63"/>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3"/>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3"/>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3"/>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3"/>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3"/>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3"/>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3"/>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3"/>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3"/>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3"/>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3"/>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3"/>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3"/>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3"/>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3"/>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3"/>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3"/>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3"/>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3"/>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3"/>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3"/>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3"/>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3"/>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3"/>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3"/>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3"/>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3"/>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3"/>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3"/>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3"/>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3"/>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3"/>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3"/>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3"/>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3"/>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3"/>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3"/>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0" name="Google Shape;9250;p63"/>
          <p:cNvGrpSpPr/>
          <p:nvPr/>
        </p:nvGrpSpPr>
        <p:grpSpPr>
          <a:xfrm>
            <a:off x="7551431" y="1347559"/>
            <a:ext cx="337283" cy="380192"/>
            <a:chOff x="7556043" y="1499959"/>
            <a:chExt cx="337283" cy="380192"/>
          </a:xfrm>
        </p:grpSpPr>
        <p:sp>
          <p:nvSpPr>
            <p:cNvPr id="9251" name="Google Shape;9251;p63"/>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3"/>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3"/>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3"/>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3"/>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3"/>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3"/>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3"/>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3"/>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3"/>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3"/>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3"/>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3"/>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3"/>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5" name="Google Shape;9265;p63"/>
          <p:cNvGrpSpPr/>
          <p:nvPr/>
        </p:nvGrpSpPr>
        <p:grpSpPr>
          <a:xfrm>
            <a:off x="4859833" y="3187807"/>
            <a:ext cx="395607" cy="387414"/>
            <a:chOff x="4864446" y="3340207"/>
            <a:chExt cx="395607" cy="387414"/>
          </a:xfrm>
        </p:grpSpPr>
        <p:sp>
          <p:nvSpPr>
            <p:cNvPr id="9266" name="Google Shape;9266;p63"/>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3"/>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3"/>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3"/>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3"/>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3"/>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3"/>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3"/>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3"/>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3"/>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3"/>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3"/>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3"/>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3"/>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3"/>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3"/>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3"/>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3"/>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3"/>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3"/>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3"/>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3"/>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3"/>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3"/>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3"/>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1" name="Google Shape;9291;p63"/>
          <p:cNvGrpSpPr/>
          <p:nvPr/>
        </p:nvGrpSpPr>
        <p:grpSpPr>
          <a:xfrm>
            <a:off x="5298375" y="3237439"/>
            <a:ext cx="394609" cy="286523"/>
            <a:chOff x="5302988" y="3389839"/>
            <a:chExt cx="394609" cy="286523"/>
          </a:xfrm>
        </p:grpSpPr>
        <p:sp>
          <p:nvSpPr>
            <p:cNvPr id="9292" name="Google Shape;9292;p63"/>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3"/>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3"/>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3"/>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3"/>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3"/>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3"/>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3"/>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3"/>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3"/>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3"/>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3"/>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3"/>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3"/>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3"/>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3"/>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3"/>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3"/>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3"/>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3"/>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3"/>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3"/>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3"/>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3"/>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3"/>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3"/>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3"/>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3"/>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3"/>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3"/>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3"/>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3"/>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3"/>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5" name="Google Shape;9325;p63"/>
          <p:cNvSpPr/>
          <p:nvPr/>
        </p:nvSpPr>
        <p:spPr>
          <a:xfrm>
            <a:off x="5736419"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6" name="Google Shape;9326;p63"/>
          <p:cNvGrpSpPr/>
          <p:nvPr/>
        </p:nvGrpSpPr>
        <p:grpSpPr>
          <a:xfrm>
            <a:off x="5736419" y="3233657"/>
            <a:ext cx="394609" cy="294585"/>
            <a:chOff x="5741031" y="3386057"/>
            <a:chExt cx="394609" cy="294585"/>
          </a:xfrm>
        </p:grpSpPr>
        <p:sp>
          <p:nvSpPr>
            <p:cNvPr id="9327" name="Google Shape;9327;p63"/>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3"/>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3"/>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3"/>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3"/>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3"/>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3"/>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3"/>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3"/>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3"/>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3"/>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3"/>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3"/>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3"/>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3"/>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3"/>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3"/>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3"/>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3"/>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3"/>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3"/>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3"/>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3"/>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3"/>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3"/>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3"/>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3"/>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3"/>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3"/>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3"/>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7" name="Google Shape;9357;p63"/>
          <p:cNvSpPr/>
          <p:nvPr/>
        </p:nvSpPr>
        <p:spPr>
          <a:xfrm>
            <a:off x="6555704"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8" name="Google Shape;9358;p63"/>
          <p:cNvGrpSpPr/>
          <p:nvPr/>
        </p:nvGrpSpPr>
        <p:grpSpPr>
          <a:xfrm>
            <a:off x="6174462" y="3216326"/>
            <a:ext cx="394609" cy="328749"/>
            <a:chOff x="6179074" y="3368726"/>
            <a:chExt cx="394609" cy="328749"/>
          </a:xfrm>
        </p:grpSpPr>
        <p:sp>
          <p:nvSpPr>
            <p:cNvPr id="9359" name="Google Shape;9359;p63"/>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3"/>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3"/>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3"/>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3"/>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3"/>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3"/>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3"/>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3"/>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3"/>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3"/>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3"/>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3"/>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3"/>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3"/>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3"/>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3"/>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3"/>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3"/>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3"/>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3"/>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3"/>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3"/>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3"/>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3"/>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3"/>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3"/>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3"/>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3"/>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3"/>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3"/>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3"/>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3"/>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3"/>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3"/>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3"/>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3"/>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3"/>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3"/>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3"/>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3"/>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3"/>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3"/>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3"/>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3"/>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3"/>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3"/>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3"/>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3"/>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3"/>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3"/>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3"/>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3"/>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3"/>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3"/>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3"/>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3"/>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3"/>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3"/>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3"/>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3"/>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3"/>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3"/>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3"/>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3"/>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3"/>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3"/>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3"/>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3"/>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3"/>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3"/>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3"/>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3"/>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3"/>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3"/>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3"/>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3"/>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3"/>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3"/>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3"/>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3"/>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3"/>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3"/>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63"/>
          <p:cNvGrpSpPr/>
          <p:nvPr/>
        </p:nvGrpSpPr>
        <p:grpSpPr>
          <a:xfrm>
            <a:off x="7050311" y="3215328"/>
            <a:ext cx="394583" cy="331007"/>
            <a:chOff x="7054924" y="3367728"/>
            <a:chExt cx="394583" cy="331007"/>
          </a:xfrm>
        </p:grpSpPr>
        <p:sp>
          <p:nvSpPr>
            <p:cNvPr id="9443" name="Google Shape;9443;p63"/>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3"/>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3"/>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3"/>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3"/>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3"/>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3"/>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3"/>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3"/>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3"/>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3"/>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3"/>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3"/>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3"/>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3"/>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63"/>
          <p:cNvGrpSpPr/>
          <p:nvPr/>
        </p:nvGrpSpPr>
        <p:grpSpPr>
          <a:xfrm>
            <a:off x="7488354" y="3209025"/>
            <a:ext cx="394583" cy="343586"/>
            <a:chOff x="7492967" y="3361425"/>
            <a:chExt cx="394583" cy="343586"/>
          </a:xfrm>
        </p:grpSpPr>
        <p:sp>
          <p:nvSpPr>
            <p:cNvPr id="9459" name="Google Shape;9459;p63"/>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3"/>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3"/>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3"/>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3"/>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3"/>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3"/>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3"/>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3"/>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3"/>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3"/>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3"/>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3"/>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3"/>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3"/>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3"/>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3"/>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3"/>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3"/>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3"/>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3"/>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3"/>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3"/>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3"/>
          <p:cNvGrpSpPr/>
          <p:nvPr/>
        </p:nvGrpSpPr>
        <p:grpSpPr>
          <a:xfrm>
            <a:off x="7930914" y="3200754"/>
            <a:ext cx="385287" cy="360156"/>
            <a:chOff x="7935527" y="3353154"/>
            <a:chExt cx="385287" cy="360156"/>
          </a:xfrm>
        </p:grpSpPr>
        <p:sp>
          <p:nvSpPr>
            <p:cNvPr id="9483" name="Google Shape;9483;p63"/>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3"/>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3"/>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3"/>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3"/>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3"/>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3"/>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3"/>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3"/>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3"/>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3"/>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3"/>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63"/>
          <p:cNvGrpSpPr/>
          <p:nvPr/>
        </p:nvGrpSpPr>
        <p:grpSpPr>
          <a:xfrm>
            <a:off x="5315208" y="1833842"/>
            <a:ext cx="348103" cy="348103"/>
            <a:chOff x="5319821" y="1986242"/>
            <a:chExt cx="348103" cy="348103"/>
          </a:xfrm>
        </p:grpSpPr>
        <p:sp>
          <p:nvSpPr>
            <p:cNvPr id="9496" name="Google Shape;9496;p63"/>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3"/>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3"/>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3"/>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3"/>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3"/>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3"/>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3"/>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3"/>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3"/>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3"/>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3"/>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3"/>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3"/>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3"/>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3"/>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3"/>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3"/>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3"/>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3"/>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3"/>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3"/>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3"/>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3"/>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3"/>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3"/>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3"/>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3"/>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3"/>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3"/>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3"/>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3"/>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3"/>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3"/>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3"/>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3"/>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3"/>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63"/>
          <p:cNvGrpSpPr/>
          <p:nvPr/>
        </p:nvGrpSpPr>
        <p:grpSpPr>
          <a:xfrm>
            <a:off x="5761313" y="1824283"/>
            <a:ext cx="348339" cy="348103"/>
            <a:chOff x="5765926" y="1976683"/>
            <a:chExt cx="348339" cy="348103"/>
          </a:xfrm>
        </p:grpSpPr>
        <p:sp>
          <p:nvSpPr>
            <p:cNvPr id="9534" name="Google Shape;9534;p63"/>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3"/>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3"/>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3"/>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3"/>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3"/>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3"/>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3"/>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3"/>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3"/>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3"/>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3"/>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3"/>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3"/>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8" name="Google Shape;9548;p63"/>
          <p:cNvGrpSpPr/>
          <p:nvPr/>
        </p:nvGrpSpPr>
        <p:grpSpPr>
          <a:xfrm>
            <a:off x="6186778" y="1829089"/>
            <a:ext cx="389068" cy="347787"/>
            <a:chOff x="6191390" y="1981489"/>
            <a:chExt cx="389068" cy="347787"/>
          </a:xfrm>
        </p:grpSpPr>
        <p:sp>
          <p:nvSpPr>
            <p:cNvPr id="9549" name="Google Shape;9549;p63"/>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3"/>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3"/>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3"/>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3"/>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3"/>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3"/>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63"/>
          <p:cNvGrpSpPr/>
          <p:nvPr/>
        </p:nvGrpSpPr>
        <p:grpSpPr>
          <a:xfrm>
            <a:off x="6653234" y="1855191"/>
            <a:ext cx="348103" cy="295714"/>
            <a:chOff x="6657846" y="2007591"/>
            <a:chExt cx="348103" cy="295714"/>
          </a:xfrm>
        </p:grpSpPr>
        <p:sp>
          <p:nvSpPr>
            <p:cNvPr id="9557" name="Google Shape;9557;p63"/>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3"/>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3"/>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3"/>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3"/>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3"/>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3"/>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3"/>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3"/>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3"/>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3"/>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3"/>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3"/>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3"/>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3"/>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3"/>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3"/>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3"/>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3"/>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3"/>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3"/>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3"/>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3"/>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3"/>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3"/>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3"/>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3"/>
          <p:cNvGrpSpPr/>
          <p:nvPr/>
        </p:nvGrpSpPr>
        <p:grpSpPr>
          <a:xfrm>
            <a:off x="7099575" y="1819504"/>
            <a:ext cx="347341" cy="348103"/>
            <a:chOff x="7104188" y="1971904"/>
            <a:chExt cx="347341" cy="348103"/>
          </a:xfrm>
        </p:grpSpPr>
        <p:sp>
          <p:nvSpPr>
            <p:cNvPr id="9584" name="Google Shape;9584;p63"/>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3"/>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3"/>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3"/>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3"/>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3"/>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3"/>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3"/>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3"/>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3"/>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3"/>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3"/>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3"/>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3"/>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3"/>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3"/>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3"/>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3"/>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3"/>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3"/>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3"/>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3"/>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3"/>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3"/>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3"/>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3"/>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3"/>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3"/>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3"/>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3"/>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3"/>
          <p:cNvGrpSpPr/>
          <p:nvPr/>
        </p:nvGrpSpPr>
        <p:grpSpPr>
          <a:xfrm>
            <a:off x="7546652" y="1819504"/>
            <a:ext cx="344321" cy="348155"/>
            <a:chOff x="7551264" y="1971904"/>
            <a:chExt cx="344321" cy="348155"/>
          </a:xfrm>
        </p:grpSpPr>
        <p:sp>
          <p:nvSpPr>
            <p:cNvPr id="9615" name="Google Shape;9615;p63"/>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3"/>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3"/>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3"/>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3"/>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3"/>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3"/>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3"/>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3"/>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3"/>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3"/>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3"/>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3"/>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3"/>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3"/>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3"/>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3"/>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3"/>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3"/>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63"/>
          <p:cNvGrpSpPr/>
          <p:nvPr/>
        </p:nvGrpSpPr>
        <p:grpSpPr>
          <a:xfrm>
            <a:off x="7988214" y="1365390"/>
            <a:ext cx="317431" cy="344584"/>
            <a:chOff x="7992826" y="1517790"/>
            <a:chExt cx="317431" cy="344584"/>
          </a:xfrm>
        </p:grpSpPr>
        <p:sp>
          <p:nvSpPr>
            <p:cNvPr id="9635" name="Google Shape;9635;p63"/>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3"/>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3"/>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3"/>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3"/>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3"/>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3"/>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3"/>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3"/>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3"/>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3"/>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3"/>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3"/>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3"/>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3"/>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3"/>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3"/>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2" name="Google Shape;9652;p63"/>
          <p:cNvGrpSpPr/>
          <p:nvPr/>
        </p:nvGrpSpPr>
        <p:grpSpPr>
          <a:xfrm>
            <a:off x="7987452" y="1819504"/>
            <a:ext cx="351621" cy="348103"/>
            <a:chOff x="7992065" y="1971904"/>
            <a:chExt cx="351621" cy="348103"/>
          </a:xfrm>
        </p:grpSpPr>
        <p:sp>
          <p:nvSpPr>
            <p:cNvPr id="9653" name="Google Shape;9653;p63"/>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3"/>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3"/>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3"/>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3"/>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3"/>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3"/>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3"/>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3"/>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3"/>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3"/>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3"/>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3"/>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3"/>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3"/>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63"/>
          <p:cNvGrpSpPr/>
          <p:nvPr/>
        </p:nvGrpSpPr>
        <p:grpSpPr>
          <a:xfrm>
            <a:off x="4906576" y="3641055"/>
            <a:ext cx="296580" cy="364935"/>
            <a:chOff x="4911189" y="3793455"/>
            <a:chExt cx="296580" cy="364935"/>
          </a:xfrm>
        </p:grpSpPr>
        <p:sp>
          <p:nvSpPr>
            <p:cNvPr id="9669" name="Google Shape;9669;p63"/>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3"/>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3"/>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3"/>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3"/>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3"/>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3"/>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3"/>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3"/>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3"/>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3"/>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3"/>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3"/>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3"/>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3"/>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3"/>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3"/>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3"/>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3"/>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3"/>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63"/>
          <p:cNvGrpSpPr/>
          <p:nvPr/>
        </p:nvGrpSpPr>
        <p:grpSpPr>
          <a:xfrm>
            <a:off x="5336820" y="3640871"/>
            <a:ext cx="330272" cy="329117"/>
            <a:chOff x="5341433" y="3793271"/>
            <a:chExt cx="330272" cy="329117"/>
          </a:xfrm>
        </p:grpSpPr>
        <p:sp>
          <p:nvSpPr>
            <p:cNvPr id="9690" name="Google Shape;9690;p63"/>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3"/>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3"/>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3"/>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3"/>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3"/>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3"/>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3"/>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3"/>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3"/>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3"/>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3"/>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3"/>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3"/>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3"/>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3"/>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6" name="Google Shape;9706;p63"/>
          <p:cNvGrpSpPr/>
          <p:nvPr/>
        </p:nvGrpSpPr>
        <p:grpSpPr>
          <a:xfrm>
            <a:off x="5739438" y="3613850"/>
            <a:ext cx="428511" cy="383186"/>
            <a:chOff x="5744051" y="3766250"/>
            <a:chExt cx="428511" cy="383186"/>
          </a:xfrm>
        </p:grpSpPr>
        <p:sp>
          <p:nvSpPr>
            <p:cNvPr id="9707" name="Google Shape;9707;p63"/>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3"/>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3"/>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3"/>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3"/>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3"/>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3"/>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3"/>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3"/>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3"/>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3"/>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3"/>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3"/>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3"/>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3"/>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3"/>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3"/>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4" name="Google Shape;9724;p63"/>
          <p:cNvGrpSpPr/>
          <p:nvPr/>
        </p:nvGrpSpPr>
        <p:grpSpPr>
          <a:xfrm>
            <a:off x="6674084" y="3640924"/>
            <a:ext cx="342824" cy="328985"/>
            <a:chOff x="6678697" y="3793324"/>
            <a:chExt cx="342824" cy="328985"/>
          </a:xfrm>
        </p:grpSpPr>
        <p:sp>
          <p:nvSpPr>
            <p:cNvPr id="9725" name="Google Shape;9725;p63"/>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3"/>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3"/>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3"/>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3"/>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3"/>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3"/>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3"/>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3"/>
          <p:cNvGrpSpPr/>
          <p:nvPr/>
        </p:nvGrpSpPr>
        <p:grpSpPr>
          <a:xfrm>
            <a:off x="7097291" y="3609622"/>
            <a:ext cx="398627" cy="392088"/>
            <a:chOff x="7101903" y="3762022"/>
            <a:chExt cx="398627" cy="392088"/>
          </a:xfrm>
        </p:grpSpPr>
        <p:sp>
          <p:nvSpPr>
            <p:cNvPr id="9734" name="Google Shape;9734;p63"/>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3"/>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3"/>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3"/>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3"/>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3"/>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3"/>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3"/>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3"/>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3"/>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3"/>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3"/>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3"/>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3"/>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3"/>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3"/>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3"/>
          <p:cNvGrpSpPr/>
          <p:nvPr/>
        </p:nvGrpSpPr>
        <p:grpSpPr>
          <a:xfrm>
            <a:off x="7536857" y="3641055"/>
            <a:ext cx="407897" cy="328985"/>
            <a:chOff x="7541469" y="3793455"/>
            <a:chExt cx="407897" cy="328985"/>
          </a:xfrm>
        </p:grpSpPr>
        <p:sp>
          <p:nvSpPr>
            <p:cNvPr id="9753" name="Google Shape;9753;p63"/>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3"/>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3"/>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3"/>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3"/>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3"/>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3"/>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3"/>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3"/>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3"/>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3"/>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3"/>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3"/>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3"/>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3"/>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3"/>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3"/>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3"/>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3"/>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3"/>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3"/>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3"/>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3"/>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3"/>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3"/>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3"/>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3"/>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3"/>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3"/>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3"/>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3" name="Google Shape;9783;p63"/>
          <p:cNvGrpSpPr/>
          <p:nvPr/>
        </p:nvGrpSpPr>
        <p:grpSpPr>
          <a:xfrm>
            <a:off x="5305676" y="2803912"/>
            <a:ext cx="432292" cy="264412"/>
            <a:chOff x="5310288" y="2956312"/>
            <a:chExt cx="432292" cy="264412"/>
          </a:xfrm>
        </p:grpSpPr>
        <p:sp>
          <p:nvSpPr>
            <p:cNvPr id="9784" name="Google Shape;9784;p63"/>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3"/>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3"/>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3"/>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3"/>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3"/>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3"/>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3"/>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3"/>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3"/>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3"/>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3"/>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3"/>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3"/>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3"/>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3"/>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3"/>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3"/>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3"/>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3"/>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3"/>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3"/>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3"/>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3"/>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3"/>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3"/>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3"/>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3"/>
          <p:cNvGrpSpPr/>
          <p:nvPr/>
        </p:nvGrpSpPr>
        <p:grpSpPr>
          <a:xfrm>
            <a:off x="4874434" y="2279920"/>
            <a:ext cx="398075" cy="340303"/>
            <a:chOff x="4879047" y="2432320"/>
            <a:chExt cx="398075" cy="340303"/>
          </a:xfrm>
        </p:grpSpPr>
        <p:sp>
          <p:nvSpPr>
            <p:cNvPr id="9812" name="Google Shape;9812;p63"/>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3"/>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3"/>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3"/>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3"/>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3"/>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3"/>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3"/>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3"/>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3"/>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3"/>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3"/>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3"/>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3"/>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3"/>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3"/>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3"/>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3"/>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3"/>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3"/>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3"/>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3"/>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3"/>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3"/>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3"/>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3"/>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63"/>
          <p:cNvGrpSpPr/>
          <p:nvPr/>
        </p:nvGrpSpPr>
        <p:grpSpPr>
          <a:xfrm>
            <a:off x="5384088" y="2241423"/>
            <a:ext cx="280982" cy="395896"/>
            <a:chOff x="5388701" y="2393823"/>
            <a:chExt cx="280982" cy="395896"/>
          </a:xfrm>
        </p:grpSpPr>
        <p:sp>
          <p:nvSpPr>
            <p:cNvPr id="9839" name="Google Shape;9839;p63"/>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3"/>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3"/>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3"/>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3"/>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3"/>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3"/>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3"/>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3"/>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3"/>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3"/>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3"/>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3"/>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3"/>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3"/>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3"/>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3"/>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3"/>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3"/>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3"/>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3"/>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3"/>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3"/>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3"/>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3"/>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63"/>
          <p:cNvGrpSpPr/>
          <p:nvPr/>
        </p:nvGrpSpPr>
        <p:grpSpPr>
          <a:xfrm>
            <a:off x="5738677" y="2286722"/>
            <a:ext cx="444871" cy="316407"/>
            <a:chOff x="5743289" y="2439122"/>
            <a:chExt cx="444871" cy="316407"/>
          </a:xfrm>
        </p:grpSpPr>
        <p:sp>
          <p:nvSpPr>
            <p:cNvPr id="9870" name="Google Shape;9870;p63"/>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3"/>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3"/>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3"/>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3"/>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3"/>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3"/>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3"/>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3"/>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3"/>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3"/>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3"/>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3"/>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3"/>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3"/>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3"/>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63"/>
          <p:cNvGrpSpPr/>
          <p:nvPr/>
        </p:nvGrpSpPr>
        <p:grpSpPr>
          <a:xfrm>
            <a:off x="6225747" y="2280183"/>
            <a:ext cx="351359" cy="363412"/>
            <a:chOff x="6230360" y="2432583"/>
            <a:chExt cx="351359" cy="363412"/>
          </a:xfrm>
        </p:grpSpPr>
        <p:sp>
          <p:nvSpPr>
            <p:cNvPr id="9900" name="Google Shape;9900;p63"/>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3"/>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3"/>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3"/>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3"/>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3"/>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3"/>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3"/>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3"/>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3"/>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1" name="Google Shape;9921;p63"/>
          <p:cNvGrpSpPr/>
          <p:nvPr/>
        </p:nvGrpSpPr>
        <p:grpSpPr>
          <a:xfrm>
            <a:off x="6629364" y="2307152"/>
            <a:ext cx="387781" cy="286680"/>
            <a:chOff x="6633976" y="2459552"/>
            <a:chExt cx="387781" cy="286680"/>
          </a:xfrm>
        </p:grpSpPr>
        <p:sp>
          <p:nvSpPr>
            <p:cNvPr id="9922" name="Google Shape;9922;p63"/>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3"/>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3"/>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3"/>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9" name="Google Shape;9929;p63"/>
          <p:cNvGrpSpPr/>
          <p:nvPr/>
        </p:nvGrpSpPr>
        <p:grpSpPr>
          <a:xfrm>
            <a:off x="7086498" y="2276165"/>
            <a:ext cx="376989" cy="348864"/>
            <a:chOff x="7091110" y="2428565"/>
            <a:chExt cx="376989" cy="348864"/>
          </a:xfrm>
        </p:grpSpPr>
        <p:sp>
          <p:nvSpPr>
            <p:cNvPr id="9930" name="Google Shape;9930;p63"/>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3"/>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3"/>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3"/>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3"/>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3"/>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3"/>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3"/>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3"/>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3"/>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3"/>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3"/>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3"/>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3"/>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3"/>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3"/>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3"/>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1" name="Google Shape;9961;p63"/>
          <p:cNvGrpSpPr/>
          <p:nvPr/>
        </p:nvGrpSpPr>
        <p:grpSpPr>
          <a:xfrm>
            <a:off x="7531815" y="2262825"/>
            <a:ext cx="369715" cy="375492"/>
            <a:chOff x="7536427" y="2415225"/>
            <a:chExt cx="369715" cy="375492"/>
          </a:xfrm>
        </p:grpSpPr>
        <p:sp>
          <p:nvSpPr>
            <p:cNvPr id="9962" name="Google Shape;9962;p63"/>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3"/>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3"/>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3"/>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3"/>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3"/>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3"/>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3"/>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3"/>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3"/>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3"/>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3"/>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3"/>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3"/>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3"/>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3"/>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63"/>
          <p:cNvGrpSpPr/>
          <p:nvPr/>
        </p:nvGrpSpPr>
        <p:grpSpPr>
          <a:xfrm>
            <a:off x="7976160" y="2276402"/>
            <a:ext cx="353381" cy="358160"/>
            <a:chOff x="7980773" y="2428802"/>
            <a:chExt cx="353381" cy="358160"/>
          </a:xfrm>
        </p:grpSpPr>
        <p:sp>
          <p:nvSpPr>
            <p:cNvPr id="10001" name="Google Shape;10001;p63"/>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3"/>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3"/>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3"/>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3"/>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3"/>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3"/>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3"/>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3"/>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3"/>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3"/>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3"/>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3"/>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3"/>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63"/>
          <p:cNvGrpSpPr/>
          <p:nvPr/>
        </p:nvGrpSpPr>
        <p:grpSpPr>
          <a:xfrm>
            <a:off x="4881445" y="4138840"/>
            <a:ext cx="346343" cy="343953"/>
            <a:chOff x="4886058" y="4291240"/>
            <a:chExt cx="346343" cy="343953"/>
          </a:xfrm>
        </p:grpSpPr>
        <p:sp>
          <p:nvSpPr>
            <p:cNvPr id="10032" name="Google Shape;10032;p63"/>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3"/>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3"/>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3"/>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3"/>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3"/>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5339604" y="4138656"/>
            <a:ext cx="304616" cy="343560"/>
            <a:chOff x="5344216" y="4291056"/>
            <a:chExt cx="304616" cy="343560"/>
          </a:xfrm>
        </p:grpSpPr>
        <p:sp>
          <p:nvSpPr>
            <p:cNvPr id="10046" name="Google Shape;10046;p63"/>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3"/>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3"/>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3"/>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3"/>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3"/>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3"/>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63"/>
          <p:cNvGrpSpPr/>
          <p:nvPr/>
        </p:nvGrpSpPr>
        <p:grpSpPr>
          <a:xfrm>
            <a:off x="6275387" y="4112022"/>
            <a:ext cx="204093" cy="343743"/>
            <a:chOff x="6271562" y="4290872"/>
            <a:chExt cx="204093" cy="343743"/>
          </a:xfrm>
        </p:grpSpPr>
        <p:sp>
          <p:nvSpPr>
            <p:cNvPr id="10058" name="Google Shape;10058;p63"/>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3"/>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3"/>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3"/>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3"/>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63"/>
          <p:cNvGrpSpPr/>
          <p:nvPr/>
        </p:nvGrpSpPr>
        <p:grpSpPr>
          <a:xfrm>
            <a:off x="6634878" y="4176838"/>
            <a:ext cx="344085" cy="267195"/>
            <a:chOff x="6639491" y="4329238"/>
            <a:chExt cx="344085" cy="267195"/>
          </a:xfrm>
        </p:grpSpPr>
        <p:sp>
          <p:nvSpPr>
            <p:cNvPr id="10071" name="Google Shape;10071;p63"/>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3"/>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3"/>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3"/>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3"/>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3"/>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3"/>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3"/>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3"/>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3"/>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63"/>
          <p:cNvGrpSpPr/>
          <p:nvPr/>
        </p:nvGrpSpPr>
        <p:grpSpPr>
          <a:xfrm>
            <a:off x="7128724" y="4138656"/>
            <a:ext cx="232979" cy="343560"/>
            <a:chOff x="7133336" y="4291056"/>
            <a:chExt cx="232979" cy="343560"/>
          </a:xfrm>
        </p:grpSpPr>
        <p:sp>
          <p:nvSpPr>
            <p:cNvPr id="10090" name="Google Shape;10090;p63"/>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3"/>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3"/>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3"/>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3"/>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3"/>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3"/>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3"/>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3"/>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63"/>
          <p:cNvGrpSpPr/>
          <p:nvPr/>
        </p:nvGrpSpPr>
        <p:grpSpPr>
          <a:xfrm>
            <a:off x="7566767" y="4138656"/>
            <a:ext cx="232979" cy="343560"/>
            <a:chOff x="7571379" y="4291056"/>
            <a:chExt cx="232979" cy="343560"/>
          </a:xfrm>
        </p:grpSpPr>
        <p:sp>
          <p:nvSpPr>
            <p:cNvPr id="10108" name="Google Shape;10108;p63"/>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3"/>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3"/>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3"/>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3"/>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3"/>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3"/>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661768" y="3195475"/>
            <a:ext cx="295819" cy="370712"/>
            <a:chOff x="6666381" y="3347875"/>
            <a:chExt cx="295819" cy="370712"/>
          </a:xfrm>
        </p:grpSpPr>
        <p:sp>
          <p:nvSpPr>
            <p:cNvPr id="10125" name="Google Shape;10125;p63"/>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3"/>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3"/>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3"/>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3"/>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3"/>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3"/>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3"/>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3"/>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3"/>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3"/>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3"/>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3"/>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3"/>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3"/>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3"/>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3"/>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3"/>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3"/>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3"/>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63"/>
          <p:cNvGrpSpPr/>
          <p:nvPr/>
        </p:nvGrpSpPr>
        <p:grpSpPr>
          <a:xfrm>
            <a:off x="4873147" y="2735059"/>
            <a:ext cx="389567" cy="390329"/>
            <a:chOff x="4877760" y="2887459"/>
            <a:chExt cx="389567" cy="390329"/>
          </a:xfrm>
        </p:grpSpPr>
        <p:sp>
          <p:nvSpPr>
            <p:cNvPr id="10166" name="Google Shape;10166;p63"/>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3"/>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3"/>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3"/>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3"/>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3"/>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3"/>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3"/>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3"/>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3"/>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3"/>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3"/>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3"/>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3"/>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3"/>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3"/>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3"/>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3"/>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0" name="Google Shape;10210;p63"/>
          <p:cNvSpPr/>
          <p:nvPr/>
        </p:nvSpPr>
        <p:spPr>
          <a:xfrm>
            <a:off x="5906557"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3"/>
          <p:cNvSpPr/>
          <p:nvPr/>
        </p:nvSpPr>
        <p:spPr>
          <a:xfrm>
            <a:off x="5906557"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3"/>
          <p:cNvSpPr/>
          <p:nvPr/>
        </p:nvSpPr>
        <p:spPr>
          <a:xfrm>
            <a:off x="5793482"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3"/>
          <p:cNvSpPr/>
          <p:nvPr/>
        </p:nvSpPr>
        <p:spPr>
          <a:xfrm>
            <a:off x="5793219"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3"/>
          <p:cNvSpPr/>
          <p:nvPr/>
        </p:nvSpPr>
        <p:spPr>
          <a:xfrm>
            <a:off x="5774627"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5" name="Google Shape;10215;p63"/>
          <p:cNvGrpSpPr/>
          <p:nvPr/>
        </p:nvGrpSpPr>
        <p:grpSpPr>
          <a:xfrm>
            <a:off x="5774627" y="2735295"/>
            <a:ext cx="314411" cy="389830"/>
            <a:chOff x="5779239" y="2887695"/>
            <a:chExt cx="314411" cy="389830"/>
          </a:xfrm>
        </p:grpSpPr>
        <p:sp>
          <p:nvSpPr>
            <p:cNvPr id="10216" name="Google Shape;10216;p63"/>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3"/>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3"/>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3"/>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3"/>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3"/>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3"/>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3"/>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3"/>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3"/>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3"/>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3"/>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3"/>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3"/>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3"/>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3"/>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3"/>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3"/>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3"/>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3"/>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3"/>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3"/>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3"/>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3"/>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3"/>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3"/>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3"/>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3"/>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3"/>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3"/>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3"/>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3"/>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3"/>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3"/>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3"/>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3"/>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3"/>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3"/>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3"/>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3"/>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3"/>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3"/>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3"/>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3"/>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63"/>
          <p:cNvGrpSpPr/>
          <p:nvPr/>
        </p:nvGrpSpPr>
        <p:grpSpPr>
          <a:xfrm>
            <a:off x="6185517" y="2788577"/>
            <a:ext cx="389830" cy="283004"/>
            <a:chOff x="6190130" y="2940977"/>
            <a:chExt cx="389830" cy="283004"/>
          </a:xfrm>
        </p:grpSpPr>
        <p:sp>
          <p:nvSpPr>
            <p:cNvPr id="10261" name="Google Shape;10261;p63"/>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3"/>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3"/>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3"/>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3"/>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3"/>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3"/>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3"/>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3"/>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3"/>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3"/>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3"/>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3"/>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3"/>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3"/>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3"/>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3"/>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3"/>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3"/>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3"/>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3"/>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3"/>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3"/>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3"/>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3"/>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3"/>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3"/>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3"/>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3"/>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3"/>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1" name="Google Shape;10291;p63"/>
          <p:cNvGrpSpPr/>
          <p:nvPr/>
        </p:nvGrpSpPr>
        <p:grpSpPr>
          <a:xfrm>
            <a:off x="6629364" y="2747874"/>
            <a:ext cx="389803" cy="364673"/>
            <a:chOff x="6633976" y="2900274"/>
            <a:chExt cx="389803" cy="364673"/>
          </a:xfrm>
        </p:grpSpPr>
        <p:sp>
          <p:nvSpPr>
            <p:cNvPr id="10292" name="Google Shape;10292;p63"/>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3"/>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3"/>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3"/>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3"/>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3"/>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3"/>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3"/>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3"/>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3"/>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3"/>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3"/>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3"/>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3"/>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3"/>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3"/>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3"/>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63"/>
          <p:cNvGrpSpPr/>
          <p:nvPr/>
        </p:nvGrpSpPr>
        <p:grpSpPr>
          <a:xfrm>
            <a:off x="7513223" y="2733037"/>
            <a:ext cx="364935" cy="382529"/>
            <a:chOff x="7517835" y="2885437"/>
            <a:chExt cx="364935" cy="382529"/>
          </a:xfrm>
        </p:grpSpPr>
        <p:sp>
          <p:nvSpPr>
            <p:cNvPr id="10310" name="Google Shape;10310;p63"/>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3"/>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3"/>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3"/>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3"/>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3"/>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3"/>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3"/>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3"/>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3"/>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3"/>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3"/>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3"/>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3"/>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3"/>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3"/>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3"/>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3"/>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3"/>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3"/>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3"/>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3"/>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3"/>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3"/>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3"/>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3"/>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3"/>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3"/>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3"/>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3"/>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3"/>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3"/>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3"/>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3"/>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3"/>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3"/>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3"/>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63"/>
          <p:cNvGrpSpPr/>
          <p:nvPr/>
        </p:nvGrpSpPr>
        <p:grpSpPr>
          <a:xfrm>
            <a:off x="7082979" y="2734744"/>
            <a:ext cx="358160" cy="385602"/>
            <a:chOff x="7087591" y="2887144"/>
            <a:chExt cx="358160" cy="385602"/>
          </a:xfrm>
        </p:grpSpPr>
        <p:sp>
          <p:nvSpPr>
            <p:cNvPr id="10348" name="Google Shape;10348;p63"/>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3"/>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3"/>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3"/>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3"/>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3"/>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3"/>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3"/>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3"/>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3"/>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3"/>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3"/>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3"/>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3"/>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3"/>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3"/>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3"/>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3"/>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3"/>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7" name="Google Shape;10367;p63"/>
          <p:cNvGrpSpPr/>
          <p:nvPr/>
        </p:nvGrpSpPr>
        <p:grpSpPr>
          <a:xfrm>
            <a:off x="7946749" y="2733037"/>
            <a:ext cx="382529" cy="382529"/>
            <a:chOff x="7951362" y="2885437"/>
            <a:chExt cx="382529" cy="382529"/>
          </a:xfrm>
        </p:grpSpPr>
        <p:sp>
          <p:nvSpPr>
            <p:cNvPr id="10368" name="Google Shape;10368;p63"/>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3"/>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3"/>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3"/>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3"/>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3"/>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3"/>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3"/>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3"/>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3"/>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3"/>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3"/>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3"/>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3"/>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3"/>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3"/>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3"/>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3"/>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3"/>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3"/>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3"/>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3"/>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3"/>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3"/>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3"/>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3"/>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3"/>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3"/>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3"/>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3"/>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3"/>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3"/>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3"/>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3"/>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3"/>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3"/>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3"/>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3"/>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3"/>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3"/>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3"/>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3"/>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3"/>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3"/>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3"/>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3"/>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3"/>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3"/>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3"/>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3"/>
          <p:cNvGrpSpPr/>
          <p:nvPr/>
        </p:nvGrpSpPr>
        <p:grpSpPr>
          <a:xfrm>
            <a:off x="8049793" y="3662089"/>
            <a:ext cx="276964" cy="336601"/>
            <a:chOff x="8054406" y="3814489"/>
            <a:chExt cx="276964" cy="336601"/>
          </a:xfrm>
        </p:grpSpPr>
        <p:sp>
          <p:nvSpPr>
            <p:cNvPr id="10418" name="Google Shape;10418;p63"/>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3"/>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3"/>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3"/>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3"/>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3"/>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3"/>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3"/>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3"/>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3"/>
          <p:cNvGrpSpPr/>
          <p:nvPr/>
        </p:nvGrpSpPr>
        <p:grpSpPr>
          <a:xfrm>
            <a:off x="7932175" y="4142674"/>
            <a:ext cx="378249" cy="335524"/>
            <a:chOff x="7936787" y="4295074"/>
            <a:chExt cx="378249" cy="335524"/>
          </a:xfrm>
        </p:grpSpPr>
        <p:sp>
          <p:nvSpPr>
            <p:cNvPr id="10428" name="Google Shape;10428;p63"/>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3"/>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3"/>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3"/>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3"/>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3"/>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3"/>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3"/>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3"/>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3"/>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3"/>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3"/>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3"/>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3"/>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3"/>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3"/>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4" name="Google Shape;10444;p63"/>
          <p:cNvGrpSpPr/>
          <p:nvPr/>
        </p:nvGrpSpPr>
        <p:grpSpPr>
          <a:xfrm>
            <a:off x="4881445" y="1813490"/>
            <a:ext cx="388569" cy="388307"/>
            <a:chOff x="4886058" y="1965890"/>
            <a:chExt cx="388569" cy="388307"/>
          </a:xfrm>
        </p:grpSpPr>
        <p:sp>
          <p:nvSpPr>
            <p:cNvPr id="10445" name="Google Shape;10445;p63"/>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3"/>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3"/>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3"/>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3"/>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3"/>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3"/>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3"/>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3"/>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3"/>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3"/>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6" name="Google Shape;10456;p63"/>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10457" name="Google Shape;10457;p63"/>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61"/>
        <p:cNvGrpSpPr/>
        <p:nvPr/>
      </p:nvGrpSpPr>
      <p:grpSpPr>
        <a:xfrm>
          <a:off x="0" y="0"/>
          <a:ext cx="0" cy="0"/>
          <a:chOff x="0" y="0"/>
          <a:chExt cx="0" cy="0"/>
        </a:xfrm>
      </p:grpSpPr>
      <p:grpSp>
        <p:nvGrpSpPr>
          <p:cNvPr id="10462" name="Google Shape;10462;p64"/>
          <p:cNvGrpSpPr/>
          <p:nvPr/>
        </p:nvGrpSpPr>
        <p:grpSpPr>
          <a:xfrm>
            <a:off x="1738624" y="3196252"/>
            <a:ext cx="292801" cy="359258"/>
            <a:chOff x="1765162" y="3346789"/>
            <a:chExt cx="292801" cy="359258"/>
          </a:xfrm>
        </p:grpSpPr>
        <p:sp>
          <p:nvSpPr>
            <p:cNvPr id="10463" name="Google Shape;10463;p64"/>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4"/>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4"/>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4"/>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4"/>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4"/>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64"/>
          <p:cNvGrpSpPr/>
          <p:nvPr/>
        </p:nvGrpSpPr>
        <p:grpSpPr>
          <a:xfrm>
            <a:off x="3051095" y="2294466"/>
            <a:ext cx="358996" cy="296309"/>
            <a:chOff x="3077632" y="2445004"/>
            <a:chExt cx="358996" cy="296309"/>
          </a:xfrm>
        </p:grpSpPr>
        <p:sp>
          <p:nvSpPr>
            <p:cNvPr id="10479" name="Google Shape;10479;p64"/>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4"/>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4"/>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4"/>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4"/>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4"/>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4"/>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4"/>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4"/>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4"/>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4"/>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5" name="Google Shape;10505;p64"/>
          <p:cNvGrpSpPr/>
          <p:nvPr/>
        </p:nvGrpSpPr>
        <p:grpSpPr>
          <a:xfrm>
            <a:off x="2608699" y="2281243"/>
            <a:ext cx="359232" cy="323018"/>
            <a:chOff x="2635237" y="2431780"/>
            <a:chExt cx="359232" cy="323018"/>
          </a:xfrm>
        </p:grpSpPr>
        <p:sp>
          <p:nvSpPr>
            <p:cNvPr id="10506" name="Google Shape;10506;p64"/>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4"/>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4"/>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4"/>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4"/>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4"/>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4"/>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3985114" y="3617594"/>
            <a:ext cx="373189" cy="358944"/>
            <a:chOff x="4011651" y="3768132"/>
            <a:chExt cx="373189" cy="358944"/>
          </a:xfrm>
        </p:grpSpPr>
        <p:sp>
          <p:nvSpPr>
            <p:cNvPr id="10522" name="Google Shape;10522;p64"/>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4"/>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4"/>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4"/>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4"/>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64"/>
          <p:cNvGrpSpPr/>
          <p:nvPr/>
        </p:nvGrpSpPr>
        <p:grpSpPr>
          <a:xfrm>
            <a:off x="2163031" y="1811065"/>
            <a:ext cx="364993" cy="359049"/>
            <a:chOff x="2189568" y="1961603"/>
            <a:chExt cx="364993" cy="359049"/>
          </a:xfrm>
        </p:grpSpPr>
        <p:sp>
          <p:nvSpPr>
            <p:cNvPr id="10533" name="Google Shape;10533;p64"/>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4"/>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4"/>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4"/>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4"/>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4"/>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4"/>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4"/>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64"/>
          <p:cNvGrpSpPr/>
          <p:nvPr/>
        </p:nvGrpSpPr>
        <p:grpSpPr>
          <a:xfrm>
            <a:off x="2166539" y="2269434"/>
            <a:ext cx="378426" cy="346323"/>
            <a:chOff x="2193077" y="2419971"/>
            <a:chExt cx="378426" cy="346323"/>
          </a:xfrm>
        </p:grpSpPr>
        <p:sp>
          <p:nvSpPr>
            <p:cNvPr id="10550" name="Google Shape;10550;p64"/>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4"/>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4"/>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4"/>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4"/>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4"/>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4"/>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4"/>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4"/>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4"/>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4"/>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64"/>
          <p:cNvGrpSpPr/>
          <p:nvPr/>
        </p:nvGrpSpPr>
        <p:grpSpPr>
          <a:xfrm>
            <a:off x="835084" y="2731232"/>
            <a:ext cx="276802" cy="367140"/>
            <a:chOff x="861622" y="2881770"/>
            <a:chExt cx="276802" cy="367140"/>
          </a:xfrm>
        </p:grpSpPr>
        <p:sp>
          <p:nvSpPr>
            <p:cNvPr id="10572" name="Google Shape;10572;p64"/>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4"/>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4"/>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4"/>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4"/>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4"/>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4"/>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4"/>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3941647" y="2731154"/>
            <a:ext cx="369444" cy="367140"/>
            <a:chOff x="3968184" y="2881691"/>
            <a:chExt cx="369444" cy="367140"/>
          </a:xfrm>
        </p:grpSpPr>
        <p:sp>
          <p:nvSpPr>
            <p:cNvPr id="10595" name="Google Shape;10595;p64"/>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4"/>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4"/>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4"/>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4"/>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4"/>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4"/>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4"/>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4"/>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4"/>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4"/>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64"/>
          <p:cNvGrpSpPr/>
          <p:nvPr/>
        </p:nvGrpSpPr>
        <p:grpSpPr>
          <a:xfrm>
            <a:off x="3487258" y="2731546"/>
            <a:ext cx="371487" cy="366826"/>
            <a:chOff x="3513796" y="2882084"/>
            <a:chExt cx="371487" cy="366826"/>
          </a:xfrm>
        </p:grpSpPr>
        <p:sp>
          <p:nvSpPr>
            <p:cNvPr id="10620" name="Google Shape;10620;p64"/>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4"/>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4"/>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4"/>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4"/>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4"/>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4"/>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4"/>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4"/>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4"/>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4"/>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4"/>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4"/>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4"/>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4"/>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4"/>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4"/>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4"/>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4"/>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4"/>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4"/>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4"/>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4"/>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4"/>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4"/>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4"/>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4"/>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4"/>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4"/>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4"/>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4"/>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4"/>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4"/>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4"/>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4"/>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4"/>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4"/>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4"/>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4"/>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4"/>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4"/>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4"/>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4"/>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4"/>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4"/>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4"/>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4"/>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4"/>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4"/>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64"/>
          <p:cNvGrpSpPr/>
          <p:nvPr/>
        </p:nvGrpSpPr>
        <p:grpSpPr>
          <a:xfrm>
            <a:off x="847077" y="1349738"/>
            <a:ext cx="335011" cy="359232"/>
            <a:chOff x="873615" y="1500275"/>
            <a:chExt cx="335011" cy="359232"/>
          </a:xfrm>
        </p:grpSpPr>
        <p:sp>
          <p:nvSpPr>
            <p:cNvPr id="10670" name="Google Shape;10670;p64"/>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4"/>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4"/>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4"/>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4"/>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4"/>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4"/>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4"/>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4"/>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4"/>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4"/>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64"/>
          <p:cNvGrpSpPr/>
          <p:nvPr/>
        </p:nvGrpSpPr>
        <p:grpSpPr>
          <a:xfrm>
            <a:off x="2175521" y="3196199"/>
            <a:ext cx="337158" cy="359311"/>
            <a:chOff x="2202058" y="3346737"/>
            <a:chExt cx="337158" cy="359311"/>
          </a:xfrm>
        </p:grpSpPr>
        <p:sp>
          <p:nvSpPr>
            <p:cNvPr id="10682" name="Google Shape;10682;p64"/>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4"/>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4"/>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4"/>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4"/>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4"/>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4"/>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4"/>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4"/>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4"/>
          <p:cNvGrpSpPr/>
          <p:nvPr/>
        </p:nvGrpSpPr>
        <p:grpSpPr>
          <a:xfrm>
            <a:off x="2196521" y="3667634"/>
            <a:ext cx="359232" cy="306050"/>
            <a:chOff x="2223059" y="3818172"/>
            <a:chExt cx="359232" cy="306050"/>
          </a:xfrm>
        </p:grpSpPr>
        <p:sp>
          <p:nvSpPr>
            <p:cNvPr id="10692" name="Google Shape;10692;p64"/>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4"/>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4"/>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4"/>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4"/>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4"/>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4"/>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4"/>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4"/>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1" name="Google Shape;10701;p64"/>
          <p:cNvGrpSpPr/>
          <p:nvPr/>
        </p:nvGrpSpPr>
        <p:grpSpPr>
          <a:xfrm>
            <a:off x="1699451" y="1841283"/>
            <a:ext cx="378426" cy="298509"/>
            <a:chOff x="1725989" y="1991820"/>
            <a:chExt cx="378426" cy="298509"/>
          </a:xfrm>
        </p:grpSpPr>
        <p:sp>
          <p:nvSpPr>
            <p:cNvPr id="10702" name="Google Shape;10702;p64"/>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4"/>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4"/>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4"/>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4"/>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4"/>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4"/>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4"/>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4"/>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4"/>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4"/>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4"/>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64"/>
          <p:cNvGrpSpPr/>
          <p:nvPr/>
        </p:nvGrpSpPr>
        <p:grpSpPr>
          <a:xfrm>
            <a:off x="1741871" y="3641213"/>
            <a:ext cx="367978" cy="359075"/>
            <a:chOff x="1768409" y="3791751"/>
            <a:chExt cx="367978" cy="359075"/>
          </a:xfrm>
        </p:grpSpPr>
        <p:sp>
          <p:nvSpPr>
            <p:cNvPr id="10715" name="Google Shape;10715;p64"/>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4"/>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4"/>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4"/>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4"/>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4"/>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4"/>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4"/>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4"/>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4"/>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4"/>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4"/>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4"/>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8" name="Google Shape;10728;p64"/>
          <p:cNvGrpSpPr/>
          <p:nvPr/>
        </p:nvGrpSpPr>
        <p:grpSpPr>
          <a:xfrm>
            <a:off x="2642426" y="3640768"/>
            <a:ext cx="358735" cy="359311"/>
            <a:chOff x="2668963" y="3791306"/>
            <a:chExt cx="358735" cy="359311"/>
          </a:xfrm>
        </p:grpSpPr>
        <p:sp>
          <p:nvSpPr>
            <p:cNvPr id="10729" name="Google Shape;10729;p64"/>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4"/>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4"/>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4"/>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4"/>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4"/>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4"/>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4"/>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4"/>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4"/>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4"/>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4"/>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4"/>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4"/>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4"/>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4"/>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64"/>
          <p:cNvGrpSpPr/>
          <p:nvPr/>
        </p:nvGrpSpPr>
        <p:grpSpPr>
          <a:xfrm>
            <a:off x="823144" y="1844660"/>
            <a:ext cx="363893" cy="291727"/>
            <a:chOff x="849682" y="1995198"/>
            <a:chExt cx="363893" cy="291727"/>
          </a:xfrm>
        </p:grpSpPr>
        <p:sp>
          <p:nvSpPr>
            <p:cNvPr id="10746" name="Google Shape;10746;p64"/>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4"/>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4"/>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4"/>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4"/>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4"/>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4"/>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4"/>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4"/>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4"/>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4"/>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4"/>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4"/>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4"/>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4"/>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4"/>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4"/>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4"/>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64"/>
          <p:cNvGrpSpPr/>
          <p:nvPr/>
        </p:nvGrpSpPr>
        <p:grpSpPr>
          <a:xfrm>
            <a:off x="3038893" y="1839528"/>
            <a:ext cx="378190" cy="302044"/>
            <a:chOff x="3065430" y="1990066"/>
            <a:chExt cx="378190" cy="302044"/>
          </a:xfrm>
        </p:grpSpPr>
        <p:sp>
          <p:nvSpPr>
            <p:cNvPr id="10765" name="Google Shape;10765;p64"/>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4"/>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4"/>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4"/>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4"/>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4"/>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4"/>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4"/>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4"/>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4"/>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4"/>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6" name="Google Shape;10776;p64"/>
          <p:cNvGrpSpPr/>
          <p:nvPr/>
        </p:nvGrpSpPr>
        <p:grpSpPr>
          <a:xfrm>
            <a:off x="3541697" y="3640873"/>
            <a:ext cx="347501" cy="359284"/>
            <a:chOff x="3568234" y="3791410"/>
            <a:chExt cx="347501" cy="359284"/>
          </a:xfrm>
        </p:grpSpPr>
        <p:sp>
          <p:nvSpPr>
            <p:cNvPr id="10777" name="Google Shape;10777;p64"/>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4"/>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4"/>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4"/>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4"/>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4"/>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4"/>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4"/>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4"/>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4"/>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4"/>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8" name="Google Shape;10788;p64"/>
          <p:cNvGrpSpPr/>
          <p:nvPr/>
        </p:nvGrpSpPr>
        <p:grpSpPr>
          <a:xfrm>
            <a:off x="1733387" y="1350550"/>
            <a:ext cx="347004" cy="358420"/>
            <a:chOff x="1759925" y="1501087"/>
            <a:chExt cx="347004" cy="358420"/>
          </a:xfrm>
        </p:grpSpPr>
        <p:sp>
          <p:nvSpPr>
            <p:cNvPr id="10789" name="Google Shape;10789;p64"/>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4"/>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4"/>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4"/>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4"/>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4"/>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4"/>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4"/>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4"/>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4"/>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4"/>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4"/>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4"/>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4"/>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4"/>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4"/>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4"/>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4"/>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4"/>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4"/>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4"/>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4"/>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4"/>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4"/>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4"/>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4"/>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4"/>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6" name="Google Shape;10816;p64"/>
          <p:cNvGrpSpPr/>
          <p:nvPr/>
        </p:nvGrpSpPr>
        <p:grpSpPr>
          <a:xfrm>
            <a:off x="3492757" y="2263123"/>
            <a:ext cx="360227" cy="359311"/>
            <a:chOff x="3519295" y="2413660"/>
            <a:chExt cx="360227" cy="359311"/>
          </a:xfrm>
        </p:grpSpPr>
        <p:sp>
          <p:nvSpPr>
            <p:cNvPr id="10817" name="Google Shape;10817;p64"/>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4"/>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4"/>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4"/>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4"/>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4"/>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4"/>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4"/>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4"/>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4"/>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4"/>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4"/>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4"/>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4"/>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4"/>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4"/>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4"/>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4"/>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4"/>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4"/>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4"/>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4"/>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4"/>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4"/>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4"/>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4"/>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4"/>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4"/>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4"/>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4"/>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4"/>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4"/>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4"/>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4"/>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4"/>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64"/>
          <p:cNvGrpSpPr/>
          <p:nvPr/>
        </p:nvGrpSpPr>
        <p:grpSpPr>
          <a:xfrm>
            <a:off x="1303717" y="3695181"/>
            <a:ext cx="358996" cy="250774"/>
            <a:chOff x="1330255" y="3845718"/>
            <a:chExt cx="358996" cy="250774"/>
          </a:xfrm>
        </p:grpSpPr>
        <p:sp>
          <p:nvSpPr>
            <p:cNvPr id="10853" name="Google Shape;10853;p64"/>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4"/>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4"/>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4"/>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4"/>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4"/>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4"/>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4"/>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4"/>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4"/>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64"/>
          <p:cNvGrpSpPr/>
          <p:nvPr/>
        </p:nvGrpSpPr>
        <p:grpSpPr>
          <a:xfrm>
            <a:off x="3088566" y="3640847"/>
            <a:ext cx="373424" cy="359311"/>
            <a:chOff x="3115103" y="3791384"/>
            <a:chExt cx="373424" cy="359311"/>
          </a:xfrm>
        </p:grpSpPr>
        <p:sp>
          <p:nvSpPr>
            <p:cNvPr id="10864" name="Google Shape;10864;p64"/>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4"/>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4"/>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4"/>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4"/>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4"/>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4"/>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4"/>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4"/>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4"/>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4"/>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4"/>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4"/>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4"/>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64"/>
          <p:cNvGrpSpPr/>
          <p:nvPr/>
        </p:nvGrpSpPr>
        <p:grpSpPr>
          <a:xfrm>
            <a:off x="857316" y="3642104"/>
            <a:ext cx="378190" cy="357059"/>
            <a:chOff x="883853" y="3792641"/>
            <a:chExt cx="378190" cy="357059"/>
          </a:xfrm>
        </p:grpSpPr>
        <p:sp>
          <p:nvSpPr>
            <p:cNvPr id="10879" name="Google Shape;10879;p64"/>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4"/>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4"/>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4"/>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4"/>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4"/>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4"/>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4"/>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4"/>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4"/>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4"/>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4"/>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4"/>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4"/>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4"/>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4"/>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4"/>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4"/>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4"/>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4"/>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4"/>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4"/>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4"/>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4"/>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4"/>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4"/>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5" name="Google Shape;10905;p64"/>
          <p:cNvGrpSpPr/>
          <p:nvPr/>
        </p:nvGrpSpPr>
        <p:grpSpPr>
          <a:xfrm>
            <a:off x="3907659" y="2334268"/>
            <a:ext cx="401207" cy="214036"/>
            <a:chOff x="3934196" y="2484805"/>
            <a:chExt cx="401207" cy="214036"/>
          </a:xfrm>
        </p:grpSpPr>
        <p:sp>
          <p:nvSpPr>
            <p:cNvPr id="10906" name="Google Shape;10906;p64"/>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4"/>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4"/>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4"/>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4"/>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1" name="Google Shape;10911;p64"/>
          <p:cNvGrpSpPr/>
          <p:nvPr/>
        </p:nvGrpSpPr>
        <p:grpSpPr>
          <a:xfrm>
            <a:off x="3973357" y="1349659"/>
            <a:ext cx="342474" cy="359232"/>
            <a:chOff x="3999894" y="1500197"/>
            <a:chExt cx="342474" cy="359232"/>
          </a:xfrm>
        </p:grpSpPr>
        <p:sp>
          <p:nvSpPr>
            <p:cNvPr id="10912" name="Google Shape;10912;p64"/>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4"/>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4"/>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4"/>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4"/>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4"/>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4"/>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4"/>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4"/>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4"/>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64"/>
          <p:cNvGrpSpPr/>
          <p:nvPr/>
        </p:nvGrpSpPr>
        <p:grpSpPr>
          <a:xfrm>
            <a:off x="2207257" y="2731625"/>
            <a:ext cx="232601" cy="366747"/>
            <a:chOff x="2233795" y="2882162"/>
            <a:chExt cx="232601" cy="366747"/>
          </a:xfrm>
        </p:grpSpPr>
        <p:sp>
          <p:nvSpPr>
            <p:cNvPr id="10923" name="Google Shape;10923;p64"/>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4"/>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4"/>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4"/>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4"/>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4"/>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4"/>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4"/>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4"/>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4"/>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4"/>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4"/>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4"/>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4"/>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4"/>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4"/>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4"/>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4"/>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64"/>
          <p:cNvGrpSpPr/>
          <p:nvPr/>
        </p:nvGrpSpPr>
        <p:grpSpPr>
          <a:xfrm>
            <a:off x="3497235" y="3253885"/>
            <a:ext cx="362008" cy="244175"/>
            <a:chOff x="3523772" y="3404422"/>
            <a:chExt cx="362008" cy="244175"/>
          </a:xfrm>
        </p:grpSpPr>
        <p:sp>
          <p:nvSpPr>
            <p:cNvPr id="10942" name="Google Shape;10942;p64"/>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4"/>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4"/>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4"/>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4"/>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4"/>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4"/>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4"/>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4"/>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4"/>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4"/>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4"/>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4"/>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4"/>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4"/>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64"/>
          <p:cNvGrpSpPr/>
          <p:nvPr/>
        </p:nvGrpSpPr>
        <p:grpSpPr>
          <a:xfrm>
            <a:off x="3504488" y="1826776"/>
            <a:ext cx="359232" cy="327836"/>
            <a:chOff x="3531026" y="1977314"/>
            <a:chExt cx="359232" cy="327836"/>
          </a:xfrm>
        </p:grpSpPr>
        <p:sp>
          <p:nvSpPr>
            <p:cNvPr id="10958" name="Google Shape;10958;p64"/>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4"/>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4"/>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4"/>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4"/>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4"/>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4"/>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4"/>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4"/>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4"/>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64"/>
          <p:cNvGrpSpPr/>
          <p:nvPr/>
        </p:nvGrpSpPr>
        <p:grpSpPr>
          <a:xfrm>
            <a:off x="3096814" y="1349738"/>
            <a:ext cx="296781" cy="359232"/>
            <a:chOff x="3123351" y="1500275"/>
            <a:chExt cx="296781" cy="359232"/>
          </a:xfrm>
        </p:grpSpPr>
        <p:sp>
          <p:nvSpPr>
            <p:cNvPr id="10969" name="Google Shape;10969;p64"/>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4"/>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4"/>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4"/>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4"/>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4"/>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4"/>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4"/>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4"/>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4"/>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4"/>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0" name="Google Shape;10980;p64"/>
          <p:cNvGrpSpPr/>
          <p:nvPr/>
        </p:nvGrpSpPr>
        <p:grpSpPr>
          <a:xfrm>
            <a:off x="2632920" y="1349738"/>
            <a:ext cx="332261" cy="359232"/>
            <a:chOff x="2659458" y="1500275"/>
            <a:chExt cx="332261" cy="359232"/>
          </a:xfrm>
        </p:grpSpPr>
        <p:sp>
          <p:nvSpPr>
            <p:cNvPr id="10981" name="Google Shape;10981;p64"/>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4"/>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4"/>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4"/>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4"/>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4"/>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4"/>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4"/>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4"/>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4"/>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4"/>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4"/>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4"/>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4"/>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4"/>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4"/>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4"/>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4"/>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4"/>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4"/>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1" name="Google Shape;11001;p64"/>
          <p:cNvGrpSpPr/>
          <p:nvPr/>
        </p:nvGrpSpPr>
        <p:grpSpPr>
          <a:xfrm>
            <a:off x="1723646" y="2262992"/>
            <a:ext cx="359730" cy="359441"/>
            <a:chOff x="1750184" y="2413530"/>
            <a:chExt cx="359730" cy="359441"/>
          </a:xfrm>
        </p:grpSpPr>
        <p:sp>
          <p:nvSpPr>
            <p:cNvPr id="11002" name="Google Shape;11002;p64"/>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4"/>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4"/>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4"/>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4"/>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4"/>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4"/>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4"/>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4"/>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4"/>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4"/>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64"/>
          <p:cNvGrpSpPr/>
          <p:nvPr/>
        </p:nvGrpSpPr>
        <p:grpSpPr>
          <a:xfrm>
            <a:off x="2203513" y="1349685"/>
            <a:ext cx="316524" cy="359284"/>
            <a:chOff x="2230050" y="1500223"/>
            <a:chExt cx="316524" cy="359284"/>
          </a:xfrm>
        </p:grpSpPr>
        <p:sp>
          <p:nvSpPr>
            <p:cNvPr id="11014" name="Google Shape;11014;p64"/>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4"/>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4"/>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4"/>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4"/>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4"/>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4"/>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4"/>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4"/>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4"/>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4"/>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4"/>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4"/>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4"/>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4"/>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4"/>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4"/>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4"/>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64"/>
          <p:cNvGrpSpPr/>
          <p:nvPr/>
        </p:nvGrpSpPr>
        <p:grpSpPr>
          <a:xfrm>
            <a:off x="2663504" y="4112229"/>
            <a:ext cx="359389" cy="359232"/>
            <a:chOff x="2690042" y="4262767"/>
            <a:chExt cx="359389" cy="359232"/>
          </a:xfrm>
        </p:grpSpPr>
        <p:sp>
          <p:nvSpPr>
            <p:cNvPr id="11035" name="Google Shape;11035;p64"/>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4"/>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4"/>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4"/>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4"/>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4"/>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4"/>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4"/>
          <p:cNvGrpSpPr/>
          <p:nvPr/>
        </p:nvGrpSpPr>
        <p:grpSpPr>
          <a:xfrm>
            <a:off x="2662902" y="2731625"/>
            <a:ext cx="222337" cy="366721"/>
            <a:chOff x="2689440" y="2882162"/>
            <a:chExt cx="222337" cy="366721"/>
          </a:xfrm>
        </p:grpSpPr>
        <p:sp>
          <p:nvSpPr>
            <p:cNvPr id="11043" name="Google Shape;11043;p64"/>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4"/>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4"/>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4"/>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4"/>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4"/>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4"/>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4"/>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4"/>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2" name="Google Shape;11052;p64"/>
          <p:cNvSpPr/>
          <p:nvPr/>
        </p:nvSpPr>
        <p:spPr>
          <a:xfrm>
            <a:off x="2611449" y="2130365"/>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3" name="Google Shape;11053;p64"/>
          <p:cNvGrpSpPr/>
          <p:nvPr/>
        </p:nvGrpSpPr>
        <p:grpSpPr>
          <a:xfrm>
            <a:off x="2611449" y="1829604"/>
            <a:ext cx="359232" cy="322023"/>
            <a:chOff x="2637986" y="1980142"/>
            <a:chExt cx="359232" cy="322023"/>
          </a:xfrm>
        </p:grpSpPr>
        <p:sp>
          <p:nvSpPr>
            <p:cNvPr id="11054" name="Google Shape;11054;p64"/>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4"/>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4"/>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4"/>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4"/>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4"/>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4"/>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4"/>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4"/>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4"/>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4"/>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4"/>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4"/>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64"/>
          <p:cNvGrpSpPr/>
          <p:nvPr/>
        </p:nvGrpSpPr>
        <p:grpSpPr>
          <a:xfrm>
            <a:off x="1279994" y="3196435"/>
            <a:ext cx="323018" cy="359075"/>
            <a:chOff x="1306531" y="3346972"/>
            <a:chExt cx="323018" cy="359075"/>
          </a:xfrm>
        </p:grpSpPr>
        <p:sp>
          <p:nvSpPr>
            <p:cNvPr id="11068" name="Google Shape;11068;p64"/>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4"/>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4"/>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4"/>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4"/>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4"/>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4"/>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4"/>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4"/>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64"/>
          <p:cNvGrpSpPr/>
          <p:nvPr/>
        </p:nvGrpSpPr>
        <p:grpSpPr>
          <a:xfrm>
            <a:off x="1281486" y="2263437"/>
            <a:ext cx="360253" cy="357111"/>
            <a:chOff x="1308024" y="2413975"/>
            <a:chExt cx="360253" cy="357111"/>
          </a:xfrm>
        </p:grpSpPr>
        <p:sp>
          <p:nvSpPr>
            <p:cNvPr id="11078" name="Google Shape;11078;p64"/>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4"/>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4"/>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4"/>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4"/>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4"/>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4"/>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4"/>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4"/>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4"/>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4"/>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4"/>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4"/>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4"/>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4"/>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4"/>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4"/>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4"/>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4"/>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4"/>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4"/>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4"/>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4"/>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4"/>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4"/>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4"/>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4"/>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4"/>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4"/>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4"/>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64"/>
          <p:cNvGrpSpPr/>
          <p:nvPr/>
        </p:nvGrpSpPr>
        <p:grpSpPr>
          <a:xfrm>
            <a:off x="1271981" y="1819785"/>
            <a:ext cx="378452" cy="341321"/>
            <a:chOff x="1298519" y="1970322"/>
            <a:chExt cx="378452" cy="341321"/>
          </a:xfrm>
        </p:grpSpPr>
        <p:sp>
          <p:nvSpPr>
            <p:cNvPr id="11109" name="Google Shape;11109;p64"/>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4"/>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4"/>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4"/>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4"/>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4"/>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4"/>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4"/>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4"/>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4"/>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4"/>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4"/>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4"/>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4"/>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4"/>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4"/>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4"/>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4"/>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4"/>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4"/>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9" name="Google Shape;11129;p64"/>
          <p:cNvGrpSpPr/>
          <p:nvPr/>
        </p:nvGrpSpPr>
        <p:grpSpPr>
          <a:xfrm>
            <a:off x="3088278" y="3196330"/>
            <a:ext cx="283217" cy="359180"/>
            <a:chOff x="3114815" y="3346868"/>
            <a:chExt cx="283217" cy="359180"/>
          </a:xfrm>
        </p:grpSpPr>
        <p:sp>
          <p:nvSpPr>
            <p:cNvPr id="11130" name="Google Shape;11130;p64"/>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4"/>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4"/>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4"/>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4"/>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4"/>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4"/>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4"/>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4"/>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4"/>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4"/>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4"/>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4"/>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64"/>
          <p:cNvGrpSpPr/>
          <p:nvPr/>
        </p:nvGrpSpPr>
        <p:grpSpPr>
          <a:xfrm>
            <a:off x="3946648" y="3202693"/>
            <a:ext cx="378661" cy="346558"/>
            <a:chOff x="3973186" y="3353231"/>
            <a:chExt cx="378661" cy="346558"/>
          </a:xfrm>
        </p:grpSpPr>
        <p:sp>
          <p:nvSpPr>
            <p:cNvPr id="11144" name="Google Shape;11144;p64"/>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4"/>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4"/>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4"/>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4"/>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4"/>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4"/>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4"/>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4"/>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4"/>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4"/>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4"/>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4"/>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4"/>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4"/>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4"/>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4"/>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4"/>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64"/>
          <p:cNvGrpSpPr/>
          <p:nvPr/>
        </p:nvGrpSpPr>
        <p:grpSpPr>
          <a:xfrm>
            <a:off x="2126319" y="4112465"/>
            <a:ext cx="373241" cy="359127"/>
            <a:chOff x="2152857" y="4263002"/>
            <a:chExt cx="373241" cy="359127"/>
          </a:xfrm>
        </p:grpSpPr>
        <p:sp>
          <p:nvSpPr>
            <p:cNvPr id="11163" name="Google Shape;11163;p64"/>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4"/>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4"/>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4"/>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4"/>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4"/>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4"/>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4"/>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4"/>
          <p:cNvGrpSpPr/>
          <p:nvPr/>
        </p:nvGrpSpPr>
        <p:grpSpPr>
          <a:xfrm>
            <a:off x="833094" y="3196435"/>
            <a:ext cx="303537" cy="359127"/>
            <a:chOff x="859632" y="3346972"/>
            <a:chExt cx="303537" cy="359127"/>
          </a:xfrm>
        </p:grpSpPr>
        <p:sp>
          <p:nvSpPr>
            <p:cNvPr id="11172" name="Google Shape;11172;p64"/>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4"/>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4"/>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4"/>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4"/>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4"/>
          <p:cNvGrpSpPr/>
          <p:nvPr/>
        </p:nvGrpSpPr>
        <p:grpSpPr>
          <a:xfrm>
            <a:off x="1741373" y="2731704"/>
            <a:ext cx="265306" cy="366799"/>
            <a:chOff x="1767911" y="2882241"/>
            <a:chExt cx="265306" cy="366799"/>
          </a:xfrm>
        </p:grpSpPr>
        <p:sp>
          <p:nvSpPr>
            <p:cNvPr id="11178" name="Google Shape;11178;p64"/>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4"/>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4"/>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4"/>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4"/>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4"/>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4"/>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4"/>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4"/>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4"/>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4"/>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3" name="Google Shape;11193;p64"/>
          <p:cNvGrpSpPr/>
          <p:nvPr/>
        </p:nvGrpSpPr>
        <p:grpSpPr>
          <a:xfrm>
            <a:off x="1305472" y="1349397"/>
            <a:ext cx="331895" cy="359311"/>
            <a:chOff x="1332009" y="1499935"/>
            <a:chExt cx="331895" cy="359311"/>
          </a:xfrm>
        </p:grpSpPr>
        <p:sp>
          <p:nvSpPr>
            <p:cNvPr id="11194" name="Google Shape;11194;p64"/>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4"/>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4"/>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4"/>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4"/>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4"/>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4"/>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4"/>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4"/>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4"/>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4"/>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4"/>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4"/>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4"/>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4"/>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4"/>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4"/>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64"/>
          <p:cNvGrpSpPr/>
          <p:nvPr/>
        </p:nvGrpSpPr>
        <p:grpSpPr>
          <a:xfrm>
            <a:off x="2636927" y="3196278"/>
            <a:ext cx="289528" cy="359232"/>
            <a:chOff x="2663464" y="3346815"/>
            <a:chExt cx="289528" cy="359232"/>
          </a:xfrm>
        </p:grpSpPr>
        <p:sp>
          <p:nvSpPr>
            <p:cNvPr id="11212" name="Google Shape;11212;p64"/>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4"/>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4"/>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4"/>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4"/>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4"/>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4"/>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4"/>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4"/>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4"/>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4"/>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64"/>
          <p:cNvGrpSpPr/>
          <p:nvPr/>
        </p:nvGrpSpPr>
        <p:grpSpPr>
          <a:xfrm>
            <a:off x="1289237" y="2731389"/>
            <a:ext cx="269051" cy="366983"/>
            <a:chOff x="1315775" y="2881927"/>
            <a:chExt cx="269051" cy="366983"/>
          </a:xfrm>
        </p:grpSpPr>
        <p:sp>
          <p:nvSpPr>
            <p:cNvPr id="11224" name="Google Shape;11224;p64"/>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4"/>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4"/>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4"/>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4"/>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4"/>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4"/>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4"/>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4"/>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4"/>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4"/>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4"/>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4"/>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4"/>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4"/>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64"/>
          <p:cNvGrpSpPr/>
          <p:nvPr/>
        </p:nvGrpSpPr>
        <p:grpSpPr>
          <a:xfrm>
            <a:off x="3950890" y="1829604"/>
            <a:ext cx="359232" cy="322023"/>
            <a:chOff x="3977427" y="1980142"/>
            <a:chExt cx="359232" cy="322023"/>
          </a:xfrm>
        </p:grpSpPr>
        <p:sp>
          <p:nvSpPr>
            <p:cNvPr id="11240" name="Google Shape;11240;p64"/>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4"/>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4"/>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4"/>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4"/>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4"/>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4"/>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4"/>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4"/>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4"/>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64"/>
          <p:cNvGrpSpPr/>
          <p:nvPr/>
        </p:nvGrpSpPr>
        <p:grpSpPr>
          <a:xfrm>
            <a:off x="839091" y="2263071"/>
            <a:ext cx="361720" cy="359180"/>
            <a:chOff x="865628" y="2413608"/>
            <a:chExt cx="361720" cy="359180"/>
          </a:xfrm>
        </p:grpSpPr>
        <p:sp>
          <p:nvSpPr>
            <p:cNvPr id="11251" name="Google Shape;11251;p64"/>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4"/>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4"/>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4"/>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4"/>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4"/>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4"/>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4"/>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4"/>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4"/>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4"/>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4"/>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4"/>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4" name="Google Shape;11264;p64"/>
          <p:cNvGrpSpPr/>
          <p:nvPr/>
        </p:nvGrpSpPr>
        <p:grpSpPr>
          <a:xfrm>
            <a:off x="3090556" y="2731389"/>
            <a:ext cx="268815" cy="366983"/>
            <a:chOff x="3117093" y="2881927"/>
            <a:chExt cx="268815" cy="366983"/>
          </a:xfrm>
        </p:grpSpPr>
        <p:sp>
          <p:nvSpPr>
            <p:cNvPr id="11265" name="Google Shape;11265;p64"/>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4"/>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4"/>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4"/>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4"/>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4"/>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4"/>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4"/>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4"/>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4"/>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4"/>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4"/>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4"/>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4"/>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4"/>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64"/>
          <p:cNvGrpSpPr/>
          <p:nvPr/>
        </p:nvGrpSpPr>
        <p:grpSpPr>
          <a:xfrm>
            <a:off x="3507971" y="1357462"/>
            <a:ext cx="368502" cy="343521"/>
            <a:chOff x="3534508" y="1508000"/>
            <a:chExt cx="368502" cy="343521"/>
          </a:xfrm>
        </p:grpSpPr>
        <p:sp>
          <p:nvSpPr>
            <p:cNvPr id="11281" name="Google Shape;11281;p64"/>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4"/>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4"/>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4"/>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4"/>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4"/>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4"/>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4"/>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4"/>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4"/>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4"/>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4"/>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4"/>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4"/>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4"/>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6" name="Google Shape;11296;p64"/>
          <p:cNvGrpSpPr/>
          <p:nvPr/>
        </p:nvGrpSpPr>
        <p:grpSpPr>
          <a:xfrm>
            <a:off x="7131161" y="1349424"/>
            <a:ext cx="279054" cy="354754"/>
            <a:chOff x="7147436" y="1502999"/>
            <a:chExt cx="279054" cy="354754"/>
          </a:xfrm>
        </p:grpSpPr>
        <p:sp>
          <p:nvSpPr>
            <p:cNvPr id="11297" name="Google Shape;11297;p64"/>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4"/>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4"/>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4"/>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4"/>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4"/>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4"/>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4"/>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4"/>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4"/>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4"/>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4"/>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4"/>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4"/>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4"/>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4"/>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4"/>
          <p:cNvGrpSpPr/>
          <p:nvPr/>
        </p:nvGrpSpPr>
        <p:grpSpPr>
          <a:xfrm>
            <a:off x="7586806" y="1819497"/>
            <a:ext cx="276802" cy="354807"/>
            <a:chOff x="7603081" y="1973072"/>
            <a:chExt cx="276802" cy="354807"/>
          </a:xfrm>
        </p:grpSpPr>
        <p:sp>
          <p:nvSpPr>
            <p:cNvPr id="11314" name="Google Shape;11314;p64"/>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4"/>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4"/>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4"/>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4"/>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4"/>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4"/>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4"/>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4"/>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4"/>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4"/>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4"/>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4"/>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4"/>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8" name="Google Shape;11328;p64"/>
          <p:cNvGrpSpPr/>
          <p:nvPr/>
        </p:nvGrpSpPr>
        <p:grpSpPr>
          <a:xfrm>
            <a:off x="6680517" y="1349424"/>
            <a:ext cx="276802" cy="354754"/>
            <a:chOff x="6696792" y="1502999"/>
            <a:chExt cx="276802" cy="354754"/>
          </a:xfrm>
        </p:grpSpPr>
        <p:sp>
          <p:nvSpPr>
            <p:cNvPr id="11329" name="Google Shape;11329;p64"/>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4"/>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4"/>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4"/>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4"/>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4"/>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4"/>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4"/>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4"/>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4"/>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4"/>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4"/>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4"/>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4"/>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4"/>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4" name="Google Shape;11344;p64"/>
          <p:cNvSpPr/>
          <p:nvPr/>
        </p:nvSpPr>
        <p:spPr>
          <a:xfrm>
            <a:off x="6344511" y="1501824"/>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5" name="Google Shape;11345;p64"/>
          <p:cNvGrpSpPr/>
          <p:nvPr/>
        </p:nvGrpSpPr>
        <p:grpSpPr>
          <a:xfrm>
            <a:off x="6207118" y="1349424"/>
            <a:ext cx="320295" cy="354754"/>
            <a:chOff x="6223393" y="1502999"/>
            <a:chExt cx="320295" cy="354754"/>
          </a:xfrm>
        </p:grpSpPr>
        <p:sp>
          <p:nvSpPr>
            <p:cNvPr id="11346" name="Google Shape;11346;p64"/>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4"/>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4"/>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4"/>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4"/>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4"/>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4"/>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4"/>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4"/>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4"/>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4"/>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4"/>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4"/>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4"/>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4"/>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4"/>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4"/>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4"/>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4"/>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4"/>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4"/>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4"/>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4"/>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4"/>
          <p:cNvGrpSpPr/>
          <p:nvPr/>
        </p:nvGrpSpPr>
        <p:grpSpPr>
          <a:xfrm>
            <a:off x="5294336" y="1349397"/>
            <a:ext cx="339515" cy="354781"/>
            <a:chOff x="5310611" y="1502972"/>
            <a:chExt cx="339515" cy="354781"/>
          </a:xfrm>
        </p:grpSpPr>
        <p:sp>
          <p:nvSpPr>
            <p:cNvPr id="11370" name="Google Shape;11370;p64"/>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4"/>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4"/>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4"/>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4"/>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4"/>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4"/>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4"/>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4"/>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4"/>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4"/>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4"/>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4"/>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4"/>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4"/>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4"/>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64"/>
          <p:cNvGrpSpPr/>
          <p:nvPr/>
        </p:nvGrpSpPr>
        <p:grpSpPr>
          <a:xfrm>
            <a:off x="6237362" y="3636526"/>
            <a:ext cx="274550" cy="354833"/>
            <a:chOff x="6253637" y="3790101"/>
            <a:chExt cx="274550" cy="354833"/>
          </a:xfrm>
        </p:grpSpPr>
        <p:sp>
          <p:nvSpPr>
            <p:cNvPr id="11387" name="Google Shape;11387;p64"/>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4"/>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4"/>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4"/>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4"/>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4"/>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4"/>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4"/>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4"/>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4"/>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4"/>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4"/>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4"/>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4"/>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4"/>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4"/>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4"/>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4" name="Google Shape;11404;p64"/>
          <p:cNvGrpSpPr/>
          <p:nvPr/>
        </p:nvGrpSpPr>
        <p:grpSpPr>
          <a:xfrm>
            <a:off x="5786456" y="3636605"/>
            <a:ext cx="274576" cy="354754"/>
            <a:chOff x="5802731" y="3790180"/>
            <a:chExt cx="274576" cy="354754"/>
          </a:xfrm>
        </p:grpSpPr>
        <p:sp>
          <p:nvSpPr>
            <p:cNvPr id="11405" name="Google Shape;11405;p64"/>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4"/>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4"/>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4"/>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4"/>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4"/>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4"/>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4"/>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4"/>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4"/>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4"/>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4"/>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4"/>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4"/>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4"/>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4"/>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4"/>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4"/>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4"/>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4"/>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4"/>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64"/>
          <p:cNvGrpSpPr/>
          <p:nvPr/>
        </p:nvGrpSpPr>
        <p:grpSpPr>
          <a:xfrm>
            <a:off x="5335813" y="3636631"/>
            <a:ext cx="274550" cy="354728"/>
            <a:chOff x="5352088" y="3790206"/>
            <a:chExt cx="274550" cy="354728"/>
          </a:xfrm>
        </p:grpSpPr>
        <p:sp>
          <p:nvSpPr>
            <p:cNvPr id="11427" name="Google Shape;11427;p64"/>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4"/>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4"/>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4"/>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4"/>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4"/>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4"/>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4"/>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4"/>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4"/>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4"/>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4"/>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4"/>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4"/>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4"/>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4"/>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4"/>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4"/>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4"/>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4"/>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4"/>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4"/>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4"/>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4"/>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1" name="Google Shape;11451;p64"/>
          <p:cNvGrpSpPr/>
          <p:nvPr/>
        </p:nvGrpSpPr>
        <p:grpSpPr>
          <a:xfrm>
            <a:off x="4885431" y="3636500"/>
            <a:ext cx="274550" cy="354859"/>
            <a:chOff x="4901706" y="3790075"/>
            <a:chExt cx="274550" cy="354859"/>
          </a:xfrm>
        </p:grpSpPr>
        <p:sp>
          <p:nvSpPr>
            <p:cNvPr id="11452" name="Google Shape;11452;p64"/>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4"/>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4"/>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4"/>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4"/>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4"/>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4"/>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4"/>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4"/>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4"/>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4"/>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4"/>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4"/>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4"/>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4"/>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4"/>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4"/>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9" name="Google Shape;11469;p64"/>
          <p:cNvGrpSpPr/>
          <p:nvPr/>
        </p:nvGrpSpPr>
        <p:grpSpPr>
          <a:xfrm>
            <a:off x="8036429" y="1349633"/>
            <a:ext cx="275073" cy="354545"/>
            <a:chOff x="8052704" y="1503208"/>
            <a:chExt cx="275073" cy="354545"/>
          </a:xfrm>
        </p:grpSpPr>
        <p:sp>
          <p:nvSpPr>
            <p:cNvPr id="11470" name="Google Shape;11470;p64"/>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4"/>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4"/>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4"/>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4"/>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4"/>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4"/>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4"/>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4"/>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4"/>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4"/>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4"/>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4"/>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4"/>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4"/>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4"/>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4"/>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64"/>
          <p:cNvGrpSpPr/>
          <p:nvPr/>
        </p:nvGrpSpPr>
        <p:grpSpPr>
          <a:xfrm>
            <a:off x="5778470" y="1349424"/>
            <a:ext cx="274550" cy="354754"/>
            <a:chOff x="5794745" y="1502999"/>
            <a:chExt cx="274550" cy="354754"/>
          </a:xfrm>
        </p:grpSpPr>
        <p:sp>
          <p:nvSpPr>
            <p:cNvPr id="11488" name="Google Shape;11488;p64"/>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4"/>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4"/>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4"/>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4"/>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4"/>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4"/>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4"/>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4"/>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4"/>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4"/>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4"/>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4"/>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4"/>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4"/>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4"/>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4"/>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4"/>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4"/>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4"/>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4"/>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4"/>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4"/>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64"/>
          <p:cNvGrpSpPr/>
          <p:nvPr/>
        </p:nvGrpSpPr>
        <p:grpSpPr>
          <a:xfrm>
            <a:off x="4880665" y="1349424"/>
            <a:ext cx="263316" cy="354754"/>
            <a:chOff x="4896940" y="1502999"/>
            <a:chExt cx="263316" cy="354754"/>
          </a:xfrm>
        </p:grpSpPr>
        <p:sp>
          <p:nvSpPr>
            <p:cNvPr id="11512" name="Google Shape;11512;p64"/>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4"/>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4"/>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4"/>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4"/>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4"/>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4"/>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4"/>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4"/>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4"/>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4"/>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4"/>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4"/>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4"/>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4"/>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4"/>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4"/>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4"/>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4"/>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4"/>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4"/>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64"/>
          <p:cNvGrpSpPr/>
          <p:nvPr/>
        </p:nvGrpSpPr>
        <p:grpSpPr>
          <a:xfrm>
            <a:off x="6239117" y="4114507"/>
            <a:ext cx="274550" cy="354728"/>
            <a:chOff x="6255392" y="4268082"/>
            <a:chExt cx="274550" cy="354728"/>
          </a:xfrm>
        </p:grpSpPr>
        <p:sp>
          <p:nvSpPr>
            <p:cNvPr id="11534" name="Google Shape;11534;p64"/>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4"/>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4"/>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4"/>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4"/>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4"/>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4"/>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4"/>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4"/>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4"/>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4"/>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4"/>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4"/>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4"/>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4"/>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4"/>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4"/>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4"/>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4"/>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4"/>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64"/>
          <p:cNvGrpSpPr/>
          <p:nvPr/>
        </p:nvGrpSpPr>
        <p:grpSpPr>
          <a:xfrm>
            <a:off x="7587801" y="3636500"/>
            <a:ext cx="275807" cy="354859"/>
            <a:chOff x="7604076" y="3790075"/>
            <a:chExt cx="275807" cy="354859"/>
          </a:xfrm>
        </p:grpSpPr>
        <p:sp>
          <p:nvSpPr>
            <p:cNvPr id="11555" name="Google Shape;11555;p64"/>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4"/>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4"/>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4"/>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4"/>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4"/>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4"/>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4"/>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4"/>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4"/>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4"/>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4"/>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4"/>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4"/>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4"/>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4"/>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4"/>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4"/>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4"/>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4"/>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4"/>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4"/>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64"/>
          <p:cNvGrpSpPr/>
          <p:nvPr/>
        </p:nvGrpSpPr>
        <p:grpSpPr>
          <a:xfrm>
            <a:off x="7138152" y="3636631"/>
            <a:ext cx="274550" cy="354493"/>
            <a:chOff x="7154427" y="3790206"/>
            <a:chExt cx="274550" cy="354493"/>
          </a:xfrm>
        </p:grpSpPr>
        <p:sp>
          <p:nvSpPr>
            <p:cNvPr id="11578" name="Google Shape;11578;p64"/>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4"/>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4"/>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4"/>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4"/>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4"/>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4"/>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4"/>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4"/>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4"/>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4"/>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4"/>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4"/>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4"/>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4"/>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4"/>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4"/>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4"/>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4"/>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4"/>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8" name="Google Shape;11598;p64"/>
          <p:cNvGrpSpPr/>
          <p:nvPr/>
        </p:nvGrpSpPr>
        <p:grpSpPr>
          <a:xfrm>
            <a:off x="8038183" y="1819575"/>
            <a:ext cx="274576" cy="354728"/>
            <a:chOff x="8054458" y="1973150"/>
            <a:chExt cx="274576" cy="354728"/>
          </a:xfrm>
        </p:grpSpPr>
        <p:sp>
          <p:nvSpPr>
            <p:cNvPr id="11599" name="Google Shape;11599;p64"/>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4"/>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4"/>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4"/>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4"/>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4"/>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4"/>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4"/>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4"/>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4"/>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4"/>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4"/>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4"/>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4"/>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4"/>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4"/>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4"/>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4"/>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4"/>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4"/>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4"/>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4"/>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1" name="Google Shape;11621;p64"/>
          <p:cNvGrpSpPr/>
          <p:nvPr/>
        </p:nvGrpSpPr>
        <p:grpSpPr>
          <a:xfrm>
            <a:off x="7137655" y="1819575"/>
            <a:ext cx="274812" cy="354728"/>
            <a:chOff x="7153930" y="1973150"/>
            <a:chExt cx="274812" cy="354728"/>
          </a:xfrm>
        </p:grpSpPr>
        <p:sp>
          <p:nvSpPr>
            <p:cNvPr id="11622" name="Google Shape;11622;p64"/>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4"/>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4"/>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4"/>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4"/>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4"/>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4"/>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4"/>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4"/>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4"/>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4"/>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4"/>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4"/>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4"/>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4"/>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4"/>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4"/>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4"/>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4"/>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1" name="Google Shape;11641;p64"/>
          <p:cNvGrpSpPr/>
          <p:nvPr/>
        </p:nvGrpSpPr>
        <p:grpSpPr>
          <a:xfrm>
            <a:off x="6687247" y="1819523"/>
            <a:ext cx="274812" cy="354781"/>
            <a:chOff x="6703522" y="1973098"/>
            <a:chExt cx="274812" cy="354781"/>
          </a:xfrm>
        </p:grpSpPr>
        <p:sp>
          <p:nvSpPr>
            <p:cNvPr id="11642" name="Google Shape;11642;p64"/>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4"/>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4"/>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4"/>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4"/>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4"/>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4"/>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4"/>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4"/>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4"/>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4"/>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4"/>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4"/>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4"/>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4"/>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4"/>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4"/>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4"/>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4"/>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4"/>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4"/>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4"/>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4"/>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4"/>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4"/>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7" name="Google Shape;11667;p64"/>
          <p:cNvGrpSpPr/>
          <p:nvPr/>
        </p:nvGrpSpPr>
        <p:grpSpPr>
          <a:xfrm>
            <a:off x="6237100" y="1819575"/>
            <a:ext cx="274812" cy="354728"/>
            <a:chOff x="6253375" y="1973150"/>
            <a:chExt cx="274812" cy="354728"/>
          </a:xfrm>
        </p:grpSpPr>
        <p:sp>
          <p:nvSpPr>
            <p:cNvPr id="11668" name="Google Shape;11668;p64"/>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4"/>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4"/>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4"/>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4"/>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4"/>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4"/>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4"/>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4"/>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4"/>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4"/>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4"/>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4"/>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4"/>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4"/>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4"/>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4"/>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4"/>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4"/>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4"/>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4"/>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4"/>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4"/>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4"/>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4"/>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4"/>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4"/>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4"/>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4"/>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4"/>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4"/>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4"/>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4"/>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4"/>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4"/>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4"/>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4"/>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4"/>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6" name="Google Shape;11706;p64"/>
          <p:cNvGrpSpPr/>
          <p:nvPr/>
        </p:nvGrpSpPr>
        <p:grpSpPr>
          <a:xfrm>
            <a:off x="5786221" y="1819575"/>
            <a:ext cx="275309" cy="354728"/>
            <a:chOff x="5802496" y="1973150"/>
            <a:chExt cx="275309" cy="354728"/>
          </a:xfrm>
        </p:grpSpPr>
        <p:sp>
          <p:nvSpPr>
            <p:cNvPr id="11707" name="Google Shape;11707;p64"/>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4"/>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4"/>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4"/>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4"/>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4"/>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4"/>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4"/>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4"/>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4"/>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4"/>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4"/>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4"/>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4"/>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4"/>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4"/>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4"/>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4"/>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4"/>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4"/>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4"/>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4"/>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4"/>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4"/>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4"/>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4"/>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64"/>
          <p:cNvGrpSpPr/>
          <p:nvPr/>
        </p:nvGrpSpPr>
        <p:grpSpPr>
          <a:xfrm>
            <a:off x="5336808" y="1819575"/>
            <a:ext cx="274576" cy="354728"/>
            <a:chOff x="5353083" y="1973150"/>
            <a:chExt cx="274576" cy="354728"/>
          </a:xfrm>
        </p:grpSpPr>
        <p:sp>
          <p:nvSpPr>
            <p:cNvPr id="11734" name="Google Shape;11734;p64"/>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4"/>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4"/>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4"/>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4"/>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4"/>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4"/>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4"/>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4"/>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4"/>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4"/>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4"/>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4"/>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4"/>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4"/>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4"/>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4"/>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4"/>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4"/>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4"/>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4"/>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64"/>
          <p:cNvGrpSpPr/>
          <p:nvPr/>
        </p:nvGrpSpPr>
        <p:grpSpPr>
          <a:xfrm>
            <a:off x="4886426" y="1819575"/>
            <a:ext cx="274812" cy="354728"/>
            <a:chOff x="4902701" y="1973150"/>
            <a:chExt cx="274812" cy="354728"/>
          </a:xfrm>
        </p:grpSpPr>
        <p:sp>
          <p:nvSpPr>
            <p:cNvPr id="11756" name="Google Shape;11756;p64"/>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4"/>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4"/>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4"/>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4"/>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4"/>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4"/>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4"/>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4"/>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4"/>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4"/>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4"/>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4"/>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4"/>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4"/>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4"/>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4"/>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4"/>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4"/>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4"/>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4"/>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4"/>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4"/>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4"/>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4"/>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64"/>
          <p:cNvGrpSpPr/>
          <p:nvPr/>
        </p:nvGrpSpPr>
        <p:grpSpPr>
          <a:xfrm>
            <a:off x="4886426" y="2726414"/>
            <a:ext cx="272560" cy="354676"/>
            <a:chOff x="4902701" y="2879989"/>
            <a:chExt cx="272560" cy="354676"/>
          </a:xfrm>
        </p:grpSpPr>
        <p:sp>
          <p:nvSpPr>
            <p:cNvPr id="11782" name="Google Shape;11782;p64"/>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4"/>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4"/>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4"/>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4"/>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4"/>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4"/>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4"/>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4"/>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4"/>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4"/>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4"/>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4"/>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4"/>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4"/>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4"/>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4"/>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4"/>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4"/>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4"/>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4"/>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4"/>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4"/>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4"/>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6" name="Google Shape;11806;p64"/>
          <p:cNvGrpSpPr/>
          <p:nvPr/>
        </p:nvGrpSpPr>
        <p:grpSpPr>
          <a:xfrm>
            <a:off x="5787713" y="4114507"/>
            <a:ext cx="274550" cy="354728"/>
            <a:chOff x="5803988" y="4268082"/>
            <a:chExt cx="274550" cy="354728"/>
          </a:xfrm>
        </p:grpSpPr>
        <p:sp>
          <p:nvSpPr>
            <p:cNvPr id="11807" name="Google Shape;11807;p64"/>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4"/>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4"/>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4"/>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4"/>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4"/>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4"/>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4"/>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4"/>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4"/>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4"/>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4"/>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4"/>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4"/>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4"/>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4"/>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4"/>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4"/>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4"/>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4"/>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4"/>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4"/>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9" name="Google Shape;11829;p64"/>
          <p:cNvGrpSpPr/>
          <p:nvPr/>
        </p:nvGrpSpPr>
        <p:grpSpPr>
          <a:xfrm>
            <a:off x="5336074" y="4114507"/>
            <a:ext cx="274550" cy="354728"/>
            <a:chOff x="5352349" y="4268082"/>
            <a:chExt cx="274550" cy="354728"/>
          </a:xfrm>
        </p:grpSpPr>
        <p:sp>
          <p:nvSpPr>
            <p:cNvPr id="11830" name="Google Shape;11830;p64"/>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4"/>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4"/>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4"/>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4"/>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4"/>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4"/>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4"/>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4"/>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4"/>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4"/>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4"/>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4"/>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4"/>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4"/>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4"/>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4"/>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4"/>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4"/>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4"/>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4"/>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4"/>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2" name="Google Shape;11852;p64"/>
          <p:cNvGrpSpPr/>
          <p:nvPr/>
        </p:nvGrpSpPr>
        <p:grpSpPr>
          <a:xfrm>
            <a:off x="7590551" y="2265715"/>
            <a:ext cx="274550" cy="354728"/>
            <a:chOff x="7606826" y="2419290"/>
            <a:chExt cx="274550" cy="354728"/>
          </a:xfrm>
        </p:grpSpPr>
        <p:sp>
          <p:nvSpPr>
            <p:cNvPr id="11853" name="Google Shape;11853;p6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8" name="Google Shape;11868;p64"/>
          <p:cNvGrpSpPr/>
          <p:nvPr/>
        </p:nvGrpSpPr>
        <p:grpSpPr>
          <a:xfrm>
            <a:off x="7139907" y="2265715"/>
            <a:ext cx="274550" cy="354728"/>
            <a:chOff x="7156182" y="2419290"/>
            <a:chExt cx="274550" cy="354728"/>
          </a:xfrm>
        </p:grpSpPr>
        <p:sp>
          <p:nvSpPr>
            <p:cNvPr id="11869" name="Google Shape;11869;p64"/>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4"/>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4"/>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4"/>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4"/>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4"/>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4"/>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4"/>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4"/>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4"/>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4"/>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4"/>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4"/>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4"/>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4"/>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4" name="Google Shape;11884;p64"/>
          <p:cNvGrpSpPr/>
          <p:nvPr/>
        </p:nvGrpSpPr>
        <p:grpSpPr>
          <a:xfrm>
            <a:off x="6689001" y="2265715"/>
            <a:ext cx="274812" cy="354728"/>
            <a:chOff x="6705276" y="2419290"/>
            <a:chExt cx="274812" cy="354728"/>
          </a:xfrm>
        </p:grpSpPr>
        <p:sp>
          <p:nvSpPr>
            <p:cNvPr id="11885" name="Google Shape;11885;p64"/>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4"/>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4"/>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4"/>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4"/>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4"/>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4"/>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4"/>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4"/>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4"/>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4"/>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4"/>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4"/>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4"/>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4"/>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4"/>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4"/>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4"/>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4"/>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4"/>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4"/>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4"/>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4"/>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4"/>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4"/>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4"/>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4"/>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4"/>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64"/>
          <p:cNvGrpSpPr/>
          <p:nvPr/>
        </p:nvGrpSpPr>
        <p:grpSpPr>
          <a:xfrm>
            <a:off x="4886661" y="2265715"/>
            <a:ext cx="274576" cy="354728"/>
            <a:chOff x="4902936" y="2419290"/>
            <a:chExt cx="274576" cy="354728"/>
          </a:xfrm>
        </p:grpSpPr>
        <p:sp>
          <p:nvSpPr>
            <p:cNvPr id="11914" name="Google Shape;11914;p64"/>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4"/>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4"/>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4"/>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4"/>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4"/>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4"/>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4"/>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4"/>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4"/>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4"/>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4"/>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4"/>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4"/>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4"/>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4"/>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4"/>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4"/>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4"/>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4"/>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64"/>
          <p:cNvGrpSpPr/>
          <p:nvPr/>
        </p:nvGrpSpPr>
        <p:grpSpPr>
          <a:xfrm>
            <a:off x="7591781" y="3192219"/>
            <a:ext cx="270334" cy="354754"/>
            <a:chOff x="7608056" y="3345794"/>
            <a:chExt cx="270334" cy="354754"/>
          </a:xfrm>
        </p:grpSpPr>
        <p:sp>
          <p:nvSpPr>
            <p:cNvPr id="11935" name="Google Shape;11935;p64"/>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4"/>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4"/>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4"/>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4"/>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4"/>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4"/>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4"/>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4"/>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4"/>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4"/>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4"/>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4"/>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4"/>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4"/>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4"/>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4"/>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4"/>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4"/>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64"/>
          <p:cNvGrpSpPr/>
          <p:nvPr/>
        </p:nvGrpSpPr>
        <p:grpSpPr>
          <a:xfrm>
            <a:off x="6696490" y="4114507"/>
            <a:ext cx="263316" cy="354728"/>
            <a:chOff x="6712765" y="4268082"/>
            <a:chExt cx="263316" cy="354728"/>
          </a:xfrm>
        </p:grpSpPr>
        <p:sp>
          <p:nvSpPr>
            <p:cNvPr id="11955" name="Google Shape;11955;p64"/>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4"/>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4"/>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4"/>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4"/>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4"/>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4"/>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4"/>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4"/>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4"/>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4"/>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4"/>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4"/>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4"/>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4"/>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4"/>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64"/>
          <p:cNvGrpSpPr/>
          <p:nvPr/>
        </p:nvGrpSpPr>
        <p:grpSpPr>
          <a:xfrm>
            <a:off x="5343066" y="2265584"/>
            <a:ext cx="262819" cy="354859"/>
            <a:chOff x="5359341" y="2419159"/>
            <a:chExt cx="262819" cy="354859"/>
          </a:xfrm>
        </p:grpSpPr>
        <p:sp>
          <p:nvSpPr>
            <p:cNvPr id="11972" name="Google Shape;11972;p64"/>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4"/>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4"/>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4"/>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4"/>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4"/>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4"/>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4"/>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4"/>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4"/>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4"/>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4"/>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4"/>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4"/>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4"/>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4"/>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4"/>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4"/>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4"/>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4"/>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4"/>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3" name="Google Shape;11993;p64"/>
          <p:cNvGrpSpPr/>
          <p:nvPr/>
        </p:nvGrpSpPr>
        <p:grpSpPr>
          <a:xfrm>
            <a:off x="6693007" y="3636631"/>
            <a:ext cx="263316" cy="354493"/>
            <a:chOff x="6709282" y="3790206"/>
            <a:chExt cx="263316" cy="354493"/>
          </a:xfrm>
        </p:grpSpPr>
        <p:sp>
          <p:nvSpPr>
            <p:cNvPr id="11994" name="Google Shape;11994;p64"/>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4"/>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4"/>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4"/>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4"/>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4"/>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4"/>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4"/>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4"/>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4"/>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4"/>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4"/>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4"/>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4"/>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4"/>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4"/>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0" name="Google Shape;12010;p64"/>
          <p:cNvGrpSpPr/>
          <p:nvPr/>
        </p:nvGrpSpPr>
        <p:grpSpPr>
          <a:xfrm>
            <a:off x="6244354" y="2265715"/>
            <a:ext cx="263055" cy="354493"/>
            <a:chOff x="6260629" y="2419290"/>
            <a:chExt cx="263055" cy="354493"/>
          </a:xfrm>
        </p:grpSpPr>
        <p:sp>
          <p:nvSpPr>
            <p:cNvPr id="12011" name="Google Shape;12011;p64"/>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4"/>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4"/>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4"/>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4"/>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4"/>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4"/>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4"/>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4"/>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4"/>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4"/>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4"/>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4"/>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4"/>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4"/>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6" name="Google Shape;12026;p64"/>
          <p:cNvGrpSpPr/>
          <p:nvPr/>
        </p:nvGrpSpPr>
        <p:grpSpPr>
          <a:xfrm>
            <a:off x="6244589" y="2726336"/>
            <a:ext cx="263343" cy="354754"/>
            <a:chOff x="6260864" y="2879911"/>
            <a:chExt cx="263343" cy="354754"/>
          </a:xfrm>
        </p:grpSpPr>
        <p:sp>
          <p:nvSpPr>
            <p:cNvPr id="12027" name="Google Shape;12027;p64"/>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4"/>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4"/>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4"/>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4"/>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4"/>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4"/>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4"/>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4"/>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4"/>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4"/>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4"/>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4"/>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4"/>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4"/>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4"/>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4"/>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4"/>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5" name="Google Shape;12045;p64"/>
          <p:cNvGrpSpPr/>
          <p:nvPr/>
        </p:nvGrpSpPr>
        <p:grpSpPr>
          <a:xfrm>
            <a:off x="8046693" y="2265715"/>
            <a:ext cx="263316" cy="354728"/>
            <a:chOff x="8062968" y="2419290"/>
            <a:chExt cx="263316" cy="354728"/>
          </a:xfrm>
        </p:grpSpPr>
        <p:sp>
          <p:nvSpPr>
            <p:cNvPr id="12046" name="Google Shape;12046;p6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3" name="Google Shape;12063;p64"/>
          <p:cNvGrpSpPr/>
          <p:nvPr/>
        </p:nvGrpSpPr>
        <p:grpSpPr>
          <a:xfrm>
            <a:off x="5793448" y="2265715"/>
            <a:ext cx="263316" cy="354728"/>
            <a:chOff x="5809723" y="2419290"/>
            <a:chExt cx="263316" cy="354728"/>
          </a:xfrm>
        </p:grpSpPr>
        <p:sp>
          <p:nvSpPr>
            <p:cNvPr id="12064" name="Google Shape;12064;p64"/>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4"/>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4"/>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4"/>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4"/>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4"/>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4"/>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4"/>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4"/>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4"/>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4"/>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4"/>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4"/>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4"/>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4"/>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4"/>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4"/>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64"/>
          <p:cNvGrpSpPr/>
          <p:nvPr/>
        </p:nvGrpSpPr>
        <p:grpSpPr>
          <a:xfrm>
            <a:off x="7590551" y="1349424"/>
            <a:ext cx="263552" cy="354754"/>
            <a:chOff x="7606826" y="1502999"/>
            <a:chExt cx="263552" cy="354754"/>
          </a:xfrm>
        </p:grpSpPr>
        <p:sp>
          <p:nvSpPr>
            <p:cNvPr id="12082" name="Google Shape;12082;p64"/>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4"/>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4"/>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4"/>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4"/>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4"/>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4"/>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4"/>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4"/>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4"/>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4"/>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4"/>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4"/>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4"/>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4"/>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4"/>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4"/>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4"/>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0" name="Google Shape;12100;p64"/>
          <p:cNvGrpSpPr/>
          <p:nvPr/>
        </p:nvGrpSpPr>
        <p:grpSpPr>
          <a:xfrm>
            <a:off x="8044180" y="3636500"/>
            <a:ext cx="264076" cy="354623"/>
            <a:chOff x="8060455" y="3790075"/>
            <a:chExt cx="264076" cy="354623"/>
          </a:xfrm>
        </p:grpSpPr>
        <p:sp>
          <p:nvSpPr>
            <p:cNvPr id="12101" name="Google Shape;12101;p64"/>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4"/>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4"/>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4"/>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4"/>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4"/>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4"/>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4"/>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4"/>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4"/>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4"/>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4"/>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4"/>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4"/>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4"/>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4"/>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4"/>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4"/>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4"/>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4"/>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4"/>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4"/>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4"/>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4" name="Google Shape;12124;p64"/>
          <p:cNvGrpSpPr/>
          <p:nvPr/>
        </p:nvGrpSpPr>
        <p:grpSpPr>
          <a:xfrm>
            <a:off x="7598275" y="2726336"/>
            <a:ext cx="263316" cy="354754"/>
            <a:chOff x="7614550" y="2879911"/>
            <a:chExt cx="263316" cy="354754"/>
          </a:xfrm>
        </p:grpSpPr>
        <p:sp>
          <p:nvSpPr>
            <p:cNvPr id="12125" name="Google Shape;12125;p64"/>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4"/>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4"/>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4"/>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4"/>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4"/>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4"/>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4"/>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4"/>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4"/>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4"/>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4"/>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4"/>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4"/>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4"/>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4"/>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4"/>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4"/>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4"/>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4" name="Google Shape;12144;p64"/>
          <p:cNvGrpSpPr/>
          <p:nvPr/>
        </p:nvGrpSpPr>
        <p:grpSpPr>
          <a:xfrm>
            <a:off x="4884409" y="4114612"/>
            <a:ext cx="274576" cy="354623"/>
            <a:chOff x="4900684" y="4268187"/>
            <a:chExt cx="274576" cy="354623"/>
          </a:xfrm>
        </p:grpSpPr>
        <p:sp>
          <p:nvSpPr>
            <p:cNvPr id="12145" name="Google Shape;12145;p64"/>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4"/>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4"/>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4"/>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4"/>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4"/>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4"/>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4"/>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4"/>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4"/>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4"/>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4"/>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4"/>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4"/>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4"/>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64"/>
          <p:cNvGrpSpPr/>
          <p:nvPr/>
        </p:nvGrpSpPr>
        <p:grpSpPr>
          <a:xfrm>
            <a:off x="7145379" y="3192219"/>
            <a:ext cx="263343" cy="354754"/>
            <a:chOff x="7161654" y="3345794"/>
            <a:chExt cx="263343" cy="354754"/>
          </a:xfrm>
        </p:grpSpPr>
        <p:sp>
          <p:nvSpPr>
            <p:cNvPr id="12161" name="Google Shape;12161;p64"/>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4"/>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4"/>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4"/>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4"/>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4"/>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4"/>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4"/>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4"/>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4"/>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4"/>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4"/>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4"/>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4"/>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4"/>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4"/>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4"/>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4"/>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4"/>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64"/>
          <p:cNvGrpSpPr/>
          <p:nvPr/>
        </p:nvGrpSpPr>
        <p:grpSpPr>
          <a:xfrm>
            <a:off x="6695495" y="3192219"/>
            <a:ext cx="263081" cy="354754"/>
            <a:chOff x="6711770" y="3345794"/>
            <a:chExt cx="263081" cy="354754"/>
          </a:xfrm>
        </p:grpSpPr>
        <p:sp>
          <p:nvSpPr>
            <p:cNvPr id="12181" name="Google Shape;12181;p64"/>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4"/>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4"/>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4"/>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4"/>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4"/>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4"/>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4"/>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4"/>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4"/>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4"/>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4"/>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4"/>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4"/>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4"/>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4"/>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4"/>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8" name="Google Shape;12198;p64"/>
          <p:cNvGrpSpPr/>
          <p:nvPr/>
        </p:nvGrpSpPr>
        <p:grpSpPr>
          <a:xfrm>
            <a:off x="7147134" y="2726676"/>
            <a:ext cx="263316" cy="354414"/>
            <a:chOff x="7163409" y="2880251"/>
            <a:chExt cx="263316" cy="354414"/>
          </a:xfrm>
        </p:grpSpPr>
        <p:sp>
          <p:nvSpPr>
            <p:cNvPr id="12199" name="Google Shape;12199;p64"/>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4"/>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4"/>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4"/>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4"/>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4"/>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4"/>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4"/>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4"/>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4"/>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4"/>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4"/>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64"/>
          <p:cNvGrpSpPr/>
          <p:nvPr/>
        </p:nvGrpSpPr>
        <p:grpSpPr>
          <a:xfrm>
            <a:off x="6695757" y="2726597"/>
            <a:ext cx="263316" cy="354493"/>
            <a:chOff x="6712032" y="2880172"/>
            <a:chExt cx="263316" cy="354493"/>
          </a:xfrm>
        </p:grpSpPr>
        <p:sp>
          <p:nvSpPr>
            <p:cNvPr id="12212" name="Google Shape;12212;p64"/>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4"/>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4"/>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4"/>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4"/>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4"/>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4"/>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4"/>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4"/>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4"/>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4"/>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4"/>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4"/>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4"/>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4"/>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4"/>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4"/>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4"/>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4"/>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4"/>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4"/>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3" name="Google Shape;12233;p64"/>
          <p:cNvGrpSpPr/>
          <p:nvPr/>
        </p:nvGrpSpPr>
        <p:grpSpPr>
          <a:xfrm>
            <a:off x="6245349" y="3192219"/>
            <a:ext cx="263316" cy="354754"/>
            <a:chOff x="6261624" y="3345794"/>
            <a:chExt cx="263316" cy="354754"/>
          </a:xfrm>
        </p:grpSpPr>
        <p:sp>
          <p:nvSpPr>
            <p:cNvPr id="12234" name="Google Shape;12234;p64"/>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4"/>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4"/>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4"/>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4"/>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4"/>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4"/>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4"/>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4"/>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4"/>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4"/>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4"/>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4"/>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4"/>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4"/>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4"/>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4"/>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4"/>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4"/>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4"/>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4"/>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4"/>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4"/>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4"/>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4"/>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4"/>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4"/>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4"/>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2" name="Google Shape;12262;p64"/>
          <p:cNvSpPr/>
          <p:nvPr/>
        </p:nvSpPr>
        <p:spPr>
          <a:xfrm>
            <a:off x="5864147" y="3209475"/>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3" name="Google Shape;12263;p64"/>
          <p:cNvGrpSpPr/>
          <p:nvPr/>
        </p:nvGrpSpPr>
        <p:grpSpPr>
          <a:xfrm>
            <a:off x="5795464" y="3192219"/>
            <a:ext cx="263316" cy="354754"/>
            <a:chOff x="5811739" y="3345794"/>
            <a:chExt cx="263316" cy="354754"/>
          </a:xfrm>
        </p:grpSpPr>
        <p:sp>
          <p:nvSpPr>
            <p:cNvPr id="12264" name="Google Shape;12264;p64"/>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4"/>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4"/>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4"/>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4"/>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4"/>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4"/>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4"/>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4"/>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4"/>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4"/>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4"/>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4"/>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4"/>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4"/>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4"/>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4"/>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4"/>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4"/>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4"/>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4"/>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5" name="Google Shape;12285;p64"/>
          <p:cNvGrpSpPr/>
          <p:nvPr/>
        </p:nvGrpSpPr>
        <p:grpSpPr>
          <a:xfrm>
            <a:off x="5347543" y="3192219"/>
            <a:ext cx="259074" cy="354493"/>
            <a:chOff x="5363818" y="3345794"/>
            <a:chExt cx="259074" cy="354493"/>
          </a:xfrm>
        </p:grpSpPr>
        <p:sp>
          <p:nvSpPr>
            <p:cNvPr id="12286" name="Google Shape;12286;p64"/>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4"/>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4"/>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4"/>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4"/>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4"/>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4"/>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4"/>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4"/>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4"/>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4"/>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4"/>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4"/>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4"/>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4"/>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4"/>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4"/>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4"/>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4"/>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4"/>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4"/>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4"/>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4"/>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4"/>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4"/>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1" name="Google Shape;12311;p64"/>
          <p:cNvGrpSpPr/>
          <p:nvPr/>
        </p:nvGrpSpPr>
        <p:grpSpPr>
          <a:xfrm>
            <a:off x="4896664" y="3192088"/>
            <a:ext cx="261326" cy="354885"/>
            <a:chOff x="4912939" y="3345663"/>
            <a:chExt cx="261326" cy="354885"/>
          </a:xfrm>
        </p:grpSpPr>
        <p:sp>
          <p:nvSpPr>
            <p:cNvPr id="12312" name="Google Shape;12312;p64"/>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4"/>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4"/>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4"/>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4"/>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4"/>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4"/>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4"/>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4"/>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4"/>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4"/>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4"/>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4"/>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4"/>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4"/>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4"/>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4"/>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4"/>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4"/>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4"/>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4"/>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3" name="Google Shape;12333;p64"/>
          <p:cNvGrpSpPr/>
          <p:nvPr/>
        </p:nvGrpSpPr>
        <p:grpSpPr>
          <a:xfrm>
            <a:off x="5793448" y="2726336"/>
            <a:ext cx="263081" cy="355016"/>
            <a:chOff x="5809723" y="2879911"/>
            <a:chExt cx="263081" cy="355016"/>
          </a:xfrm>
        </p:grpSpPr>
        <p:sp>
          <p:nvSpPr>
            <p:cNvPr id="12334" name="Google Shape;12334;p64"/>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4"/>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4"/>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4"/>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4"/>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4"/>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4"/>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4"/>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4"/>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4"/>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4"/>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4"/>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4"/>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4"/>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4"/>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4"/>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4"/>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4"/>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4"/>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4"/>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4"/>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4"/>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6" name="Google Shape;12356;p64"/>
          <p:cNvGrpSpPr/>
          <p:nvPr/>
        </p:nvGrpSpPr>
        <p:grpSpPr>
          <a:xfrm>
            <a:off x="7599794" y="4114481"/>
            <a:ext cx="263316" cy="354754"/>
            <a:chOff x="7616069" y="4268056"/>
            <a:chExt cx="263316" cy="354754"/>
          </a:xfrm>
        </p:grpSpPr>
        <p:sp>
          <p:nvSpPr>
            <p:cNvPr id="12357" name="Google Shape;12357;p64"/>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4"/>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4"/>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4"/>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4"/>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4"/>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4"/>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4"/>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4"/>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4"/>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4"/>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4"/>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4"/>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4"/>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4"/>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4"/>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4"/>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64"/>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4"/>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4"/>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4"/>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8" name="Google Shape;12378;p64"/>
          <p:cNvGrpSpPr/>
          <p:nvPr/>
        </p:nvGrpSpPr>
        <p:grpSpPr>
          <a:xfrm>
            <a:off x="7148129" y="4114743"/>
            <a:ext cx="263316" cy="354493"/>
            <a:chOff x="7164404" y="4268318"/>
            <a:chExt cx="263316" cy="354493"/>
          </a:xfrm>
        </p:grpSpPr>
        <p:sp>
          <p:nvSpPr>
            <p:cNvPr id="12379" name="Google Shape;12379;p64"/>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4"/>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4"/>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4"/>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4"/>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4"/>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4"/>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4"/>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4"/>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4"/>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4"/>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4"/>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4"/>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4"/>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4"/>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4"/>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5" name="Google Shape;12395;p64"/>
          <p:cNvGrpSpPr/>
          <p:nvPr/>
        </p:nvGrpSpPr>
        <p:grpSpPr>
          <a:xfrm>
            <a:off x="5342071" y="2726336"/>
            <a:ext cx="263316" cy="354754"/>
            <a:chOff x="5358346" y="2879911"/>
            <a:chExt cx="263316" cy="354754"/>
          </a:xfrm>
        </p:grpSpPr>
        <p:sp>
          <p:nvSpPr>
            <p:cNvPr id="12396" name="Google Shape;12396;p64"/>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4"/>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4"/>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4"/>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4"/>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4"/>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4"/>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4"/>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4"/>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4"/>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4"/>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4"/>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4"/>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4"/>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4"/>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64"/>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64"/>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4"/>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4"/>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4"/>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4"/>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64"/>
          <p:cNvGrpSpPr/>
          <p:nvPr/>
        </p:nvGrpSpPr>
        <p:grpSpPr>
          <a:xfrm>
            <a:off x="8045175" y="3192167"/>
            <a:ext cx="263316" cy="354807"/>
            <a:chOff x="8061450" y="3345742"/>
            <a:chExt cx="263316" cy="354807"/>
          </a:xfrm>
        </p:grpSpPr>
        <p:sp>
          <p:nvSpPr>
            <p:cNvPr id="12418" name="Google Shape;12418;p64"/>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64"/>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64"/>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64"/>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4"/>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4"/>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64"/>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64"/>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4"/>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4"/>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4"/>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4"/>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4"/>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4"/>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4"/>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4"/>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64"/>
          <p:cNvGrpSpPr/>
          <p:nvPr/>
        </p:nvGrpSpPr>
        <p:grpSpPr>
          <a:xfrm>
            <a:off x="8049678" y="2726336"/>
            <a:ext cx="263081" cy="354754"/>
            <a:chOff x="8065953" y="2879911"/>
            <a:chExt cx="263081" cy="354754"/>
          </a:xfrm>
        </p:grpSpPr>
        <p:sp>
          <p:nvSpPr>
            <p:cNvPr id="12435" name="Google Shape;12435;p64"/>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4"/>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4"/>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4"/>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4"/>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64"/>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4"/>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4"/>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4"/>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64"/>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64"/>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4"/>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4"/>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4"/>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4"/>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4"/>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1" name="Google Shape;12451;p64"/>
          <p:cNvGrpSpPr/>
          <p:nvPr/>
        </p:nvGrpSpPr>
        <p:grpSpPr>
          <a:xfrm>
            <a:off x="8047924" y="4114743"/>
            <a:ext cx="270308" cy="354493"/>
            <a:chOff x="8064199" y="4268318"/>
            <a:chExt cx="270308" cy="354493"/>
          </a:xfrm>
        </p:grpSpPr>
        <p:sp>
          <p:nvSpPr>
            <p:cNvPr id="12452" name="Google Shape;12452;p64"/>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4"/>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4"/>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4"/>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4"/>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4"/>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4"/>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4"/>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4"/>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4"/>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4"/>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4"/>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4"/>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4"/>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4"/>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4"/>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0" name="Google Shape;12470;p64"/>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Help &amp; Support Icons</a:t>
            </a:r>
            <a:endParaRPr sz="2400">
              <a:solidFill>
                <a:schemeClr val="lt1"/>
              </a:solidFill>
            </a:endParaRPr>
          </a:p>
        </p:txBody>
      </p:sp>
      <p:sp>
        <p:nvSpPr>
          <p:cNvPr id="12471" name="Google Shape;12471;p64"/>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75"/>
        <p:cNvGrpSpPr/>
        <p:nvPr/>
      </p:nvGrpSpPr>
      <p:grpSpPr>
        <a:xfrm>
          <a:off x="0" y="0"/>
          <a:ext cx="0" cy="0"/>
          <a:chOff x="0" y="0"/>
          <a:chExt cx="0" cy="0"/>
        </a:xfrm>
      </p:grpSpPr>
      <p:grpSp>
        <p:nvGrpSpPr>
          <p:cNvPr id="12476" name="Google Shape;12476;p65"/>
          <p:cNvGrpSpPr/>
          <p:nvPr/>
        </p:nvGrpSpPr>
        <p:grpSpPr>
          <a:xfrm>
            <a:off x="3507933" y="3164345"/>
            <a:ext cx="381482" cy="366926"/>
            <a:chOff x="3511608" y="3348218"/>
            <a:chExt cx="381482" cy="366926"/>
          </a:xfrm>
        </p:grpSpPr>
        <p:sp>
          <p:nvSpPr>
            <p:cNvPr id="12477" name="Google Shape;12477;p65"/>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5"/>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5"/>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5"/>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5"/>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5"/>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5"/>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5"/>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5"/>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5"/>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5"/>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5"/>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5"/>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5"/>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1" name="Google Shape;12491;p65"/>
          <p:cNvGrpSpPr/>
          <p:nvPr/>
        </p:nvGrpSpPr>
        <p:grpSpPr>
          <a:xfrm>
            <a:off x="1846141" y="3623467"/>
            <a:ext cx="163616" cy="366665"/>
            <a:chOff x="1849816" y="3807339"/>
            <a:chExt cx="163616" cy="366665"/>
          </a:xfrm>
        </p:grpSpPr>
        <p:sp>
          <p:nvSpPr>
            <p:cNvPr id="12492" name="Google Shape;12492;p65"/>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5"/>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65"/>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5"/>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5"/>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5"/>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5"/>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5"/>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5"/>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5"/>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5"/>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5"/>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5"/>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5"/>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6" name="Google Shape;12506;p65"/>
          <p:cNvGrpSpPr/>
          <p:nvPr/>
        </p:nvGrpSpPr>
        <p:grpSpPr>
          <a:xfrm>
            <a:off x="2271082" y="3623441"/>
            <a:ext cx="202292" cy="366430"/>
            <a:chOff x="2274757" y="3807313"/>
            <a:chExt cx="202292" cy="366430"/>
          </a:xfrm>
        </p:grpSpPr>
        <p:sp>
          <p:nvSpPr>
            <p:cNvPr id="12507" name="Google Shape;12507;p65"/>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5"/>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5"/>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65"/>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5"/>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5"/>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5"/>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5"/>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5"/>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5"/>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65"/>
          <p:cNvGrpSpPr/>
          <p:nvPr/>
        </p:nvGrpSpPr>
        <p:grpSpPr>
          <a:xfrm>
            <a:off x="3969041" y="3164345"/>
            <a:ext cx="366404" cy="366665"/>
            <a:chOff x="3972716" y="3348218"/>
            <a:chExt cx="366404" cy="366665"/>
          </a:xfrm>
        </p:grpSpPr>
        <p:sp>
          <p:nvSpPr>
            <p:cNvPr id="12518" name="Google Shape;12518;p65"/>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5"/>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5"/>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5"/>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5"/>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65"/>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5"/>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5"/>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5"/>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5"/>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5"/>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5"/>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0" name="Google Shape;12530;p65"/>
          <p:cNvGrpSpPr/>
          <p:nvPr/>
        </p:nvGrpSpPr>
        <p:grpSpPr>
          <a:xfrm>
            <a:off x="862853" y="3164476"/>
            <a:ext cx="317405" cy="366534"/>
            <a:chOff x="866528" y="3348348"/>
            <a:chExt cx="317405" cy="366534"/>
          </a:xfrm>
        </p:grpSpPr>
        <p:sp>
          <p:nvSpPr>
            <p:cNvPr id="12531" name="Google Shape;12531;p65"/>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5"/>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5"/>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5"/>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65"/>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5"/>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5"/>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5"/>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9" name="Google Shape;12539;p65"/>
          <p:cNvGrpSpPr/>
          <p:nvPr/>
        </p:nvGrpSpPr>
        <p:grpSpPr>
          <a:xfrm>
            <a:off x="1313143" y="3164423"/>
            <a:ext cx="310872" cy="366848"/>
            <a:chOff x="1316818" y="3348296"/>
            <a:chExt cx="310872" cy="366848"/>
          </a:xfrm>
        </p:grpSpPr>
        <p:sp>
          <p:nvSpPr>
            <p:cNvPr id="12540" name="Google Shape;12540;p65"/>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5"/>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5"/>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5"/>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5"/>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5"/>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5"/>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5"/>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5"/>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65"/>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65"/>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5"/>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5"/>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5"/>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5"/>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5"/>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5"/>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5"/>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5"/>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5"/>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5"/>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5"/>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5"/>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5"/>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4" name="Google Shape;12564;p65"/>
          <p:cNvGrpSpPr/>
          <p:nvPr/>
        </p:nvGrpSpPr>
        <p:grpSpPr>
          <a:xfrm>
            <a:off x="3101573" y="3164371"/>
            <a:ext cx="305620" cy="366430"/>
            <a:chOff x="3105248" y="3348244"/>
            <a:chExt cx="305620" cy="366430"/>
          </a:xfrm>
        </p:grpSpPr>
        <p:sp>
          <p:nvSpPr>
            <p:cNvPr id="12565" name="Google Shape;12565;p65"/>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5"/>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5"/>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65"/>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5"/>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5"/>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65"/>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65"/>
          <p:cNvGrpSpPr/>
          <p:nvPr/>
        </p:nvGrpSpPr>
        <p:grpSpPr>
          <a:xfrm>
            <a:off x="2658313" y="3164345"/>
            <a:ext cx="304078" cy="366665"/>
            <a:chOff x="2661988" y="3348218"/>
            <a:chExt cx="304078" cy="366665"/>
          </a:xfrm>
        </p:grpSpPr>
        <p:sp>
          <p:nvSpPr>
            <p:cNvPr id="12573" name="Google Shape;12573;p65"/>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5"/>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5"/>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65"/>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5"/>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5"/>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5"/>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5"/>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5"/>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5"/>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5"/>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5"/>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5"/>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5"/>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5"/>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5"/>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5"/>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5"/>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5"/>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2" name="Google Shape;12592;p65"/>
          <p:cNvGrpSpPr/>
          <p:nvPr/>
        </p:nvGrpSpPr>
        <p:grpSpPr>
          <a:xfrm>
            <a:off x="2209252" y="3165024"/>
            <a:ext cx="307606" cy="366482"/>
            <a:chOff x="2212927" y="3348897"/>
            <a:chExt cx="307606" cy="366482"/>
          </a:xfrm>
        </p:grpSpPr>
        <p:sp>
          <p:nvSpPr>
            <p:cNvPr id="12593" name="Google Shape;12593;p65"/>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5"/>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5"/>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5"/>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5"/>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5"/>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5"/>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5"/>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5"/>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5"/>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3" name="Google Shape;12603;p65"/>
          <p:cNvGrpSpPr/>
          <p:nvPr/>
        </p:nvGrpSpPr>
        <p:grpSpPr>
          <a:xfrm>
            <a:off x="1760714" y="3164345"/>
            <a:ext cx="310114" cy="366665"/>
            <a:chOff x="1764389" y="3348218"/>
            <a:chExt cx="310114" cy="366665"/>
          </a:xfrm>
        </p:grpSpPr>
        <p:sp>
          <p:nvSpPr>
            <p:cNvPr id="12604" name="Google Shape;12604;p65"/>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5"/>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5"/>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5"/>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5"/>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5"/>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5"/>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5"/>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5"/>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5"/>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5"/>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5"/>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5"/>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5"/>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5"/>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5"/>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5"/>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65"/>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5"/>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5"/>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4" name="Google Shape;12624;p65"/>
          <p:cNvGrpSpPr/>
          <p:nvPr/>
        </p:nvGrpSpPr>
        <p:grpSpPr>
          <a:xfrm>
            <a:off x="2773897" y="3623415"/>
            <a:ext cx="81716" cy="366717"/>
            <a:chOff x="2777572" y="3807287"/>
            <a:chExt cx="81716" cy="366717"/>
          </a:xfrm>
        </p:grpSpPr>
        <p:sp>
          <p:nvSpPr>
            <p:cNvPr id="12625" name="Google Shape;12625;p65"/>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5"/>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5"/>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5"/>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5"/>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5"/>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5"/>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5"/>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5"/>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5"/>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5"/>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6" name="Google Shape;12636;p65"/>
          <p:cNvGrpSpPr/>
          <p:nvPr/>
        </p:nvGrpSpPr>
        <p:grpSpPr>
          <a:xfrm>
            <a:off x="3930339" y="4145908"/>
            <a:ext cx="366665" cy="256334"/>
            <a:chOff x="3934014" y="4329780"/>
            <a:chExt cx="366665" cy="256334"/>
          </a:xfrm>
        </p:grpSpPr>
        <p:sp>
          <p:nvSpPr>
            <p:cNvPr id="12637" name="Google Shape;12637;p65"/>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5"/>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65"/>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5"/>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5"/>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5"/>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65"/>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5"/>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5"/>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5"/>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5"/>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65"/>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65"/>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65"/>
          <p:cNvGrpSpPr/>
          <p:nvPr/>
        </p:nvGrpSpPr>
        <p:grpSpPr>
          <a:xfrm>
            <a:off x="943995" y="3623467"/>
            <a:ext cx="194295" cy="366404"/>
            <a:chOff x="947670" y="3807339"/>
            <a:chExt cx="194295" cy="366404"/>
          </a:xfrm>
        </p:grpSpPr>
        <p:sp>
          <p:nvSpPr>
            <p:cNvPr id="12651" name="Google Shape;12651;p65"/>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5"/>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5"/>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5"/>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5"/>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5"/>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5"/>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5"/>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5"/>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5"/>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65"/>
          <p:cNvGrpSpPr/>
          <p:nvPr/>
        </p:nvGrpSpPr>
        <p:grpSpPr>
          <a:xfrm>
            <a:off x="3416704" y="4102685"/>
            <a:ext cx="368939" cy="342283"/>
            <a:chOff x="3420379" y="4286557"/>
            <a:chExt cx="368939" cy="342283"/>
          </a:xfrm>
        </p:grpSpPr>
        <p:sp>
          <p:nvSpPr>
            <p:cNvPr id="12662" name="Google Shape;12662;p65"/>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5"/>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5"/>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65"/>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65"/>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65"/>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5"/>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5"/>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5"/>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5"/>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5"/>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5"/>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5"/>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5"/>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65"/>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65"/>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65"/>
          <p:cNvGrpSpPr/>
          <p:nvPr/>
        </p:nvGrpSpPr>
        <p:grpSpPr>
          <a:xfrm>
            <a:off x="3961515" y="3658380"/>
            <a:ext cx="369801" cy="296813"/>
            <a:chOff x="3965190" y="3842252"/>
            <a:chExt cx="369801" cy="296813"/>
          </a:xfrm>
        </p:grpSpPr>
        <p:sp>
          <p:nvSpPr>
            <p:cNvPr id="12679" name="Google Shape;12679;p65"/>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65"/>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5"/>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5"/>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5"/>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65"/>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65"/>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5"/>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5"/>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5"/>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5"/>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5"/>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65"/>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5"/>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5"/>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5"/>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5"/>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65"/>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5"/>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65"/>
          <p:cNvGrpSpPr/>
          <p:nvPr/>
        </p:nvGrpSpPr>
        <p:grpSpPr>
          <a:xfrm>
            <a:off x="3502915" y="3649939"/>
            <a:ext cx="396796" cy="313407"/>
            <a:chOff x="3506590" y="3833812"/>
            <a:chExt cx="396796" cy="313407"/>
          </a:xfrm>
        </p:grpSpPr>
        <p:sp>
          <p:nvSpPr>
            <p:cNvPr id="12701" name="Google Shape;12701;p65"/>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65"/>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5"/>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4" name="Google Shape;12704;p65"/>
          <p:cNvGrpSpPr/>
          <p:nvPr/>
        </p:nvGrpSpPr>
        <p:grpSpPr>
          <a:xfrm>
            <a:off x="2765613" y="1781491"/>
            <a:ext cx="104556" cy="366665"/>
            <a:chOff x="2769288" y="1965364"/>
            <a:chExt cx="104556" cy="366665"/>
          </a:xfrm>
        </p:grpSpPr>
        <p:sp>
          <p:nvSpPr>
            <p:cNvPr id="12705" name="Google Shape;12705;p65"/>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5"/>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65"/>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5"/>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5"/>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5"/>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5"/>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5"/>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5"/>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5"/>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65"/>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65"/>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7" name="Google Shape;12717;p65"/>
          <p:cNvGrpSpPr/>
          <p:nvPr/>
        </p:nvGrpSpPr>
        <p:grpSpPr>
          <a:xfrm>
            <a:off x="3963004" y="1826988"/>
            <a:ext cx="367162" cy="275698"/>
            <a:chOff x="3966679" y="2010861"/>
            <a:chExt cx="367162" cy="275698"/>
          </a:xfrm>
        </p:grpSpPr>
        <p:sp>
          <p:nvSpPr>
            <p:cNvPr id="12718" name="Google Shape;12718;p65"/>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5"/>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65"/>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65"/>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2" name="Google Shape;12722;p65"/>
          <p:cNvGrpSpPr/>
          <p:nvPr/>
        </p:nvGrpSpPr>
        <p:grpSpPr>
          <a:xfrm>
            <a:off x="1748902" y="1841622"/>
            <a:ext cx="366404" cy="246220"/>
            <a:chOff x="1752577" y="2025495"/>
            <a:chExt cx="366404" cy="246220"/>
          </a:xfrm>
        </p:grpSpPr>
        <p:sp>
          <p:nvSpPr>
            <p:cNvPr id="12723" name="Google Shape;12723;p65"/>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5"/>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5"/>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5"/>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65"/>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65"/>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5"/>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5"/>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5"/>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5"/>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5"/>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5"/>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5"/>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5"/>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5"/>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5"/>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65"/>
          <p:cNvGrpSpPr/>
          <p:nvPr/>
        </p:nvGrpSpPr>
        <p:grpSpPr>
          <a:xfrm>
            <a:off x="1305878" y="1885708"/>
            <a:ext cx="366404" cy="158363"/>
            <a:chOff x="1309553" y="2069580"/>
            <a:chExt cx="366404" cy="158363"/>
          </a:xfrm>
        </p:grpSpPr>
        <p:sp>
          <p:nvSpPr>
            <p:cNvPr id="12740" name="Google Shape;12740;p65"/>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5"/>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5"/>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5"/>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5"/>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5"/>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5"/>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5"/>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5"/>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5"/>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65"/>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65"/>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5"/>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5"/>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5"/>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5"/>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5"/>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5"/>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5"/>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5"/>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5"/>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5"/>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65"/>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5"/>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6" name="Google Shape;12766;p65"/>
          <p:cNvGrpSpPr/>
          <p:nvPr/>
        </p:nvGrpSpPr>
        <p:grpSpPr>
          <a:xfrm>
            <a:off x="862853" y="1904889"/>
            <a:ext cx="366639" cy="119635"/>
            <a:chOff x="866528" y="2088762"/>
            <a:chExt cx="366639" cy="119635"/>
          </a:xfrm>
        </p:grpSpPr>
        <p:sp>
          <p:nvSpPr>
            <p:cNvPr id="12767" name="Google Shape;12767;p65"/>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5"/>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5"/>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5"/>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5"/>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5"/>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5"/>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5"/>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5"/>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5"/>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5"/>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5"/>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5"/>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5"/>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65"/>
          <p:cNvGrpSpPr/>
          <p:nvPr/>
        </p:nvGrpSpPr>
        <p:grpSpPr>
          <a:xfrm>
            <a:off x="2325594" y="1781439"/>
            <a:ext cx="98807" cy="366273"/>
            <a:chOff x="2329269" y="1965312"/>
            <a:chExt cx="98807" cy="366273"/>
          </a:xfrm>
        </p:grpSpPr>
        <p:sp>
          <p:nvSpPr>
            <p:cNvPr id="12782" name="Google Shape;12782;p65"/>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5"/>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5"/>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65"/>
          <p:cNvGrpSpPr/>
          <p:nvPr/>
        </p:nvGrpSpPr>
        <p:grpSpPr>
          <a:xfrm>
            <a:off x="3204378" y="1781099"/>
            <a:ext cx="112344" cy="366926"/>
            <a:chOff x="3208053" y="1964972"/>
            <a:chExt cx="112344" cy="366926"/>
          </a:xfrm>
        </p:grpSpPr>
        <p:sp>
          <p:nvSpPr>
            <p:cNvPr id="12786" name="Google Shape;12786;p65"/>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5"/>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5"/>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5"/>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5"/>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5"/>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2" name="Google Shape;12792;p65"/>
          <p:cNvGrpSpPr/>
          <p:nvPr/>
        </p:nvGrpSpPr>
        <p:grpSpPr>
          <a:xfrm>
            <a:off x="3221704" y="3623467"/>
            <a:ext cx="72413" cy="366404"/>
            <a:chOff x="3225379" y="3807339"/>
            <a:chExt cx="72413" cy="366404"/>
          </a:xfrm>
        </p:grpSpPr>
        <p:sp>
          <p:nvSpPr>
            <p:cNvPr id="12793" name="Google Shape;12793;p65"/>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65"/>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5"/>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5"/>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5"/>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5"/>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5"/>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5"/>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1" name="Google Shape;12801;p65"/>
          <p:cNvGrpSpPr/>
          <p:nvPr/>
        </p:nvGrpSpPr>
        <p:grpSpPr>
          <a:xfrm>
            <a:off x="3520241" y="1827223"/>
            <a:ext cx="366665" cy="275201"/>
            <a:chOff x="3523916" y="2011096"/>
            <a:chExt cx="366665" cy="275201"/>
          </a:xfrm>
        </p:grpSpPr>
        <p:sp>
          <p:nvSpPr>
            <p:cNvPr id="12802" name="Google Shape;12802;p65"/>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5"/>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5"/>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5"/>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5"/>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5"/>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5"/>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65"/>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5"/>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5"/>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5"/>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5"/>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5"/>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5"/>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5"/>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5"/>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5"/>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5"/>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65"/>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65"/>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2" name="Google Shape;12822;p65"/>
          <p:cNvGrpSpPr/>
          <p:nvPr/>
        </p:nvGrpSpPr>
        <p:grpSpPr>
          <a:xfrm>
            <a:off x="1739102" y="1316124"/>
            <a:ext cx="393791" cy="366744"/>
            <a:chOff x="1742777" y="1499997"/>
            <a:chExt cx="393791" cy="366744"/>
          </a:xfrm>
        </p:grpSpPr>
        <p:sp>
          <p:nvSpPr>
            <p:cNvPr id="12823" name="Google Shape;12823;p65"/>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5"/>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5"/>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5"/>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5"/>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5"/>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5"/>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5"/>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65"/>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5"/>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5"/>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5"/>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5"/>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5"/>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65"/>
          <p:cNvGrpSpPr/>
          <p:nvPr/>
        </p:nvGrpSpPr>
        <p:grpSpPr>
          <a:xfrm>
            <a:off x="4010774" y="1316124"/>
            <a:ext cx="319914" cy="366639"/>
            <a:chOff x="4014449" y="1499997"/>
            <a:chExt cx="319914" cy="366639"/>
          </a:xfrm>
        </p:grpSpPr>
        <p:sp>
          <p:nvSpPr>
            <p:cNvPr id="12838" name="Google Shape;12838;p65"/>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65"/>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5"/>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5"/>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65"/>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65"/>
          <p:cNvGrpSpPr/>
          <p:nvPr/>
        </p:nvGrpSpPr>
        <p:grpSpPr>
          <a:xfrm>
            <a:off x="862592" y="1407588"/>
            <a:ext cx="367397" cy="183711"/>
            <a:chOff x="866267" y="1591460"/>
            <a:chExt cx="367397" cy="183711"/>
          </a:xfrm>
        </p:grpSpPr>
        <p:sp>
          <p:nvSpPr>
            <p:cNvPr id="12844" name="Google Shape;12844;p65"/>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5"/>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5"/>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5"/>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65"/>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5"/>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5"/>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5"/>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5"/>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5"/>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5"/>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5"/>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5"/>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5"/>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65"/>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65"/>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5"/>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5"/>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65"/>
          <p:cNvGrpSpPr/>
          <p:nvPr/>
        </p:nvGrpSpPr>
        <p:grpSpPr>
          <a:xfrm>
            <a:off x="3114168" y="1316019"/>
            <a:ext cx="327440" cy="366744"/>
            <a:chOff x="3117843" y="1499892"/>
            <a:chExt cx="327440" cy="366744"/>
          </a:xfrm>
        </p:grpSpPr>
        <p:sp>
          <p:nvSpPr>
            <p:cNvPr id="12863" name="Google Shape;12863;p65"/>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65"/>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65"/>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5"/>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65"/>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65"/>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5"/>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65"/>
          <p:cNvGrpSpPr/>
          <p:nvPr/>
        </p:nvGrpSpPr>
        <p:grpSpPr>
          <a:xfrm>
            <a:off x="2663330" y="1316124"/>
            <a:ext cx="336770" cy="366639"/>
            <a:chOff x="2667005" y="1499997"/>
            <a:chExt cx="336770" cy="366639"/>
          </a:xfrm>
        </p:grpSpPr>
        <p:sp>
          <p:nvSpPr>
            <p:cNvPr id="12871" name="Google Shape;12871;p65"/>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65"/>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5"/>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5"/>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5"/>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65"/>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5"/>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5"/>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5"/>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5"/>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5"/>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5"/>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5"/>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5"/>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5"/>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5"/>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5"/>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5"/>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5"/>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0" name="Google Shape;12890;p65"/>
          <p:cNvGrpSpPr/>
          <p:nvPr/>
        </p:nvGrpSpPr>
        <p:grpSpPr>
          <a:xfrm>
            <a:off x="3561191" y="1316124"/>
            <a:ext cx="326473" cy="366639"/>
            <a:chOff x="3564866" y="1499997"/>
            <a:chExt cx="326473" cy="366639"/>
          </a:xfrm>
        </p:grpSpPr>
        <p:sp>
          <p:nvSpPr>
            <p:cNvPr id="12891" name="Google Shape;12891;p65"/>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5"/>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5"/>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5"/>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5"/>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5"/>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5"/>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5"/>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5"/>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65"/>
          <p:cNvGrpSpPr/>
          <p:nvPr/>
        </p:nvGrpSpPr>
        <p:grpSpPr>
          <a:xfrm>
            <a:off x="1310399" y="1316124"/>
            <a:ext cx="364392" cy="366639"/>
            <a:chOff x="1314074" y="1499997"/>
            <a:chExt cx="364392" cy="366639"/>
          </a:xfrm>
        </p:grpSpPr>
        <p:sp>
          <p:nvSpPr>
            <p:cNvPr id="12901" name="Google Shape;12901;p65"/>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5"/>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5"/>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65"/>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5"/>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5"/>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5"/>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5"/>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5"/>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5"/>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65"/>
          <p:cNvGrpSpPr/>
          <p:nvPr/>
        </p:nvGrpSpPr>
        <p:grpSpPr>
          <a:xfrm>
            <a:off x="2216804" y="1316124"/>
            <a:ext cx="337005" cy="366639"/>
            <a:chOff x="2220479" y="1499997"/>
            <a:chExt cx="337005" cy="366639"/>
          </a:xfrm>
        </p:grpSpPr>
        <p:sp>
          <p:nvSpPr>
            <p:cNvPr id="12914" name="Google Shape;12914;p65"/>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5"/>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5"/>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5"/>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5"/>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5"/>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5"/>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5"/>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5"/>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5"/>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5"/>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65"/>
          <p:cNvGrpSpPr/>
          <p:nvPr/>
        </p:nvGrpSpPr>
        <p:grpSpPr>
          <a:xfrm>
            <a:off x="4101480" y="2242103"/>
            <a:ext cx="87230" cy="366430"/>
            <a:chOff x="4105155" y="2425976"/>
            <a:chExt cx="87230" cy="366430"/>
          </a:xfrm>
        </p:grpSpPr>
        <p:sp>
          <p:nvSpPr>
            <p:cNvPr id="12926" name="Google Shape;12926;p65"/>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5"/>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5"/>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5"/>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65"/>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65"/>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2" name="Google Shape;12932;p65"/>
          <p:cNvGrpSpPr/>
          <p:nvPr/>
        </p:nvGrpSpPr>
        <p:grpSpPr>
          <a:xfrm>
            <a:off x="1804434" y="2242129"/>
            <a:ext cx="267884" cy="366639"/>
            <a:chOff x="1808109" y="2426002"/>
            <a:chExt cx="267884" cy="366639"/>
          </a:xfrm>
        </p:grpSpPr>
        <p:sp>
          <p:nvSpPr>
            <p:cNvPr id="12933" name="Google Shape;12933;p65"/>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5"/>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5"/>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5"/>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5"/>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5"/>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5"/>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5"/>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5"/>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5"/>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5"/>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5"/>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5"/>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5"/>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5"/>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5"/>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5"/>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5"/>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5"/>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5"/>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5"/>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4" name="Google Shape;12954;p65"/>
          <p:cNvGrpSpPr/>
          <p:nvPr/>
        </p:nvGrpSpPr>
        <p:grpSpPr>
          <a:xfrm>
            <a:off x="3599893" y="2242129"/>
            <a:ext cx="207597" cy="366639"/>
            <a:chOff x="3603568" y="2426002"/>
            <a:chExt cx="207597" cy="366639"/>
          </a:xfrm>
        </p:grpSpPr>
        <p:sp>
          <p:nvSpPr>
            <p:cNvPr id="12955" name="Google Shape;12955;p65"/>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5"/>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65"/>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5"/>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5"/>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5"/>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1" name="Google Shape;12961;p65"/>
          <p:cNvGrpSpPr/>
          <p:nvPr/>
        </p:nvGrpSpPr>
        <p:grpSpPr>
          <a:xfrm>
            <a:off x="2242440" y="2242129"/>
            <a:ext cx="274417" cy="366404"/>
            <a:chOff x="2246115" y="2426002"/>
            <a:chExt cx="274417" cy="366404"/>
          </a:xfrm>
        </p:grpSpPr>
        <p:sp>
          <p:nvSpPr>
            <p:cNvPr id="12962" name="Google Shape;12962;p65"/>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5"/>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5"/>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5"/>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5"/>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5"/>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65"/>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5"/>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65"/>
          <p:cNvGrpSpPr/>
          <p:nvPr/>
        </p:nvGrpSpPr>
        <p:grpSpPr>
          <a:xfrm>
            <a:off x="2692991" y="2242129"/>
            <a:ext cx="256099" cy="366639"/>
            <a:chOff x="2696666" y="2426002"/>
            <a:chExt cx="256099" cy="366639"/>
          </a:xfrm>
        </p:grpSpPr>
        <p:sp>
          <p:nvSpPr>
            <p:cNvPr id="12971" name="Google Shape;12971;p65"/>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5"/>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65"/>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5"/>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65"/>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5"/>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7" name="Google Shape;12977;p65"/>
          <p:cNvGrpSpPr/>
          <p:nvPr/>
        </p:nvGrpSpPr>
        <p:grpSpPr>
          <a:xfrm>
            <a:off x="3145397" y="2242129"/>
            <a:ext cx="225863" cy="366430"/>
            <a:chOff x="3149072" y="2426002"/>
            <a:chExt cx="225863" cy="366430"/>
          </a:xfrm>
        </p:grpSpPr>
        <p:sp>
          <p:nvSpPr>
            <p:cNvPr id="12978" name="Google Shape;12978;p65"/>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5"/>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5"/>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5"/>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5"/>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5"/>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5"/>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5"/>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5"/>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5"/>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5"/>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65"/>
          <p:cNvGrpSpPr/>
          <p:nvPr/>
        </p:nvGrpSpPr>
        <p:grpSpPr>
          <a:xfrm>
            <a:off x="1357881" y="2242051"/>
            <a:ext cx="283224" cy="366482"/>
            <a:chOff x="1361556" y="2425923"/>
            <a:chExt cx="283224" cy="366482"/>
          </a:xfrm>
        </p:grpSpPr>
        <p:sp>
          <p:nvSpPr>
            <p:cNvPr id="12990" name="Google Shape;12990;p65"/>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5"/>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5"/>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5"/>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5"/>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5"/>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65"/>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65"/>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5"/>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65"/>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5"/>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5"/>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5"/>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5"/>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5"/>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5"/>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5"/>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5"/>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65"/>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5"/>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0" name="Google Shape;13010;p65"/>
          <p:cNvGrpSpPr/>
          <p:nvPr/>
        </p:nvGrpSpPr>
        <p:grpSpPr>
          <a:xfrm>
            <a:off x="3970060" y="2707183"/>
            <a:ext cx="361883" cy="366979"/>
            <a:chOff x="3973735" y="2891056"/>
            <a:chExt cx="361883" cy="366979"/>
          </a:xfrm>
        </p:grpSpPr>
        <p:sp>
          <p:nvSpPr>
            <p:cNvPr id="13011" name="Google Shape;13011;p65"/>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65"/>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65"/>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5"/>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5"/>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5"/>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65"/>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5"/>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5"/>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65"/>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65"/>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5"/>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5"/>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5"/>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5"/>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8" name="Google Shape;13028;p65"/>
          <p:cNvGrpSpPr/>
          <p:nvPr/>
        </p:nvGrpSpPr>
        <p:grpSpPr>
          <a:xfrm>
            <a:off x="3524266" y="2732871"/>
            <a:ext cx="366665" cy="315654"/>
            <a:chOff x="3527941" y="2916744"/>
            <a:chExt cx="366665" cy="315654"/>
          </a:xfrm>
        </p:grpSpPr>
        <p:sp>
          <p:nvSpPr>
            <p:cNvPr id="13029" name="Google Shape;13029;p65"/>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5"/>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5"/>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5"/>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5"/>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5"/>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65"/>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5"/>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5"/>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5"/>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5"/>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5"/>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5"/>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5"/>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5"/>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5"/>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5"/>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5"/>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5"/>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5"/>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5"/>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5"/>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5"/>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5"/>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5"/>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5"/>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5"/>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5"/>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5"/>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5"/>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65"/>
          <p:cNvGrpSpPr/>
          <p:nvPr/>
        </p:nvGrpSpPr>
        <p:grpSpPr>
          <a:xfrm>
            <a:off x="2637198" y="2707758"/>
            <a:ext cx="366404" cy="366404"/>
            <a:chOff x="2640873" y="2891631"/>
            <a:chExt cx="366404" cy="366404"/>
          </a:xfrm>
        </p:grpSpPr>
        <p:sp>
          <p:nvSpPr>
            <p:cNvPr id="13060" name="Google Shape;13060;p65"/>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5"/>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5"/>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65"/>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65"/>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65"/>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65"/>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5"/>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5"/>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5"/>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65"/>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65"/>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5"/>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5"/>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65"/>
          <p:cNvGrpSpPr/>
          <p:nvPr/>
        </p:nvGrpSpPr>
        <p:grpSpPr>
          <a:xfrm>
            <a:off x="2193416" y="2754248"/>
            <a:ext cx="366665" cy="273189"/>
            <a:chOff x="2197091" y="2938120"/>
            <a:chExt cx="366665" cy="273189"/>
          </a:xfrm>
        </p:grpSpPr>
        <p:sp>
          <p:nvSpPr>
            <p:cNvPr id="13075" name="Google Shape;13075;p65"/>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5"/>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5"/>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5"/>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65"/>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65"/>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5"/>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5"/>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5"/>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5"/>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5"/>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5"/>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65"/>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65"/>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5"/>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5"/>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5"/>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5"/>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5"/>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5"/>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5"/>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5"/>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9" name="Google Shape;13099;p65"/>
          <p:cNvGrpSpPr/>
          <p:nvPr/>
        </p:nvGrpSpPr>
        <p:grpSpPr>
          <a:xfrm>
            <a:off x="1749895" y="2708254"/>
            <a:ext cx="366665" cy="365202"/>
            <a:chOff x="1753570" y="2892127"/>
            <a:chExt cx="366665" cy="365202"/>
          </a:xfrm>
        </p:grpSpPr>
        <p:sp>
          <p:nvSpPr>
            <p:cNvPr id="13100" name="Google Shape;13100;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5"/>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5"/>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5"/>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5"/>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65"/>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5"/>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5"/>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5"/>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5"/>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65"/>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5"/>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5"/>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5"/>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5"/>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5"/>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5"/>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8" name="Google Shape;13118;p65"/>
          <p:cNvGrpSpPr/>
          <p:nvPr/>
        </p:nvGrpSpPr>
        <p:grpSpPr>
          <a:xfrm>
            <a:off x="1300076" y="3623467"/>
            <a:ext cx="367684" cy="366561"/>
            <a:chOff x="1303751" y="3807339"/>
            <a:chExt cx="367684" cy="366561"/>
          </a:xfrm>
        </p:grpSpPr>
        <p:sp>
          <p:nvSpPr>
            <p:cNvPr id="13119" name="Google Shape;13119;p65"/>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5"/>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65"/>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5"/>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5"/>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5"/>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5"/>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5"/>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5"/>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5"/>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5"/>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5"/>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5"/>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5"/>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5"/>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65"/>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5"/>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5"/>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5"/>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5"/>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5"/>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5"/>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5"/>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5"/>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5"/>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5"/>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5"/>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5"/>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5"/>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5"/>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65"/>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65"/>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5"/>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5"/>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5"/>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5"/>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5"/>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5"/>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5"/>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5"/>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5"/>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60" name="Google Shape;13160;p65"/>
          <p:cNvSpPr/>
          <p:nvPr/>
        </p:nvSpPr>
        <p:spPr>
          <a:xfrm>
            <a:off x="1317690" y="2722078"/>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61" name="Google Shape;13161;p65"/>
          <p:cNvGrpSpPr/>
          <p:nvPr/>
        </p:nvGrpSpPr>
        <p:grpSpPr>
          <a:xfrm>
            <a:off x="1306374" y="2707549"/>
            <a:ext cx="384749" cy="366613"/>
            <a:chOff x="1310049" y="2891421"/>
            <a:chExt cx="384749" cy="366613"/>
          </a:xfrm>
        </p:grpSpPr>
        <p:sp>
          <p:nvSpPr>
            <p:cNvPr id="13162" name="Google Shape;13162;p65"/>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5"/>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5"/>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5"/>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5"/>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5"/>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5"/>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5"/>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5"/>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65"/>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65"/>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5"/>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5"/>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5"/>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65"/>
          <p:cNvGrpSpPr/>
          <p:nvPr/>
        </p:nvGrpSpPr>
        <p:grpSpPr>
          <a:xfrm>
            <a:off x="845998" y="2707470"/>
            <a:ext cx="383468" cy="366665"/>
            <a:chOff x="849673" y="2891343"/>
            <a:chExt cx="383468" cy="366665"/>
          </a:xfrm>
        </p:grpSpPr>
        <p:sp>
          <p:nvSpPr>
            <p:cNvPr id="13177" name="Google Shape;13177;p65"/>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5"/>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5"/>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5"/>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5"/>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5"/>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65"/>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5"/>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5"/>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5"/>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5"/>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5"/>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9" name="Google Shape;13189;p65"/>
          <p:cNvGrpSpPr/>
          <p:nvPr/>
        </p:nvGrpSpPr>
        <p:grpSpPr>
          <a:xfrm>
            <a:off x="916582" y="2242129"/>
            <a:ext cx="278024" cy="366508"/>
            <a:chOff x="920257" y="2426002"/>
            <a:chExt cx="278024" cy="366508"/>
          </a:xfrm>
        </p:grpSpPr>
        <p:sp>
          <p:nvSpPr>
            <p:cNvPr id="13190" name="Google Shape;13190;p65"/>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65"/>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5"/>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5"/>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5"/>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5"/>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65"/>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65"/>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5"/>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5"/>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5"/>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5"/>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5"/>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3" name="Google Shape;13203;p65"/>
          <p:cNvGrpSpPr/>
          <p:nvPr/>
        </p:nvGrpSpPr>
        <p:grpSpPr>
          <a:xfrm>
            <a:off x="862853" y="4090611"/>
            <a:ext cx="349810" cy="366665"/>
            <a:chOff x="866528" y="4274484"/>
            <a:chExt cx="349810" cy="366665"/>
          </a:xfrm>
        </p:grpSpPr>
        <p:sp>
          <p:nvSpPr>
            <p:cNvPr id="13204" name="Google Shape;13204;p65"/>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5"/>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5"/>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5"/>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65"/>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5"/>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5"/>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5"/>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5"/>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5"/>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65"/>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5" name="Google Shape;13215;p65"/>
          <p:cNvGrpSpPr/>
          <p:nvPr/>
        </p:nvGrpSpPr>
        <p:grpSpPr>
          <a:xfrm>
            <a:off x="1385033" y="4090611"/>
            <a:ext cx="330210" cy="366665"/>
            <a:chOff x="1388708" y="4274484"/>
            <a:chExt cx="330210" cy="366665"/>
          </a:xfrm>
        </p:grpSpPr>
        <p:sp>
          <p:nvSpPr>
            <p:cNvPr id="13216" name="Google Shape;13216;p65"/>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5"/>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5"/>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5"/>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5"/>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5"/>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5"/>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65"/>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65"/>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5"/>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5"/>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5"/>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5"/>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65"/>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5"/>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5"/>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5"/>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5"/>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5"/>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5"/>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65"/>
          <p:cNvGrpSpPr/>
          <p:nvPr/>
        </p:nvGrpSpPr>
        <p:grpSpPr>
          <a:xfrm>
            <a:off x="1871019" y="4109453"/>
            <a:ext cx="375446" cy="328982"/>
            <a:chOff x="1874694" y="4293326"/>
            <a:chExt cx="375446" cy="328982"/>
          </a:xfrm>
        </p:grpSpPr>
        <p:sp>
          <p:nvSpPr>
            <p:cNvPr id="13237" name="Google Shape;13237;p65"/>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65"/>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5"/>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5"/>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5"/>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5"/>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5"/>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5"/>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5"/>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5"/>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5"/>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5"/>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5"/>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5"/>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5"/>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65"/>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65"/>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5"/>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5"/>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5"/>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5"/>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5"/>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9" name="Google Shape;13259;p65"/>
          <p:cNvGrpSpPr/>
          <p:nvPr/>
        </p:nvGrpSpPr>
        <p:grpSpPr>
          <a:xfrm>
            <a:off x="2392441" y="4109218"/>
            <a:ext cx="366665" cy="329714"/>
            <a:chOff x="2396116" y="4293090"/>
            <a:chExt cx="366665" cy="329714"/>
          </a:xfrm>
        </p:grpSpPr>
        <p:sp>
          <p:nvSpPr>
            <p:cNvPr id="13260" name="Google Shape;13260;p65"/>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5"/>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5"/>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5"/>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5"/>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5"/>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5"/>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5"/>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5"/>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5"/>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5"/>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5"/>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65"/>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3" name="Google Shape;13273;p65"/>
          <p:cNvGrpSpPr/>
          <p:nvPr/>
        </p:nvGrpSpPr>
        <p:grpSpPr>
          <a:xfrm>
            <a:off x="2905082" y="4105951"/>
            <a:ext cx="367162" cy="336116"/>
            <a:chOff x="2908757" y="4289824"/>
            <a:chExt cx="367162" cy="336116"/>
          </a:xfrm>
        </p:grpSpPr>
        <p:sp>
          <p:nvSpPr>
            <p:cNvPr id="13274" name="Google Shape;13274;p65"/>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5"/>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5"/>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5"/>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5"/>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5"/>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5"/>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5"/>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5"/>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5"/>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5"/>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5"/>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5"/>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5"/>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5"/>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5"/>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5"/>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5"/>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5"/>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5"/>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5"/>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5"/>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5"/>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5"/>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5"/>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5"/>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5"/>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1" name="Google Shape;13301;p65"/>
          <p:cNvGrpSpPr/>
          <p:nvPr/>
        </p:nvGrpSpPr>
        <p:grpSpPr>
          <a:xfrm>
            <a:off x="3078733" y="2735667"/>
            <a:ext cx="368651" cy="310350"/>
            <a:chOff x="3082408" y="2919540"/>
            <a:chExt cx="368651" cy="310350"/>
          </a:xfrm>
        </p:grpSpPr>
        <p:sp>
          <p:nvSpPr>
            <p:cNvPr id="13302" name="Google Shape;13302;p65"/>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5"/>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5"/>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5"/>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5"/>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5"/>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5"/>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5"/>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5"/>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5"/>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5"/>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5"/>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65"/>
          <p:cNvGrpSpPr/>
          <p:nvPr/>
        </p:nvGrpSpPr>
        <p:grpSpPr>
          <a:xfrm>
            <a:off x="7067667" y="2240152"/>
            <a:ext cx="366169" cy="360498"/>
            <a:chOff x="7069130" y="2424800"/>
            <a:chExt cx="366169" cy="360498"/>
          </a:xfrm>
        </p:grpSpPr>
        <p:sp>
          <p:nvSpPr>
            <p:cNvPr id="13315" name="Google Shape;13315;p65"/>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65"/>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5"/>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5"/>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5"/>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5"/>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5"/>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5"/>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5"/>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65"/>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65"/>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5"/>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5"/>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5"/>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5"/>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5"/>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5"/>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5"/>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5"/>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5"/>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65"/>
          <p:cNvGrpSpPr/>
          <p:nvPr/>
        </p:nvGrpSpPr>
        <p:grpSpPr>
          <a:xfrm>
            <a:off x="4884192" y="2240073"/>
            <a:ext cx="281473" cy="360629"/>
            <a:chOff x="4885655" y="2424721"/>
            <a:chExt cx="281473" cy="360629"/>
          </a:xfrm>
        </p:grpSpPr>
        <p:sp>
          <p:nvSpPr>
            <p:cNvPr id="13336" name="Google Shape;13336;p65"/>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5"/>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5"/>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5"/>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5"/>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5"/>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5"/>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5"/>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5"/>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65"/>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5"/>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7" name="Google Shape;13347;p65"/>
          <p:cNvGrpSpPr/>
          <p:nvPr/>
        </p:nvGrpSpPr>
        <p:grpSpPr>
          <a:xfrm>
            <a:off x="6624146" y="2262129"/>
            <a:ext cx="364130" cy="316726"/>
            <a:chOff x="6625609" y="2446777"/>
            <a:chExt cx="364130" cy="316726"/>
          </a:xfrm>
        </p:grpSpPr>
        <p:sp>
          <p:nvSpPr>
            <p:cNvPr id="13348" name="Google Shape;13348;p65"/>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5"/>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5"/>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5"/>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5"/>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5"/>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5"/>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5"/>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5"/>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5"/>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5"/>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5"/>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0" name="Google Shape;13360;p65"/>
          <p:cNvGrpSpPr/>
          <p:nvPr/>
        </p:nvGrpSpPr>
        <p:grpSpPr>
          <a:xfrm>
            <a:off x="5756181" y="1827703"/>
            <a:ext cx="360628" cy="298825"/>
            <a:chOff x="5757644" y="2012350"/>
            <a:chExt cx="360628" cy="298825"/>
          </a:xfrm>
        </p:grpSpPr>
        <p:sp>
          <p:nvSpPr>
            <p:cNvPr id="13361" name="Google Shape;13361;p65"/>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5"/>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5"/>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65"/>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5"/>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5"/>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5"/>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5"/>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5"/>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5"/>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65"/>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5"/>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5"/>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5"/>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65"/>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5"/>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5"/>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5"/>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5"/>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5"/>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5"/>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65"/>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3" name="Google Shape;13383;p65"/>
          <p:cNvGrpSpPr/>
          <p:nvPr/>
        </p:nvGrpSpPr>
        <p:grpSpPr>
          <a:xfrm>
            <a:off x="5316162" y="1798826"/>
            <a:ext cx="360628" cy="356839"/>
            <a:chOff x="5317625" y="1983474"/>
            <a:chExt cx="360628" cy="356839"/>
          </a:xfrm>
        </p:grpSpPr>
        <p:sp>
          <p:nvSpPr>
            <p:cNvPr id="13384" name="Google Shape;13384;p65"/>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5"/>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5"/>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5"/>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65"/>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5"/>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5"/>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5"/>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5"/>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5"/>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5"/>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5"/>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5"/>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5"/>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5"/>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5"/>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65"/>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5"/>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5"/>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3" name="Google Shape;13403;p65"/>
          <p:cNvGrpSpPr/>
          <p:nvPr/>
        </p:nvGrpSpPr>
        <p:grpSpPr>
          <a:xfrm>
            <a:off x="6180364" y="2279037"/>
            <a:ext cx="360629" cy="282989"/>
            <a:chOff x="6181827" y="2463685"/>
            <a:chExt cx="360629" cy="282989"/>
          </a:xfrm>
        </p:grpSpPr>
        <p:sp>
          <p:nvSpPr>
            <p:cNvPr id="13404" name="Google Shape;13404;p65"/>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5"/>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5"/>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5"/>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5"/>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65"/>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5"/>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5"/>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65"/>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5"/>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5"/>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5" name="Google Shape;13415;p65"/>
          <p:cNvGrpSpPr/>
          <p:nvPr/>
        </p:nvGrpSpPr>
        <p:grpSpPr>
          <a:xfrm>
            <a:off x="5344830" y="3156044"/>
            <a:ext cx="291247" cy="360629"/>
            <a:chOff x="5346292" y="3340691"/>
            <a:chExt cx="291247" cy="360628"/>
          </a:xfrm>
        </p:grpSpPr>
        <p:sp>
          <p:nvSpPr>
            <p:cNvPr id="13416" name="Google Shape;13416;p65"/>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65"/>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5"/>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65"/>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65"/>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65"/>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5"/>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5"/>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5"/>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65"/>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65"/>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5"/>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5"/>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5"/>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5"/>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5"/>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5"/>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5"/>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5"/>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65"/>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65"/>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5"/>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5"/>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5"/>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5"/>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1" name="Google Shape;13441;p65"/>
          <p:cNvGrpSpPr/>
          <p:nvPr/>
        </p:nvGrpSpPr>
        <p:grpSpPr>
          <a:xfrm>
            <a:off x="7967801" y="1797049"/>
            <a:ext cx="337763" cy="360393"/>
            <a:chOff x="7969264" y="1981697"/>
            <a:chExt cx="337763" cy="360393"/>
          </a:xfrm>
        </p:grpSpPr>
        <p:sp>
          <p:nvSpPr>
            <p:cNvPr id="13442" name="Google Shape;13442;p65"/>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5"/>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5"/>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5"/>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5"/>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5"/>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65"/>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65"/>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5"/>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5"/>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5"/>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5"/>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5"/>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5"/>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5"/>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5"/>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5"/>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5"/>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65"/>
          <p:cNvGrpSpPr/>
          <p:nvPr/>
        </p:nvGrpSpPr>
        <p:grpSpPr>
          <a:xfrm>
            <a:off x="5734570" y="2245352"/>
            <a:ext cx="360890" cy="350332"/>
            <a:chOff x="5736032" y="2430000"/>
            <a:chExt cx="360890" cy="350332"/>
          </a:xfrm>
        </p:grpSpPr>
        <p:sp>
          <p:nvSpPr>
            <p:cNvPr id="13461" name="Google Shape;13461;p65"/>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5"/>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5"/>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5"/>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5"/>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65"/>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65"/>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5"/>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5"/>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5"/>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5"/>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65"/>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5"/>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5"/>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5"/>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5"/>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5"/>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8" name="Google Shape;13478;p65"/>
          <p:cNvGrpSpPr/>
          <p:nvPr/>
        </p:nvGrpSpPr>
        <p:grpSpPr>
          <a:xfrm>
            <a:off x="4876405" y="1811344"/>
            <a:ext cx="360628" cy="331778"/>
            <a:chOff x="4877867" y="1995991"/>
            <a:chExt cx="360628" cy="331778"/>
          </a:xfrm>
        </p:grpSpPr>
        <p:sp>
          <p:nvSpPr>
            <p:cNvPr id="13479" name="Google Shape;13479;p65"/>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5"/>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5"/>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5"/>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5"/>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65"/>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65"/>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5"/>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5"/>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5"/>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5"/>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5"/>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5"/>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5"/>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65"/>
          <p:cNvGrpSpPr/>
          <p:nvPr/>
        </p:nvGrpSpPr>
        <p:grpSpPr>
          <a:xfrm>
            <a:off x="7049427" y="2728856"/>
            <a:ext cx="363529" cy="339513"/>
            <a:chOff x="7050889" y="2913503"/>
            <a:chExt cx="363529" cy="339513"/>
          </a:xfrm>
        </p:grpSpPr>
        <p:sp>
          <p:nvSpPr>
            <p:cNvPr id="13494" name="Google Shape;13494;p65"/>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5"/>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5"/>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65"/>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65"/>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5"/>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5"/>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5"/>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5"/>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3" name="Google Shape;13503;p65"/>
          <p:cNvGrpSpPr/>
          <p:nvPr/>
        </p:nvGrpSpPr>
        <p:grpSpPr>
          <a:xfrm>
            <a:off x="7509437" y="1796814"/>
            <a:ext cx="372937" cy="360629"/>
            <a:chOff x="7510900" y="1981462"/>
            <a:chExt cx="372937" cy="360629"/>
          </a:xfrm>
        </p:grpSpPr>
        <p:sp>
          <p:nvSpPr>
            <p:cNvPr id="13504" name="Google Shape;13504;p65"/>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65"/>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5"/>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5"/>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65"/>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65"/>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65"/>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5"/>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65"/>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65"/>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5"/>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5"/>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5"/>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65"/>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65"/>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65"/>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0" name="Google Shape;13520;p65"/>
          <p:cNvGrpSpPr/>
          <p:nvPr/>
        </p:nvGrpSpPr>
        <p:grpSpPr>
          <a:xfrm>
            <a:off x="6598014" y="2733612"/>
            <a:ext cx="360629" cy="329975"/>
            <a:chOff x="6599476" y="2918260"/>
            <a:chExt cx="360629" cy="329975"/>
          </a:xfrm>
        </p:grpSpPr>
        <p:sp>
          <p:nvSpPr>
            <p:cNvPr id="13521" name="Google Shape;13521;p65"/>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5"/>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65"/>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65"/>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5"/>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5"/>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65"/>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65"/>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65"/>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65"/>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5"/>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5"/>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65"/>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5"/>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5"/>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5"/>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65"/>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65"/>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65"/>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5"/>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5"/>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5"/>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65"/>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65"/>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5"/>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6" name="Google Shape;13546;p65"/>
          <p:cNvGrpSpPr/>
          <p:nvPr/>
        </p:nvGrpSpPr>
        <p:grpSpPr>
          <a:xfrm>
            <a:off x="5289037" y="2296886"/>
            <a:ext cx="360628" cy="247292"/>
            <a:chOff x="5290499" y="2481533"/>
            <a:chExt cx="360628" cy="247292"/>
          </a:xfrm>
        </p:grpSpPr>
        <p:sp>
          <p:nvSpPr>
            <p:cNvPr id="13547" name="Google Shape;13547;p65"/>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5"/>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5"/>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65"/>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5"/>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5"/>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5"/>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5"/>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65"/>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65"/>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5"/>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5"/>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65"/>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65"/>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5"/>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5"/>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65"/>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65"/>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65"/>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5"/>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65"/>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65"/>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65"/>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5"/>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65"/>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65"/>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5"/>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4" name="Google Shape;13574;p65"/>
          <p:cNvGrpSpPr/>
          <p:nvPr/>
        </p:nvGrpSpPr>
        <p:grpSpPr>
          <a:xfrm>
            <a:off x="6200460" y="1796866"/>
            <a:ext cx="351325" cy="360576"/>
            <a:chOff x="6201923" y="1981514"/>
            <a:chExt cx="351325" cy="360576"/>
          </a:xfrm>
        </p:grpSpPr>
        <p:sp>
          <p:nvSpPr>
            <p:cNvPr id="13575" name="Google Shape;13575;p65"/>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5"/>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65"/>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65"/>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65"/>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65"/>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65"/>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2" name="Google Shape;13582;p65"/>
          <p:cNvGrpSpPr/>
          <p:nvPr/>
        </p:nvGrpSpPr>
        <p:grpSpPr>
          <a:xfrm>
            <a:off x="4892999" y="3156044"/>
            <a:ext cx="312884" cy="360785"/>
            <a:chOff x="4894461" y="3340691"/>
            <a:chExt cx="312884" cy="360785"/>
          </a:xfrm>
        </p:grpSpPr>
        <p:sp>
          <p:nvSpPr>
            <p:cNvPr id="13583" name="Google Shape;13583;p65"/>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5"/>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65"/>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65"/>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5"/>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5"/>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5"/>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5"/>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5"/>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65"/>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65"/>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5"/>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65"/>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65"/>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9" name="Google Shape;13599;p65"/>
          <p:cNvGrpSpPr/>
          <p:nvPr/>
        </p:nvGrpSpPr>
        <p:grpSpPr>
          <a:xfrm>
            <a:off x="5337774" y="1316603"/>
            <a:ext cx="245541" cy="360628"/>
            <a:chOff x="5339237" y="1501251"/>
            <a:chExt cx="245541" cy="360628"/>
          </a:xfrm>
        </p:grpSpPr>
        <p:sp>
          <p:nvSpPr>
            <p:cNvPr id="13600" name="Google Shape;13600;p65"/>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5"/>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5"/>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65"/>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5"/>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65"/>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65"/>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65"/>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65"/>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65"/>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65"/>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65"/>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65"/>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65"/>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5"/>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65"/>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5"/>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5"/>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5"/>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5"/>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5"/>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5"/>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5"/>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5"/>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65"/>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65"/>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65"/>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65"/>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65"/>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65"/>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5"/>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5"/>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5"/>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5"/>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5"/>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5"/>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65"/>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65"/>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5"/>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65"/>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2" name="Google Shape;13642;p65"/>
          <p:cNvGrpSpPr/>
          <p:nvPr/>
        </p:nvGrpSpPr>
        <p:grpSpPr>
          <a:xfrm>
            <a:off x="7958001" y="2289568"/>
            <a:ext cx="370428" cy="261926"/>
            <a:chOff x="7959464" y="2474216"/>
            <a:chExt cx="370428" cy="261926"/>
          </a:xfrm>
        </p:grpSpPr>
        <p:sp>
          <p:nvSpPr>
            <p:cNvPr id="13643" name="Google Shape;13643;p65"/>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65"/>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65"/>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65"/>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5"/>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5"/>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65"/>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65"/>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5"/>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65"/>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65"/>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5"/>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65"/>
          <p:cNvGrpSpPr/>
          <p:nvPr/>
        </p:nvGrpSpPr>
        <p:grpSpPr>
          <a:xfrm>
            <a:off x="7517225" y="2273262"/>
            <a:ext cx="360629" cy="294461"/>
            <a:chOff x="7518687" y="2457909"/>
            <a:chExt cx="360629" cy="294461"/>
          </a:xfrm>
        </p:grpSpPr>
        <p:sp>
          <p:nvSpPr>
            <p:cNvPr id="13656" name="Google Shape;13656;p65"/>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65"/>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5"/>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5"/>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5"/>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5"/>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5"/>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65"/>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5"/>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5"/>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65"/>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65"/>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65"/>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65"/>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5"/>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5"/>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5"/>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5"/>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5"/>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5" name="Google Shape;13675;p65"/>
          <p:cNvGrpSpPr/>
          <p:nvPr/>
        </p:nvGrpSpPr>
        <p:grpSpPr>
          <a:xfrm>
            <a:off x="7084758" y="1796919"/>
            <a:ext cx="343799" cy="360524"/>
            <a:chOff x="7086220" y="1981566"/>
            <a:chExt cx="343799" cy="360524"/>
          </a:xfrm>
        </p:grpSpPr>
        <p:sp>
          <p:nvSpPr>
            <p:cNvPr id="13676" name="Google Shape;13676;p65"/>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5"/>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65"/>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65"/>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5"/>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5"/>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5"/>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65"/>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65"/>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5"/>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5"/>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65"/>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65"/>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5"/>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65"/>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65"/>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2" name="Google Shape;13692;p65"/>
          <p:cNvGrpSpPr/>
          <p:nvPr/>
        </p:nvGrpSpPr>
        <p:grpSpPr>
          <a:xfrm>
            <a:off x="6139650" y="2742915"/>
            <a:ext cx="368416" cy="311369"/>
            <a:chOff x="6141112" y="2927563"/>
            <a:chExt cx="368416" cy="311369"/>
          </a:xfrm>
        </p:grpSpPr>
        <p:sp>
          <p:nvSpPr>
            <p:cNvPr id="13693" name="Google Shape;13693;p65"/>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5"/>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65"/>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65"/>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65"/>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5"/>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5"/>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0" name="Google Shape;13700;p65"/>
          <p:cNvGrpSpPr/>
          <p:nvPr/>
        </p:nvGrpSpPr>
        <p:grpSpPr>
          <a:xfrm>
            <a:off x="7519237" y="2718298"/>
            <a:ext cx="335489" cy="360629"/>
            <a:chOff x="7520699" y="2902946"/>
            <a:chExt cx="335489" cy="360629"/>
          </a:xfrm>
        </p:grpSpPr>
        <p:sp>
          <p:nvSpPr>
            <p:cNvPr id="13701" name="Google Shape;13701;p65"/>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65"/>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5"/>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5"/>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5"/>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5"/>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65"/>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65"/>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65"/>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5"/>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5"/>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5"/>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5"/>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5"/>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5"/>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6" name="Google Shape;13716;p65"/>
          <p:cNvGrpSpPr/>
          <p:nvPr/>
        </p:nvGrpSpPr>
        <p:grpSpPr>
          <a:xfrm>
            <a:off x="7986878" y="2718298"/>
            <a:ext cx="308886" cy="360628"/>
            <a:chOff x="7988340" y="2902946"/>
            <a:chExt cx="308886" cy="360628"/>
          </a:xfrm>
        </p:grpSpPr>
        <p:sp>
          <p:nvSpPr>
            <p:cNvPr id="13717" name="Google Shape;13717;p65"/>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65"/>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5"/>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5"/>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65"/>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65"/>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5"/>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5"/>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65"/>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5"/>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65"/>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65"/>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65"/>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65"/>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5"/>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5"/>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5"/>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65"/>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65"/>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65"/>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65"/>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65"/>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65"/>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0" name="Google Shape;13740;p65"/>
          <p:cNvGrpSpPr/>
          <p:nvPr/>
        </p:nvGrpSpPr>
        <p:grpSpPr>
          <a:xfrm>
            <a:off x="5688577" y="2718351"/>
            <a:ext cx="362902" cy="360498"/>
            <a:chOff x="5690039" y="2902998"/>
            <a:chExt cx="362902" cy="360498"/>
          </a:xfrm>
        </p:grpSpPr>
        <p:sp>
          <p:nvSpPr>
            <p:cNvPr id="13741" name="Google Shape;13741;p65"/>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5"/>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5"/>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5"/>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5"/>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65"/>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65"/>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8" name="Google Shape;13748;p65"/>
          <p:cNvGrpSpPr/>
          <p:nvPr/>
        </p:nvGrpSpPr>
        <p:grpSpPr>
          <a:xfrm>
            <a:off x="4870473" y="1316342"/>
            <a:ext cx="258503" cy="360890"/>
            <a:chOff x="4871935" y="1500990"/>
            <a:chExt cx="258503" cy="360890"/>
          </a:xfrm>
        </p:grpSpPr>
        <p:sp>
          <p:nvSpPr>
            <p:cNvPr id="13749" name="Google Shape;13749;p65"/>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5"/>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5"/>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5"/>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5"/>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65"/>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65"/>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65"/>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5"/>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5"/>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3" name="Google Shape;13763;p65"/>
          <p:cNvSpPr/>
          <p:nvPr/>
        </p:nvSpPr>
        <p:spPr>
          <a:xfrm>
            <a:off x="6341184"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64" name="Google Shape;13764;p65"/>
          <p:cNvGrpSpPr/>
          <p:nvPr/>
        </p:nvGrpSpPr>
        <p:grpSpPr>
          <a:xfrm>
            <a:off x="6264302" y="1316603"/>
            <a:ext cx="234983" cy="360628"/>
            <a:chOff x="6265764" y="1501251"/>
            <a:chExt cx="234983" cy="360628"/>
          </a:xfrm>
        </p:grpSpPr>
        <p:sp>
          <p:nvSpPr>
            <p:cNvPr id="13765" name="Google Shape;13765;p65"/>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5"/>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5"/>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65"/>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65"/>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5"/>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65"/>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65"/>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65"/>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65"/>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7" name="Google Shape;13777;p65"/>
          <p:cNvGrpSpPr/>
          <p:nvPr/>
        </p:nvGrpSpPr>
        <p:grpSpPr>
          <a:xfrm>
            <a:off x="6192176" y="3217351"/>
            <a:ext cx="360628" cy="238250"/>
            <a:chOff x="6193639" y="3401998"/>
            <a:chExt cx="360628" cy="238250"/>
          </a:xfrm>
        </p:grpSpPr>
        <p:sp>
          <p:nvSpPr>
            <p:cNvPr id="13778" name="Google Shape;13778;p65"/>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5"/>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65"/>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65"/>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5"/>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5"/>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65"/>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5"/>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65"/>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65"/>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5"/>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9" name="Google Shape;13789;p65"/>
          <p:cNvGrpSpPr/>
          <p:nvPr/>
        </p:nvGrpSpPr>
        <p:grpSpPr>
          <a:xfrm>
            <a:off x="5800162" y="1316603"/>
            <a:ext cx="246037" cy="360629"/>
            <a:chOff x="5801625" y="1501251"/>
            <a:chExt cx="246037" cy="360629"/>
          </a:xfrm>
        </p:grpSpPr>
        <p:sp>
          <p:nvSpPr>
            <p:cNvPr id="13790" name="Google Shape;13790;p65"/>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5"/>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5"/>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65"/>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65"/>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5"/>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5"/>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5"/>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65"/>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65"/>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65"/>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5"/>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5"/>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65"/>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5"/>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5"/>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5"/>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5"/>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5"/>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9" name="Google Shape;13809;p65"/>
          <p:cNvGrpSpPr/>
          <p:nvPr/>
        </p:nvGrpSpPr>
        <p:grpSpPr>
          <a:xfrm>
            <a:off x="6640218" y="1796814"/>
            <a:ext cx="352083" cy="360864"/>
            <a:chOff x="6641680" y="1981462"/>
            <a:chExt cx="352083" cy="360864"/>
          </a:xfrm>
        </p:grpSpPr>
        <p:sp>
          <p:nvSpPr>
            <p:cNvPr id="13810" name="Google Shape;13810;p65"/>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65"/>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5"/>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65"/>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5"/>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5"/>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5"/>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65"/>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5"/>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5"/>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5"/>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5"/>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65"/>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5"/>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5"/>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5"/>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5"/>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5"/>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5"/>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5"/>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5"/>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5"/>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65"/>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5"/>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5"/>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5"/>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5"/>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65"/>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65"/>
          <p:cNvGrpSpPr/>
          <p:nvPr/>
        </p:nvGrpSpPr>
        <p:grpSpPr>
          <a:xfrm>
            <a:off x="7203870" y="1316603"/>
            <a:ext cx="198032" cy="360629"/>
            <a:chOff x="7205332" y="1501251"/>
            <a:chExt cx="198032" cy="360629"/>
          </a:xfrm>
        </p:grpSpPr>
        <p:sp>
          <p:nvSpPr>
            <p:cNvPr id="13839" name="Google Shape;13839;p65"/>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5"/>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5"/>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5"/>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65"/>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65"/>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5"/>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5"/>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5"/>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5"/>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5"/>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5"/>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5"/>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5"/>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5"/>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65"/>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65"/>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65"/>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5"/>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5"/>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9" name="Google Shape;13859;p65"/>
          <p:cNvGrpSpPr/>
          <p:nvPr/>
        </p:nvGrpSpPr>
        <p:grpSpPr>
          <a:xfrm>
            <a:off x="7686851" y="1316603"/>
            <a:ext cx="153058" cy="360628"/>
            <a:chOff x="7688313" y="1501251"/>
            <a:chExt cx="153058" cy="360628"/>
          </a:xfrm>
        </p:grpSpPr>
        <p:sp>
          <p:nvSpPr>
            <p:cNvPr id="13860" name="Google Shape;13860;p65"/>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65"/>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5"/>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5"/>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5"/>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5"/>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65"/>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65"/>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5"/>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5"/>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65"/>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65"/>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5"/>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5"/>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65"/>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5"/>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6" name="Google Shape;13876;p65"/>
          <p:cNvGrpSpPr/>
          <p:nvPr/>
        </p:nvGrpSpPr>
        <p:grpSpPr>
          <a:xfrm>
            <a:off x="8148716" y="1316603"/>
            <a:ext cx="150811" cy="360628"/>
            <a:chOff x="8150179" y="1501251"/>
            <a:chExt cx="150811" cy="360628"/>
          </a:xfrm>
        </p:grpSpPr>
        <p:sp>
          <p:nvSpPr>
            <p:cNvPr id="13877" name="Google Shape;13877;p65"/>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5"/>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5"/>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5"/>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5"/>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5"/>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5"/>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5"/>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5"/>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6" name="Google Shape;13886;p65"/>
          <p:cNvSpPr/>
          <p:nvPr/>
        </p:nvSpPr>
        <p:spPr>
          <a:xfrm>
            <a:off x="4946623"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7" name="Google Shape;13887;p65"/>
          <p:cNvGrpSpPr/>
          <p:nvPr/>
        </p:nvGrpSpPr>
        <p:grpSpPr>
          <a:xfrm>
            <a:off x="4876405" y="2718298"/>
            <a:ext cx="170149" cy="360629"/>
            <a:chOff x="4877867" y="2902946"/>
            <a:chExt cx="170149" cy="360629"/>
          </a:xfrm>
        </p:grpSpPr>
        <p:sp>
          <p:nvSpPr>
            <p:cNvPr id="13888" name="Google Shape;13888;p65"/>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5"/>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5"/>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5"/>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5"/>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5"/>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5"/>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5"/>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5"/>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5"/>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5"/>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5"/>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5"/>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1" name="Google Shape;13901;p65"/>
          <p:cNvGrpSpPr/>
          <p:nvPr/>
        </p:nvGrpSpPr>
        <p:grpSpPr>
          <a:xfrm>
            <a:off x="6740227" y="1316028"/>
            <a:ext cx="207962" cy="361203"/>
            <a:chOff x="6741689" y="1500676"/>
            <a:chExt cx="207962" cy="361203"/>
          </a:xfrm>
        </p:grpSpPr>
        <p:sp>
          <p:nvSpPr>
            <p:cNvPr id="13902" name="Google Shape;13902;p65"/>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65"/>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5"/>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5"/>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5"/>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5"/>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5"/>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5"/>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65"/>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5"/>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5"/>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5"/>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5"/>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5"/>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5"/>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5"/>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5"/>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5"/>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5"/>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65"/>
          <p:cNvGrpSpPr/>
          <p:nvPr/>
        </p:nvGrpSpPr>
        <p:grpSpPr>
          <a:xfrm>
            <a:off x="5751164" y="3245757"/>
            <a:ext cx="360628" cy="181464"/>
            <a:chOff x="5752627" y="3430404"/>
            <a:chExt cx="360628" cy="181464"/>
          </a:xfrm>
        </p:grpSpPr>
        <p:sp>
          <p:nvSpPr>
            <p:cNvPr id="13922" name="Google Shape;13922;p65"/>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5"/>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5"/>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5"/>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5"/>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5"/>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65"/>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65"/>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5"/>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5"/>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5"/>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5"/>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65"/>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5"/>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5"/>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5"/>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5"/>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5"/>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5"/>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5"/>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5"/>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5"/>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5"/>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5"/>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5"/>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5"/>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5"/>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5"/>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0" name="Google Shape;13950;p65"/>
          <p:cNvGrpSpPr/>
          <p:nvPr/>
        </p:nvGrpSpPr>
        <p:grpSpPr>
          <a:xfrm>
            <a:off x="5234237" y="2718351"/>
            <a:ext cx="361909" cy="360759"/>
            <a:chOff x="5235700" y="2902998"/>
            <a:chExt cx="361909" cy="360759"/>
          </a:xfrm>
        </p:grpSpPr>
        <p:sp>
          <p:nvSpPr>
            <p:cNvPr id="13951" name="Google Shape;13951;p65"/>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5"/>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65"/>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65"/>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5"/>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65"/>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65"/>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8" name="Google Shape;13958;p65"/>
          <p:cNvGrpSpPr/>
          <p:nvPr/>
        </p:nvGrpSpPr>
        <p:grpSpPr>
          <a:xfrm>
            <a:off x="6633450" y="3210321"/>
            <a:ext cx="360367" cy="252309"/>
            <a:chOff x="6634912" y="3394969"/>
            <a:chExt cx="360367" cy="252309"/>
          </a:xfrm>
        </p:grpSpPr>
        <p:sp>
          <p:nvSpPr>
            <p:cNvPr id="13959" name="Google Shape;13959;p65"/>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5"/>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5"/>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5"/>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5"/>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5"/>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5"/>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5"/>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5"/>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5"/>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65"/>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5"/>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5"/>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2" name="Google Shape;13972;p65"/>
          <p:cNvGrpSpPr/>
          <p:nvPr/>
        </p:nvGrpSpPr>
        <p:grpSpPr>
          <a:xfrm>
            <a:off x="7057867" y="3156148"/>
            <a:ext cx="377170" cy="360655"/>
            <a:chOff x="7059330" y="3340796"/>
            <a:chExt cx="377170" cy="360655"/>
          </a:xfrm>
        </p:grpSpPr>
        <p:sp>
          <p:nvSpPr>
            <p:cNvPr id="13973" name="Google Shape;13973;p65"/>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65"/>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65"/>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5"/>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5"/>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5"/>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5"/>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5"/>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5"/>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5"/>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5"/>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65"/>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65"/>
          <p:cNvGrpSpPr/>
          <p:nvPr/>
        </p:nvGrpSpPr>
        <p:grpSpPr>
          <a:xfrm>
            <a:off x="7956486" y="3190983"/>
            <a:ext cx="360629" cy="291012"/>
            <a:chOff x="7957948" y="3375631"/>
            <a:chExt cx="360629" cy="291012"/>
          </a:xfrm>
        </p:grpSpPr>
        <p:sp>
          <p:nvSpPr>
            <p:cNvPr id="13986" name="Google Shape;13986;p65"/>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5"/>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65"/>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5"/>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5"/>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5"/>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65"/>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5"/>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65"/>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65"/>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5"/>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5"/>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5"/>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5"/>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5"/>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5"/>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5"/>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65"/>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4" name="Google Shape;14004;p65"/>
          <p:cNvGrpSpPr/>
          <p:nvPr/>
        </p:nvGrpSpPr>
        <p:grpSpPr>
          <a:xfrm>
            <a:off x="6197194" y="3683241"/>
            <a:ext cx="347562" cy="227954"/>
            <a:chOff x="6198656" y="3867888"/>
            <a:chExt cx="347562" cy="227954"/>
          </a:xfrm>
        </p:grpSpPr>
        <p:sp>
          <p:nvSpPr>
            <p:cNvPr id="14005" name="Google Shape;14005;p65"/>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65"/>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5"/>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5"/>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5"/>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5"/>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5"/>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5"/>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5"/>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5"/>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5"/>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6" name="Google Shape;14016;p65"/>
          <p:cNvGrpSpPr/>
          <p:nvPr/>
        </p:nvGrpSpPr>
        <p:grpSpPr>
          <a:xfrm>
            <a:off x="5705432" y="3634504"/>
            <a:ext cx="349392" cy="325454"/>
            <a:chOff x="5706895" y="3819151"/>
            <a:chExt cx="349392" cy="325454"/>
          </a:xfrm>
        </p:grpSpPr>
        <p:sp>
          <p:nvSpPr>
            <p:cNvPr id="14017" name="Google Shape;14017;p65"/>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5"/>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5"/>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5"/>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5"/>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5"/>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65"/>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5"/>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5"/>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5"/>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5"/>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65"/>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65"/>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5"/>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5"/>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2" name="Google Shape;14032;p65"/>
          <p:cNvGrpSpPr/>
          <p:nvPr/>
        </p:nvGrpSpPr>
        <p:grpSpPr>
          <a:xfrm>
            <a:off x="7647155" y="3156096"/>
            <a:ext cx="97265" cy="360393"/>
            <a:chOff x="7648618" y="3340744"/>
            <a:chExt cx="97265" cy="360393"/>
          </a:xfrm>
        </p:grpSpPr>
        <p:sp>
          <p:nvSpPr>
            <p:cNvPr id="14033" name="Google Shape;14033;p65"/>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65"/>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65"/>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6" name="Google Shape;14036;p65"/>
          <p:cNvGrpSpPr/>
          <p:nvPr/>
        </p:nvGrpSpPr>
        <p:grpSpPr>
          <a:xfrm>
            <a:off x="7162894" y="3606019"/>
            <a:ext cx="385507" cy="382501"/>
            <a:chOff x="7164356" y="3790667"/>
            <a:chExt cx="385507" cy="382501"/>
          </a:xfrm>
        </p:grpSpPr>
        <p:sp>
          <p:nvSpPr>
            <p:cNvPr id="14037" name="Google Shape;14037;p65"/>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5"/>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5"/>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5"/>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5"/>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5"/>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5"/>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65"/>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65"/>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65"/>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5"/>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65"/>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5"/>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5"/>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5"/>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65"/>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5"/>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5"/>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5"/>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5"/>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5"/>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5"/>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5"/>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5"/>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1" name="Google Shape;14061;p65"/>
          <p:cNvGrpSpPr/>
          <p:nvPr/>
        </p:nvGrpSpPr>
        <p:grpSpPr>
          <a:xfrm>
            <a:off x="6668937" y="3641821"/>
            <a:ext cx="387911" cy="310846"/>
            <a:chOff x="6670400" y="3826468"/>
            <a:chExt cx="387911" cy="310846"/>
          </a:xfrm>
        </p:grpSpPr>
        <p:sp>
          <p:nvSpPr>
            <p:cNvPr id="14062" name="Google Shape;14062;p65"/>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5"/>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5"/>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5"/>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65"/>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5"/>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5"/>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5"/>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5"/>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5"/>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65"/>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5"/>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5"/>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5"/>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5"/>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5"/>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5"/>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5"/>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0" name="Google Shape;14080;p65"/>
          <p:cNvGrpSpPr/>
          <p:nvPr/>
        </p:nvGrpSpPr>
        <p:grpSpPr>
          <a:xfrm>
            <a:off x="7660718" y="3618798"/>
            <a:ext cx="302823" cy="360498"/>
            <a:chOff x="7662181" y="3803446"/>
            <a:chExt cx="302823" cy="360498"/>
          </a:xfrm>
        </p:grpSpPr>
        <p:sp>
          <p:nvSpPr>
            <p:cNvPr id="14081" name="Google Shape;14081;p65"/>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5"/>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5"/>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5"/>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5"/>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5"/>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5"/>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5"/>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5"/>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65"/>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1" name="Google Shape;14091;p65"/>
          <p:cNvGrpSpPr/>
          <p:nvPr/>
        </p:nvGrpSpPr>
        <p:grpSpPr>
          <a:xfrm>
            <a:off x="5205099" y="3619347"/>
            <a:ext cx="363895" cy="355663"/>
            <a:chOff x="5206562" y="3803994"/>
            <a:chExt cx="363895" cy="355663"/>
          </a:xfrm>
        </p:grpSpPr>
        <p:sp>
          <p:nvSpPr>
            <p:cNvPr id="14092" name="Google Shape;14092;p65"/>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5"/>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5"/>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5"/>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5"/>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5"/>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65"/>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5"/>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5"/>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5"/>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5"/>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5"/>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5"/>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5"/>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06" name="Google Shape;14106;p65"/>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Creative Process Icons</a:t>
            </a:r>
            <a:endParaRPr sz="2400">
              <a:solidFill>
                <a:schemeClr val="lt1"/>
              </a:solidFill>
            </a:endParaRPr>
          </a:p>
        </p:txBody>
      </p:sp>
      <p:sp>
        <p:nvSpPr>
          <p:cNvPr id="14107" name="Google Shape;14107;p65"/>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11"/>
        <p:cNvGrpSpPr/>
        <p:nvPr/>
      </p:nvGrpSpPr>
      <p:grpSpPr>
        <a:xfrm>
          <a:off x="0" y="0"/>
          <a:ext cx="0" cy="0"/>
          <a:chOff x="0" y="0"/>
          <a:chExt cx="0" cy="0"/>
        </a:xfrm>
      </p:grpSpPr>
      <p:grpSp>
        <p:nvGrpSpPr>
          <p:cNvPr id="14112" name="Google Shape;14112;p66"/>
          <p:cNvGrpSpPr/>
          <p:nvPr/>
        </p:nvGrpSpPr>
        <p:grpSpPr>
          <a:xfrm>
            <a:off x="4655438" y="1588417"/>
            <a:ext cx="369948" cy="370132"/>
            <a:chOff x="4682526" y="1512217"/>
            <a:chExt cx="369948" cy="370132"/>
          </a:xfrm>
        </p:grpSpPr>
        <p:sp>
          <p:nvSpPr>
            <p:cNvPr id="14113" name="Google Shape;14113;p66"/>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66"/>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66"/>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6"/>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66"/>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66"/>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66"/>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6"/>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6"/>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66"/>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66"/>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6"/>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6"/>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66"/>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6"/>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8" name="Google Shape;14128;p66"/>
          <p:cNvGrpSpPr/>
          <p:nvPr/>
        </p:nvGrpSpPr>
        <p:grpSpPr>
          <a:xfrm>
            <a:off x="3565345" y="2056412"/>
            <a:ext cx="381542" cy="370079"/>
            <a:chOff x="3592433" y="1980212"/>
            <a:chExt cx="381542" cy="370079"/>
          </a:xfrm>
        </p:grpSpPr>
        <p:sp>
          <p:nvSpPr>
            <p:cNvPr id="14129" name="Google Shape;14129;p66"/>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6"/>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6"/>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6"/>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6"/>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66"/>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66"/>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66"/>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66"/>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6"/>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6"/>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6"/>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1" name="Google Shape;14141;p66"/>
          <p:cNvGrpSpPr/>
          <p:nvPr/>
        </p:nvGrpSpPr>
        <p:grpSpPr>
          <a:xfrm>
            <a:off x="1371494" y="3049690"/>
            <a:ext cx="371391" cy="235126"/>
            <a:chOff x="1398582" y="2973490"/>
            <a:chExt cx="371391" cy="235126"/>
          </a:xfrm>
        </p:grpSpPr>
        <p:sp>
          <p:nvSpPr>
            <p:cNvPr id="14142" name="Google Shape;14142;p66"/>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6"/>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6"/>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6"/>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66"/>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66"/>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6"/>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6"/>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6"/>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6"/>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6"/>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66"/>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66"/>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6"/>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6"/>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66"/>
          <p:cNvGrpSpPr/>
          <p:nvPr/>
        </p:nvGrpSpPr>
        <p:grpSpPr>
          <a:xfrm>
            <a:off x="823707" y="1588417"/>
            <a:ext cx="370132" cy="370132"/>
            <a:chOff x="850795" y="1512217"/>
            <a:chExt cx="370132" cy="370132"/>
          </a:xfrm>
        </p:grpSpPr>
        <p:sp>
          <p:nvSpPr>
            <p:cNvPr id="14158" name="Google Shape;14158;p66"/>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6"/>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66"/>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66"/>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6"/>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6"/>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6"/>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6"/>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6"/>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6"/>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66"/>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6"/>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6"/>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6"/>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6"/>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6"/>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66"/>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66"/>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6" name="Google Shape;14176;p66"/>
          <p:cNvGrpSpPr/>
          <p:nvPr/>
        </p:nvGrpSpPr>
        <p:grpSpPr>
          <a:xfrm>
            <a:off x="8011409" y="2982279"/>
            <a:ext cx="236568" cy="370105"/>
            <a:chOff x="8038497" y="2906079"/>
            <a:chExt cx="236568" cy="370105"/>
          </a:xfrm>
        </p:grpSpPr>
        <p:sp>
          <p:nvSpPr>
            <p:cNvPr id="14177" name="Google Shape;14177;p66"/>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6"/>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6"/>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6"/>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6"/>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6"/>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6"/>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4" name="Google Shape;14184;p66"/>
          <p:cNvGrpSpPr/>
          <p:nvPr/>
        </p:nvGrpSpPr>
        <p:grpSpPr>
          <a:xfrm>
            <a:off x="6297042" y="1642503"/>
            <a:ext cx="370630" cy="261802"/>
            <a:chOff x="6324130" y="1566303"/>
            <a:chExt cx="370630" cy="261802"/>
          </a:xfrm>
        </p:grpSpPr>
        <p:sp>
          <p:nvSpPr>
            <p:cNvPr id="14185" name="Google Shape;14185;p66"/>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6"/>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6"/>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66"/>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66"/>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6"/>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6"/>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6"/>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6"/>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6"/>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6"/>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6"/>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6"/>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6"/>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6"/>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6"/>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6"/>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2" name="Google Shape;14202;p66"/>
          <p:cNvGrpSpPr/>
          <p:nvPr/>
        </p:nvGrpSpPr>
        <p:grpSpPr>
          <a:xfrm>
            <a:off x="5205192" y="2102787"/>
            <a:ext cx="370840" cy="353213"/>
            <a:chOff x="5232280" y="2026587"/>
            <a:chExt cx="370840" cy="353213"/>
          </a:xfrm>
        </p:grpSpPr>
        <p:sp>
          <p:nvSpPr>
            <p:cNvPr id="14203" name="Google Shape;14203;p66"/>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6"/>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66"/>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6"/>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6"/>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6"/>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6"/>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6"/>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6"/>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6"/>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3" name="Google Shape;14213;p66"/>
          <p:cNvGrpSpPr/>
          <p:nvPr/>
        </p:nvGrpSpPr>
        <p:grpSpPr>
          <a:xfrm>
            <a:off x="7941873" y="2511529"/>
            <a:ext cx="379548" cy="365331"/>
            <a:chOff x="7968961" y="2435329"/>
            <a:chExt cx="379548" cy="365331"/>
          </a:xfrm>
        </p:grpSpPr>
        <p:sp>
          <p:nvSpPr>
            <p:cNvPr id="14214" name="Google Shape;14214;p66"/>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6"/>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6"/>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6"/>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6"/>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6"/>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0" name="Google Shape;14220;p66"/>
          <p:cNvGrpSpPr/>
          <p:nvPr/>
        </p:nvGrpSpPr>
        <p:grpSpPr>
          <a:xfrm>
            <a:off x="4109591" y="2191523"/>
            <a:ext cx="373305" cy="223217"/>
            <a:chOff x="4136679" y="2115323"/>
            <a:chExt cx="373305" cy="223217"/>
          </a:xfrm>
        </p:grpSpPr>
        <p:sp>
          <p:nvSpPr>
            <p:cNvPr id="14221" name="Google Shape;14221;p66"/>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6"/>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6"/>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6"/>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66"/>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66"/>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6"/>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6"/>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6"/>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6"/>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1" name="Google Shape;14231;p66"/>
          <p:cNvGrpSpPr/>
          <p:nvPr/>
        </p:nvGrpSpPr>
        <p:grpSpPr>
          <a:xfrm>
            <a:off x="7396735" y="2540277"/>
            <a:ext cx="372046" cy="307730"/>
            <a:chOff x="7423823" y="2464077"/>
            <a:chExt cx="372046" cy="307730"/>
          </a:xfrm>
        </p:grpSpPr>
        <p:sp>
          <p:nvSpPr>
            <p:cNvPr id="14232" name="Google Shape;14232;p66"/>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6"/>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6"/>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6"/>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66"/>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6"/>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6"/>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6"/>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66"/>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66"/>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6"/>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6"/>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6"/>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5" name="Google Shape;14245;p66"/>
          <p:cNvGrpSpPr/>
          <p:nvPr/>
        </p:nvGrpSpPr>
        <p:grpSpPr>
          <a:xfrm>
            <a:off x="3855423" y="3441356"/>
            <a:ext cx="295061" cy="370263"/>
            <a:chOff x="3882511" y="3365156"/>
            <a:chExt cx="295061" cy="370263"/>
          </a:xfrm>
        </p:grpSpPr>
        <p:sp>
          <p:nvSpPr>
            <p:cNvPr id="14246" name="Google Shape;14246;p66"/>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6"/>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6"/>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6"/>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6"/>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1" name="Google Shape;14251;p66"/>
          <p:cNvGrpSpPr/>
          <p:nvPr/>
        </p:nvGrpSpPr>
        <p:grpSpPr>
          <a:xfrm>
            <a:off x="5202700" y="1588417"/>
            <a:ext cx="370132" cy="370132"/>
            <a:chOff x="5229788" y="1512217"/>
            <a:chExt cx="370132" cy="370132"/>
          </a:xfrm>
        </p:grpSpPr>
        <p:sp>
          <p:nvSpPr>
            <p:cNvPr id="14252" name="Google Shape;14252;p66"/>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6"/>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6"/>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6"/>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6"/>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6"/>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6"/>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6"/>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6"/>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6"/>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6"/>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6"/>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6"/>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6"/>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6"/>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6"/>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6"/>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9" name="Google Shape;14269;p66"/>
          <p:cNvGrpSpPr/>
          <p:nvPr/>
        </p:nvGrpSpPr>
        <p:grpSpPr>
          <a:xfrm>
            <a:off x="6014781" y="3441592"/>
            <a:ext cx="373882" cy="370053"/>
            <a:chOff x="6041869" y="3365392"/>
            <a:chExt cx="373882" cy="370053"/>
          </a:xfrm>
        </p:grpSpPr>
        <p:sp>
          <p:nvSpPr>
            <p:cNvPr id="14270" name="Google Shape;14270;p66"/>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6"/>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6"/>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6"/>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6"/>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66"/>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6"/>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6"/>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66"/>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66"/>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0" name="Google Shape;14280;p66"/>
          <p:cNvGrpSpPr/>
          <p:nvPr/>
        </p:nvGrpSpPr>
        <p:grpSpPr>
          <a:xfrm>
            <a:off x="4657221" y="2163693"/>
            <a:ext cx="374748" cy="279140"/>
            <a:chOff x="4684309" y="2087493"/>
            <a:chExt cx="374748" cy="279140"/>
          </a:xfrm>
        </p:grpSpPr>
        <p:sp>
          <p:nvSpPr>
            <p:cNvPr id="14281" name="Google Shape;14281;p66"/>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6"/>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6"/>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6"/>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6"/>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6"/>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6"/>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6"/>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6"/>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6"/>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6"/>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6"/>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3" name="Google Shape;14293;p66"/>
          <p:cNvGrpSpPr/>
          <p:nvPr/>
        </p:nvGrpSpPr>
        <p:grpSpPr>
          <a:xfrm>
            <a:off x="7494022" y="2982331"/>
            <a:ext cx="175400" cy="370053"/>
            <a:chOff x="7521110" y="2906131"/>
            <a:chExt cx="175400" cy="370053"/>
          </a:xfrm>
        </p:grpSpPr>
        <p:sp>
          <p:nvSpPr>
            <p:cNvPr id="14294" name="Google Shape;14294;p66"/>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6"/>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6"/>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6"/>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6"/>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6"/>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6"/>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6"/>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6"/>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3" name="Google Shape;14303;p66"/>
          <p:cNvGrpSpPr/>
          <p:nvPr/>
        </p:nvGrpSpPr>
        <p:grpSpPr>
          <a:xfrm>
            <a:off x="3559837" y="1599486"/>
            <a:ext cx="371023" cy="347915"/>
            <a:chOff x="3586925" y="1523286"/>
            <a:chExt cx="371023" cy="347915"/>
          </a:xfrm>
        </p:grpSpPr>
        <p:sp>
          <p:nvSpPr>
            <p:cNvPr id="14304" name="Google Shape;14304;p66"/>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6"/>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6"/>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6"/>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6"/>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6"/>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6"/>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66"/>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66"/>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6"/>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6"/>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6"/>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6"/>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6"/>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6"/>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66"/>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66"/>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6"/>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66"/>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3" name="Google Shape;14323;p66"/>
          <p:cNvGrpSpPr/>
          <p:nvPr/>
        </p:nvGrpSpPr>
        <p:grpSpPr>
          <a:xfrm>
            <a:off x="6848921" y="2551661"/>
            <a:ext cx="370158" cy="285120"/>
            <a:chOff x="6876009" y="2475461"/>
            <a:chExt cx="370158" cy="285120"/>
          </a:xfrm>
        </p:grpSpPr>
        <p:sp>
          <p:nvSpPr>
            <p:cNvPr id="14324" name="Google Shape;14324;p66"/>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6"/>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6"/>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6"/>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6"/>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6"/>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6"/>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6"/>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6"/>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66"/>
          <p:cNvGrpSpPr/>
          <p:nvPr/>
        </p:nvGrpSpPr>
        <p:grpSpPr>
          <a:xfrm>
            <a:off x="6301134" y="2522047"/>
            <a:ext cx="370158" cy="344269"/>
            <a:chOff x="6328222" y="2445847"/>
            <a:chExt cx="370158" cy="344269"/>
          </a:xfrm>
        </p:grpSpPr>
        <p:sp>
          <p:nvSpPr>
            <p:cNvPr id="14334" name="Google Shape;14334;p66"/>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66"/>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6"/>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6"/>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6"/>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6"/>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6"/>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6"/>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2" name="Google Shape;14342;p66"/>
          <p:cNvGrpSpPr/>
          <p:nvPr/>
        </p:nvGrpSpPr>
        <p:grpSpPr>
          <a:xfrm>
            <a:off x="5222452" y="2509142"/>
            <a:ext cx="351639" cy="370184"/>
            <a:chOff x="5249540" y="2432942"/>
            <a:chExt cx="351639" cy="370184"/>
          </a:xfrm>
        </p:grpSpPr>
        <p:sp>
          <p:nvSpPr>
            <p:cNvPr id="14343" name="Google Shape;14343;p66"/>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6"/>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6"/>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6"/>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6"/>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66"/>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6"/>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0" name="Google Shape;14350;p66"/>
          <p:cNvGrpSpPr/>
          <p:nvPr/>
        </p:nvGrpSpPr>
        <p:grpSpPr>
          <a:xfrm>
            <a:off x="4109959" y="2558376"/>
            <a:ext cx="371102" cy="271585"/>
            <a:chOff x="4137047" y="2482176"/>
            <a:chExt cx="371102" cy="271585"/>
          </a:xfrm>
        </p:grpSpPr>
        <p:sp>
          <p:nvSpPr>
            <p:cNvPr id="14351" name="Google Shape;14351;p66"/>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6"/>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6"/>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6"/>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6"/>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6"/>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6"/>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6"/>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6"/>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6"/>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6"/>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2" name="Google Shape;14362;p66"/>
          <p:cNvGrpSpPr/>
          <p:nvPr/>
        </p:nvGrpSpPr>
        <p:grpSpPr>
          <a:xfrm>
            <a:off x="4659346" y="2509116"/>
            <a:ext cx="367377" cy="370079"/>
            <a:chOff x="4686434" y="2432916"/>
            <a:chExt cx="367377" cy="370079"/>
          </a:xfrm>
        </p:grpSpPr>
        <p:sp>
          <p:nvSpPr>
            <p:cNvPr id="14363" name="Google Shape;14363;p66"/>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6"/>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6"/>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6"/>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6"/>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66"/>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6"/>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66"/>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66"/>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6"/>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6"/>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4" name="Google Shape;14374;p66"/>
          <p:cNvGrpSpPr/>
          <p:nvPr/>
        </p:nvGrpSpPr>
        <p:grpSpPr>
          <a:xfrm>
            <a:off x="6301134" y="2132506"/>
            <a:ext cx="372099" cy="293986"/>
            <a:chOff x="6328222" y="2056306"/>
            <a:chExt cx="372099" cy="293986"/>
          </a:xfrm>
        </p:grpSpPr>
        <p:sp>
          <p:nvSpPr>
            <p:cNvPr id="14375" name="Google Shape;14375;p66"/>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6"/>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6"/>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6"/>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6"/>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6"/>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6"/>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6"/>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66"/>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4" name="Google Shape;14384;p66"/>
          <p:cNvGrpSpPr/>
          <p:nvPr/>
        </p:nvGrpSpPr>
        <p:grpSpPr>
          <a:xfrm>
            <a:off x="5762239" y="2509168"/>
            <a:ext cx="352531" cy="370132"/>
            <a:chOff x="5789327" y="2432968"/>
            <a:chExt cx="352531" cy="370132"/>
          </a:xfrm>
        </p:grpSpPr>
        <p:sp>
          <p:nvSpPr>
            <p:cNvPr id="14385" name="Google Shape;14385;p66"/>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6"/>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66"/>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6"/>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6"/>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6"/>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6"/>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6"/>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6"/>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6"/>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5" name="Google Shape;14395;p66"/>
          <p:cNvGrpSpPr/>
          <p:nvPr/>
        </p:nvGrpSpPr>
        <p:grpSpPr>
          <a:xfrm>
            <a:off x="847524" y="2056334"/>
            <a:ext cx="322314" cy="370158"/>
            <a:chOff x="874612" y="1980134"/>
            <a:chExt cx="322314" cy="370158"/>
          </a:xfrm>
        </p:grpSpPr>
        <p:sp>
          <p:nvSpPr>
            <p:cNvPr id="14396" name="Google Shape;14396;p66"/>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66"/>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6"/>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6"/>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6"/>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6"/>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6"/>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6"/>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66"/>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6"/>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6"/>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6"/>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6"/>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6"/>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6"/>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6"/>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6"/>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3" name="Google Shape;14413;p66"/>
          <p:cNvGrpSpPr/>
          <p:nvPr/>
        </p:nvGrpSpPr>
        <p:grpSpPr>
          <a:xfrm>
            <a:off x="3012574" y="2590980"/>
            <a:ext cx="374223" cy="329764"/>
            <a:chOff x="3039662" y="2514780"/>
            <a:chExt cx="374223" cy="329764"/>
          </a:xfrm>
        </p:grpSpPr>
        <p:sp>
          <p:nvSpPr>
            <p:cNvPr id="14414" name="Google Shape;14414;p66"/>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6"/>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6"/>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6"/>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6"/>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6"/>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6"/>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6"/>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6"/>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6"/>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6"/>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6"/>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66"/>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66"/>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66"/>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6"/>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6"/>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6"/>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66"/>
          <p:cNvGrpSpPr/>
          <p:nvPr/>
        </p:nvGrpSpPr>
        <p:grpSpPr>
          <a:xfrm>
            <a:off x="1919281" y="2639322"/>
            <a:ext cx="374066" cy="233395"/>
            <a:chOff x="1946369" y="2563122"/>
            <a:chExt cx="374066" cy="233395"/>
          </a:xfrm>
        </p:grpSpPr>
        <p:sp>
          <p:nvSpPr>
            <p:cNvPr id="14433" name="Google Shape;14433;p66"/>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6"/>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6"/>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6"/>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6"/>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6"/>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6"/>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66"/>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66"/>
          <p:cNvGrpSpPr/>
          <p:nvPr/>
        </p:nvGrpSpPr>
        <p:grpSpPr>
          <a:xfrm>
            <a:off x="4108175" y="2982384"/>
            <a:ext cx="374040" cy="370184"/>
            <a:chOff x="4135263" y="2906184"/>
            <a:chExt cx="374040" cy="370184"/>
          </a:xfrm>
        </p:grpSpPr>
        <p:sp>
          <p:nvSpPr>
            <p:cNvPr id="14442" name="Google Shape;14442;p66"/>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6"/>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6"/>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5" name="Google Shape;14445;p66"/>
          <p:cNvGrpSpPr/>
          <p:nvPr/>
        </p:nvGrpSpPr>
        <p:grpSpPr>
          <a:xfrm>
            <a:off x="4656513" y="2982384"/>
            <a:ext cx="372676" cy="370184"/>
            <a:chOff x="4683601" y="2906184"/>
            <a:chExt cx="372676" cy="370184"/>
          </a:xfrm>
        </p:grpSpPr>
        <p:sp>
          <p:nvSpPr>
            <p:cNvPr id="14446" name="Google Shape;14446;p66"/>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6"/>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6"/>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66"/>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66"/>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6"/>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2" name="Google Shape;14452;p66"/>
          <p:cNvGrpSpPr/>
          <p:nvPr/>
        </p:nvGrpSpPr>
        <p:grpSpPr>
          <a:xfrm>
            <a:off x="843720" y="2982253"/>
            <a:ext cx="329134" cy="370132"/>
            <a:chOff x="870808" y="2906053"/>
            <a:chExt cx="329134" cy="370132"/>
          </a:xfrm>
        </p:grpSpPr>
        <p:sp>
          <p:nvSpPr>
            <p:cNvPr id="14453" name="Google Shape;14453;p66"/>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66"/>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6"/>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6"/>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6"/>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66"/>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6"/>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66"/>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66"/>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6"/>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6"/>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6"/>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6"/>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6"/>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6"/>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6"/>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6"/>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6"/>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6"/>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66"/>
          <p:cNvGrpSpPr/>
          <p:nvPr/>
        </p:nvGrpSpPr>
        <p:grpSpPr>
          <a:xfrm>
            <a:off x="1916790" y="2985269"/>
            <a:ext cx="374774" cy="364282"/>
            <a:chOff x="1943878" y="2909069"/>
            <a:chExt cx="374774" cy="364282"/>
          </a:xfrm>
        </p:grpSpPr>
        <p:sp>
          <p:nvSpPr>
            <p:cNvPr id="14473" name="Google Shape;14473;p66"/>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6"/>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6"/>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66"/>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66"/>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6"/>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6"/>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6"/>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6"/>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6"/>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66"/>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6"/>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66"/>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6"/>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6"/>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6"/>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6"/>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66"/>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66"/>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66"/>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66"/>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4" name="Google Shape;14494;p66"/>
          <p:cNvGrpSpPr/>
          <p:nvPr/>
        </p:nvGrpSpPr>
        <p:grpSpPr>
          <a:xfrm>
            <a:off x="1100984" y="3441461"/>
            <a:ext cx="328872" cy="370158"/>
            <a:chOff x="1128072" y="3365261"/>
            <a:chExt cx="328872" cy="370158"/>
          </a:xfrm>
        </p:grpSpPr>
        <p:sp>
          <p:nvSpPr>
            <p:cNvPr id="14495" name="Google Shape;14495;p66"/>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6"/>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6"/>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6"/>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6"/>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6"/>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66"/>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66"/>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6"/>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66"/>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6"/>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6"/>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66"/>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66"/>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66"/>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6"/>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6"/>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6"/>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6"/>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6"/>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6"/>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66"/>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66"/>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6"/>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66"/>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66"/>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66"/>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66"/>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66"/>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6"/>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66"/>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66"/>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6"/>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6"/>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6"/>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6"/>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66"/>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66"/>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6"/>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6"/>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6"/>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6"/>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66"/>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66"/>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9" name="Google Shape;14539;p66"/>
          <p:cNvGrpSpPr/>
          <p:nvPr/>
        </p:nvGrpSpPr>
        <p:grpSpPr>
          <a:xfrm>
            <a:off x="5749779" y="1591381"/>
            <a:ext cx="370866" cy="364151"/>
            <a:chOff x="5776868" y="1515181"/>
            <a:chExt cx="370866" cy="364151"/>
          </a:xfrm>
        </p:grpSpPr>
        <p:sp>
          <p:nvSpPr>
            <p:cNvPr id="14540" name="Google Shape;14540;p66"/>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66"/>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66"/>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66"/>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66"/>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6"/>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6"/>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6"/>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6"/>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6"/>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6"/>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6"/>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66"/>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66"/>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6"/>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6"/>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6"/>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66"/>
          <p:cNvGrpSpPr/>
          <p:nvPr/>
        </p:nvGrpSpPr>
        <p:grpSpPr>
          <a:xfrm>
            <a:off x="3550761" y="2509142"/>
            <a:ext cx="393660" cy="370079"/>
            <a:chOff x="3577849" y="2432942"/>
            <a:chExt cx="393660" cy="370079"/>
          </a:xfrm>
        </p:grpSpPr>
        <p:sp>
          <p:nvSpPr>
            <p:cNvPr id="14558" name="Google Shape;14558;p66"/>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6"/>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6"/>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6"/>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6"/>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6"/>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6"/>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6"/>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6"/>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66"/>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8" name="Google Shape;14568;p66"/>
          <p:cNvGrpSpPr/>
          <p:nvPr/>
        </p:nvGrpSpPr>
        <p:grpSpPr>
          <a:xfrm>
            <a:off x="2466911" y="3003237"/>
            <a:ext cx="370132" cy="328164"/>
            <a:chOff x="2493999" y="2927037"/>
            <a:chExt cx="370132" cy="328164"/>
          </a:xfrm>
        </p:grpSpPr>
        <p:sp>
          <p:nvSpPr>
            <p:cNvPr id="14569" name="Google Shape;14569;p66"/>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66"/>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6"/>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6"/>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66"/>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6"/>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6"/>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6"/>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6"/>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6"/>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6"/>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66"/>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1" name="Google Shape;14581;p66"/>
          <p:cNvGrpSpPr/>
          <p:nvPr/>
        </p:nvGrpSpPr>
        <p:grpSpPr>
          <a:xfrm>
            <a:off x="3562329" y="3026896"/>
            <a:ext cx="370315" cy="281028"/>
            <a:chOff x="3589417" y="2950696"/>
            <a:chExt cx="370315" cy="281028"/>
          </a:xfrm>
        </p:grpSpPr>
        <p:sp>
          <p:nvSpPr>
            <p:cNvPr id="14582" name="Google Shape;14582;p66"/>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6"/>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6"/>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66"/>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6"/>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6"/>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6"/>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66"/>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66"/>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6"/>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6"/>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6"/>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66"/>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66"/>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66"/>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66"/>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66"/>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6"/>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6"/>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6"/>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2" name="Google Shape;14602;p66"/>
          <p:cNvGrpSpPr/>
          <p:nvPr/>
        </p:nvGrpSpPr>
        <p:grpSpPr>
          <a:xfrm>
            <a:off x="3005623" y="2987918"/>
            <a:ext cx="396125" cy="359062"/>
            <a:chOff x="3032711" y="2911718"/>
            <a:chExt cx="396125" cy="359062"/>
          </a:xfrm>
        </p:grpSpPr>
        <p:sp>
          <p:nvSpPr>
            <p:cNvPr id="14603" name="Google Shape;14603;p66"/>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6"/>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66"/>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66"/>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6"/>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6"/>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6"/>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6"/>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6"/>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6"/>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66"/>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66"/>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66"/>
          <p:cNvGrpSpPr/>
          <p:nvPr/>
        </p:nvGrpSpPr>
        <p:grpSpPr>
          <a:xfrm>
            <a:off x="7390676" y="1589597"/>
            <a:ext cx="373174" cy="367692"/>
            <a:chOff x="7417764" y="1513397"/>
            <a:chExt cx="373174" cy="367692"/>
          </a:xfrm>
        </p:grpSpPr>
        <p:sp>
          <p:nvSpPr>
            <p:cNvPr id="14616" name="Google Shape;14616;p66"/>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6"/>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6"/>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66"/>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66"/>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6"/>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6"/>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6"/>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6"/>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6"/>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6"/>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6"/>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6"/>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6"/>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6"/>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66"/>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66"/>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66"/>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6"/>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5" name="Google Shape;14635;p66"/>
          <p:cNvGrpSpPr/>
          <p:nvPr/>
        </p:nvGrpSpPr>
        <p:grpSpPr>
          <a:xfrm>
            <a:off x="6844856" y="1590568"/>
            <a:ext cx="370132" cy="365672"/>
            <a:chOff x="6871944" y="1514368"/>
            <a:chExt cx="370132" cy="365672"/>
          </a:xfrm>
        </p:grpSpPr>
        <p:sp>
          <p:nvSpPr>
            <p:cNvPr id="14636" name="Google Shape;14636;p66"/>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6"/>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6"/>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66"/>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66"/>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6"/>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6"/>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6"/>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6"/>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6"/>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6"/>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66"/>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66"/>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6"/>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6"/>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6"/>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6"/>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66"/>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4" name="Google Shape;14654;p66"/>
          <p:cNvGrpSpPr/>
          <p:nvPr/>
        </p:nvGrpSpPr>
        <p:grpSpPr>
          <a:xfrm>
            <a:off x="6534843" y="3441461"/>
            <a:ext cx="400375" cy="370184"/>
            <a:chOff x="6561931" y="3365261"/>
            <a:chExt cx="400375" cy="370184"/>
          </a:xfrm>
        </p:grpSpPr>
        <p:sp>
          <p:nvSpPr>
            <p:cNvPr id="14655" name="Google Shape;14655;p66"/>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6"/>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66"/>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66"/>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6"/>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6"/>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66"/>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66"/>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6"/>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6"/>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6"/>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66"/>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7" name="Google Shape;14667;p66"/>
          <p:cNvGrpSpPr/>
          <p:nvPr/>
        </p:nvGrpSpPr>
        <p:grpSpPr>
          <a:xfrm>
            <a:off x="1915032" y="2062052"/>
            <a:ext cx="378315" cy="358695"/>
            <a:chOff x="1942120" y="1985852"/>
            <a:chExt cx="378315" cy="358695"/>
          </a:xfrm>
        </p:grpSpPr>
        <p:sp>
          <p:nvSpPr>
            <p:cNvPr id="14668" name="Google Shape;14668;p66"/>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6"/>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6"/>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6"/>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6"/>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6"/>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66"/>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66"/>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6"/>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66"/>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66"/>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66"/>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6"/>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6"/>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6"/>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6"/>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6"/>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6"/>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6"/>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6"/>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8" name="Google Shape;14688;p66"/>
          <p:cNvGrpSpPr/>
          <p:nvPr/>
        </p:nvGrpSpPr>
        <p:grpSpPr>
          <a:xfrm>
            <a:off x="1374327" y="2505418"/>
            <a:ext cx="364282" cy="374197"/>
            <a:chOff x="1401415" y="2429218"/>
            <a:chExt cx="364282" cy="374197"/>
          </a:xfrm>
        </p:grpSpPr>
        <p:sp>
          <p:nvSpPr>
            <p:cNvPr id="14689" name="Google Shape;14689;p66"/>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66"/>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6"/>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6"/>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6"/>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66"/>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6"/>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6"/>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66"/>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66"/>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6"/>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6"/>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6"/>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6"/>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6"/>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4" name="Google Shape;14704;p66"/>
          <p:cNvGrpSpPr/>
          <p:nvPr/>
        </p:nvGrpSpPr>
        <p:grpSpPr>
          <a:xfrm>
            <a:off x="7083339" y="3441461"/>
            <a:ext cx="400401" cy="370184"/>
            <a:chOff x="7110427" y="3365261"/>
            <a:chExt cx="400401" cy="370184"/>
          </a:xfrm>
        </p:grpSpPr>
        <p:sp>
          <p:nvSpPr>
            <p:cNvPr id="14705" name="Google Shape;14705;p66"/>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6"/>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6"/>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6"/>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6"/>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6"/>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66"/>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2" name="Google Shape;14712;p66"/>
          <p:cNvGrpSpPr/>
          <p:nvPr/>
        </p:nvGrpSpPr>
        <p:grpSpPr>
          <a:xfrm>
            <a:off x="7631861" y="3439337"/>
            <a:ext cx="400375" cy="370132"/>
            <a:chOff x="7658949" y="3363137"/>
            <a:chExt cx="400375" cy="370132"/>
          </a:xfrm>
        </p:grpSpPr>
        <p:sp>
          <p:nvSpPr>
            <p:cNvPr id="14713" name="Google Shape;14713;p66"/>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66"/>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6"/>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6"/>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6"/>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8" name="Google Shape;14718;p66"/>
          <p:cNvGrpSpPr/>
          <p:nvPr/>
        </p:nvGrpSpPr>
        <p:grpSpPr>
          <a:xfrm>
            <a:off x="3277393" y="3455589"/>
            <a:ext cx="356623" cy="370105"/>
            <a:chOff x="3307156" y="3365314"/>
            <a:chExt cx="356623" cy="370105"/>
          </a:xfrm>
        </p:grpSpPr>
        <p:sp>
          <p:nvSpPr>
            <p:cNvPr id="14719" name="Google Shape;14719;p66"/>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6"/>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6"/>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6"/>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6"/>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6"/>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6"/>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6"/>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6"/>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6"/>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6"/>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66"/>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66"/>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66"/>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66"/>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66"/>
          <p:cNvGrpSpPr/>
          <p:nvPr/>
        </p:nvGrpSpPr>
        <p:grpSpPr>
          <a:xfrm>
            <a:off x="7395319" y="2056307"/>
            <a:ext cx="372807" cy="370079"/>
            <a:chOff x="7422407" y="1980107"/>
            <a:chExt cx="372807" cy="370079"/>
          </a:xfrm>
        </p:grpSpPr>
        <p:sp>
          <p:nvSpPr>
            <p:cNvPr id="14735" name="Google Shape;14735;p66"/>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66"/>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66"/>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6"/>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6"/>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6"/>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66"/>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66"/>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6"/>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6"/>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6"/>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66"/>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6"/>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8" name="Google Shape;14748;p66"/>
          <p:cNvGrpSpPr/>
          <p:nvPr/>
        </p:nvGrpSpPr>
        <p:grpSpPr>
          <a:xfrm>
            <a:off x="6889053" y="2982384"/>
            <a:ext cx="289737" cy="370394"/>
            <a:chOff x="6916141" y="2906184"/>
            <a:chExt cx="289737" cy="370394"/>
          </a:xfrm>
        </p:grpSpPr>
        <p:sp>
          <p:nvSpPr>
            <p:cNvPr id="14749" name="Google Shape;14749;p66"/>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66"/>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66"/>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6"/>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6"/>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6"/>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6"/>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6"/>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6"/>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66"/>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66"/>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6"/>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66"/>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66"/>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6"/>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6"/>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66"/>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66"/>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6"/>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6"/>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6"/>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0" name="Google Shape;14770;p66"/>
          <p:cNvGrpSpPr/>
          <p:nvPr/>
        </p:nvGrpSpPr>
        <p:grpSpPr>
          <a:xfrm>
            <a:off x="7943106" y="2089777"/>
            <a:ext cx="372676" cy="331731"/>
            <a:chOff x="7970194" y="2013577"/>
            <a:chExt cx="372676" cy="331731"/>
          </a:xfrm>
        </p:grpSpPr>
        <p:sp>
          <p:nvSpPr>
            <p:cNvPr id="14771" name="Google Shape;14771;p66"/>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66"/>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66"/>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6"/>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6"/>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6"/>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6"/>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6"/>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6"/>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6"/>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1" name="Google Shape;14781;p66"/>
          <p:cNvGrpSpPr/>
          <p:nvPr/>
        </p:nvGrpSpPr>
        <p:grpSpPr>
          <a:xfrm>
            <a:off x="1389645" y="1588390"/>
            <a:ext cx="332964" cy="370158"/>
            <a:chOff x="1416733" y="1512190"/>
            <a:chExt cx="332964" cy="370158"/>
          </a:xfrm>
        </p:grpSpPr>
        <p:sp>
          <p:nvSpPr>
            <p:cNvPr id="14782" name="Google Shape;14782;p66"/>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6"/>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6"/>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6"/>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6"/>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6"/>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6"/>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6"/>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6"/>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6"/>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6"/>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6"/>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6"/>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6"/>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6"/>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6"/>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6"/>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6"/>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66"/>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66"/>
          <p:cNvGrpSpPr/>
          <p:nvPr/>
        </p:nvGrpSpPr>
        <p:grpSpPr>
          <a:xfrm>
            <a:off x="5219278" y="2982305"/>
            <a:ext cx="342852" cy="370079"/>
            <a:chOff x="5246366" y="2906105"/>
            <a:chExt cx="342852" cy="370079"/>
          </a:xfrm>
        </p:grpSpPr>
        <p:sp>
          <p:nvSpPr>
            <p:cNvPr id="14802" name="Google Shape;14802;p66"/>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66"/>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6"/>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6"/>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6"/>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6"/>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66"/>
          <p:cNvGrpSpPr/>
          <p:nvPr/>
        </p:nvGrpSpPr>
        <p:grpSpPr>
          <a:xfrm>
            <a:off x="822579" y="2511083"/>
            <a:ext cx="371259" cy="366249"/>
            <a:chOff x="849667" y="2434883"/>
            <a:chExt cx="371259" cy="366249"/>
          </a:xfrm>
        </p:grpSpPr>
        <p:sp>
          <p:nvSpPr>
            <p:cNvPr id="14809" name="Google Shape;14809;p66"/>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6"/>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6"/>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6"/>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6"/>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6"/>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6"/>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6"/>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6"/>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66"/>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6"/>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6"/>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6"/>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2" name="Google Shape;14822;p66"/>
          <p:cNvGrpSpPr/>
          <p:nvPr/>
        </p:nvGrpSpPr>
        <p:grpSpPr>
          <a:xfrm>
            <a:off x="4389938" y="3441566"/>
            <a:ext cx="332728" cy="370053"/>
            <a:chOff x="4417026" y="3365366"/>
            <a:chExt cx="332728" cy="370053"/>
          </a:xfrm>
        </p:grpSpPr>
        <p:sp>
          <p:nvSpPr>
            <p:cNvPr id="14823" name="Google Shape;14823;p66"/>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6"/>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6"/>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6"/>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6"/>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6"/>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6"/>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6"/>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6"/>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6"/>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6"/>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6"/>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6"/>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6"/>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6"/>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6"/>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6"/>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6"/>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66"/>
          <p:cNvGrpSpPr/>
          <p:nvPr/>
        </p:nvGrpSpPr>
        <p:grpSpPr>
          <a:xfrm>
            <a:off x="2469980" y="2056386"/>
            <a:ext cx="363994" cy="370105"/>
            <a:chOff x="2497068" y="1980186"/>
            <a:chExt cx="363994" cy="370105"/>
          </a:xfrm>
        </p:grpSpPr>
        <p:sp>
          <p:nvSpPr>
            <p:cNvPr id="14842" name="Google Shape;14842;p66"/>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6"/>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66"/>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66"/>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6"/>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6"/>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6"/>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6"/>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6"/>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66"/>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66"/>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6"/>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6"/>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6"/>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6"/>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6"/>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6"/>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6"/>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6"/>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6"/>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6"/>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66"/>
          <p:cNvGrpSpPr/>
          <p:nvPr/>
        </p:nvGrpSpPr>
        <p:grpSpPr>
          <a:xfrm>
            <a:off x="5793190" y="2982358"/>
            <a:ext cx="294904" cy="370027"/>
            <a:chOff x="5820278" y="2906158"/>
            <a:chExt cx="294904" cy="370027"/>
          </a:xfrm>
        </p:grpSpPr>
        <p:sp>
          <p:nvSpPr>
            <p:cNvPr id="14864" name="Google Shape;14864;p66"/>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66"/>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6"/>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6"/>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6"/>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6"/>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6"/>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1" name="Google Shape;14871;p66"/>
          <p:cNvGrpSpPr/>
          <p:nvPr/>
        </p:nvGrpSpPr>
        <p:grpSpPr>
          <a:xfrm>
            <a:off x="4919731" y="3459429"/>
            <a:ext cx="370132" cy="334223"/>
            <a:chOff x="4946819" y="3383229"/>
            <a:chExt cx="370132" cy="334223"/>
          </a:xfrm>
        </p:grpSpPr>
        <p:sp>
          <p:nvSpPr>
            <p:cNvPr id="14872" name="Google Shape;14872;p66"/>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6"/>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6"/>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6"/>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6"/>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6"/>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66"/>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6"/>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6"/>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1" name="Google Shape;14881;p66"/>
          <p:cNvGrpSpPr/>
          <p:nvPr/>
        </p:nvGrpSpPr>
        <p:grpSpPr>
          <a:xfrm>
            <a:off x="3011315" y="1615434"/>
            <a:ext cx="375482" cy="316072"/>
            <a:chOff x="3038403" y="1539234"/>
            <a:chExt cx="375482" cy="316072"/>
          </a:xfrm>
        </p:grpSpPr>
        <p:sp>
          <p:nvSpPr>
            <p:cNvPr id="14882" name="Google Shape;14882;p6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3" name="Google Shape;14883;p66"/>
            <p:cNvGrpSpPr/>
            <p:nvPr/>
          </p:nvGrpSpPr>
          <p:grpSpPr>
            <a:xfrm>
              <a:off x="3038403" y="1539234"/>
              <a:ext cx="375482" cy="316072"/>
              <a:chOff x="3038403" y="1539234"/>
              <a:chExt cx="375482" cy="316072"/>
            </a:xfrm>
          </p:grpSpPr>
          <p:sp>
            <p:nvSpPr>
              <p:cNvPr id="14884" name="Google Shape;14884;p66"/>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6"/>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66"/>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66"/>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6"/>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6"/>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6"/>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6"/>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6"/>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93" name="Google Shape;14893;p66"/>
          <p:cNvGrpSpPr/>
          <p:nvPr/>
        </p:nvGrpSpPr>
        <p:grpSpPr>
          <a:xfrm>
            <a:off x="6305777" y="2982331"/>
            <a:ext cx="360846" cy="370184"/>
            <a:chOff x="6332865" y="2906131"/>
            <a:chExt cx="360846" cy="370184"/>
          </a:xfrm>
        </p:grpSpPr>
        <p:sp>
          <p:nvSpPr>
            <p:cNvPr id="14894" name="Google Shape;14894;p66"/>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6"/>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6"/>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6"/>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6"/>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6"/>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6"/>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6"/>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6"/>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6"/>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6"/>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5" name="Google Shape;14905;p66"/>
          <p:cNvGrpSpPr/>
          <p:nvPr/>
        </p:nvGrpSpPr>
        <p:grpSpPr>
          <a:xfrm>
            <a:off x="4107991" y="1594266"/>
            <a:ext cx="370132" cy="358223"/>
            <a:chOff x="4135079" y="1518066"/>
            <a:chExt cx="370132" cy="358223"/>
          </a:xfrm>
        </p:grpSpPr>
        <p:sp>
          <p:nvSpPr>
            <p:cNvPr id="14906" name="Google Shape;14906;p66"/>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66"/>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66"/>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6"/>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6"/>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6"/>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6"/>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6"/>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6"/>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6"/>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6"/>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6"/>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6"/>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6"/>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6"/>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6"/>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6"/>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66"/>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66"/>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5" name="Google Shape;14925;p66"/>
          <p:cNvGrpSpPr/>
          <p:nvPr/>
        </p:nvGrpSpPr>
        <p:grpSpPr>
          <a:xfrm>
            <a:off x="6851780" y="2056334"/>
            <a:ext cx="361240" cy="370158"/>
            <a:chOff x="6878869" y="1980134"/>
            <a:chExt cx="361240" cy="370158"/>
          </a:xfrm>
        </p:grpSpPr>
        <p:sp>
          <p:nvSpPr>
            <p:cNvPr id="14926" name="Google Shape;14926;p66"/>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66"/>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6"/>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6"/>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6"/>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66"/>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6"/>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6"/>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6"/>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6"/>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6"/>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6"/>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6"/>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9" name="Google Shape;14939;p66"/>
          <p:cNvGrpSpPr/>
          <p:nvPr/>
        </p:nvGrpSpPr>
        <p:grpSpPr>
          <a:xfrm>
            <a:off x="2466911" y="2626233"/>
            <a:ext cx="370132" cy="259467"/>
            <a:chOff x="2493999" y="2550033"/>
            <a:chExt cx="370132" cy="259467"/>
          </a:xfrm>
        </p:grpSpPr>
        <p:sp>
          <p:nvSpPr>
            <p:cNvPr id="14940" name="Google Shape;14940;p66"/>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66"/>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66"/>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6"/>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6"/>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6"/>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6"/>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6"/>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6"/>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6"/>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6"/>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6"/>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6"/>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6"/>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6"/>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6"/>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6"/>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66"/>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66"/>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9" name="Google Shape;14959;p66"/>
          <p:cNvGrpSpPr/>
          <p:nvPr/>
        </p:nvGrpSpPr>
        <p:grpSpPr>
          <a:xfrm>
            <a:off x="1672614" y="3441461"/>
            <a:ext cx="281054" cy="370158"/>
            <a:chOff x="1699703" y="3365261"/>
            <a:chExt cx="281054" cy="370158"/>
          </a:xfrm>
        </p:grpSpPr>
        <p:sp>
          <p:nvSpPr>
            <p:cNvPr id="14960" name="Google Shape;14960;p66"/>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6"/>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6"/>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6"/>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66"/>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66"/>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66"/>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66"/>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6"/>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6"/>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6"/>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6"/>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6"/>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3" name="Google Shape;14973;p66"/>
          <p:cNvGrpSpPr/>
          <p:nvPr/>
        </p:nvGrpSpPr>
        <p:grpSpPr>
          <a:xfrm>
            <a:off x="7939722" y="1595630"/>
            <a:ext cx="369974" cy="355626"/>
            <a:chOff x="7966810" y="1519430"/>
            <a:chExt cx="369974" cy="355626"/>
          </a:xfrm>
        </p:grpSpPr>
        <p:sp>
          <p:nvSpPr>
            <p:cNvPr id="14974" name="Google Shape;14974;p66"/>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6"/>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6"/>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6"/>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66"/>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66"/>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6"/>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66"/>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6"/>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6"/>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6"/>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6"/>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6"/>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6"/>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6"/>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6"/>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0" name="Google Shape;14990;p66"/>
          <p:cNvGrpSpPr/>
          <p:nvPr/>
        </p:nvGrpSpPr>
        <p:grpSpPr>
          <a:xfrm>
            <a:off x="2765540" y="3441540"/>
            <a:ext cx="290445" cy="370079"/>
            <a:chOff x="2792628" y="3365340"/>
            <a:chExt cx="290445" cy="370079"/>
          </a:xfrm>
        </p:grpSpPr>
        <p:sp>
          <p:nvSpPr>
            <p:cNvPr id="14991" name="Google Shape;14991;p66"/>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66"/>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66"/>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66"/>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66"/>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6"/>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6"/>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6"/>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6"/>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6"/>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6"/>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6"/>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6"/>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6"/>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5" name="Google Shape;15005;p66"/>
          <p:cNvGrpSpPr/>
          <p:nvPr/>
        </p:nvGrpSpPr>
        <p:grpSpPr>
          <a:xfrm>
            <a:off x="1362497" y="2064517"/>
            <a:ext cx="388125" cy="353790"/>
            <a:chOff x="1389585" y="1988317"/>
            <a:chExt cx="388125" cy="353790"/>
          </a:xfrm>
        </p:grpSpPr>
        <p:sp>
          <p:nvSpPr>
            <p:cNvPr id="15006" name="Google Shape;15006;p66"/>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6"/>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6"/>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6"/>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6"/>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6"/>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6"/>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66"/>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6"/>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6"/>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6"/>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6"/>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6"/>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66"/>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6"/>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6"/>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6"/>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6"/>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6"/>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6"/>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6"/>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6"/>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66"/>
          <p:cNvGrpSpPr/>
          <p:nvPr/>
        </p:nvGrpSpPr>
        <p:grpSpPr>
          <a:xfrm>
            <a:off x="2465836" y="1588390"/>
            <a:ext cx="370158" cy="370158"/>
            <a:chOff x="2492924" y="1512190"/>
            <a:chExt cx="370158" cy="370158"/>
          </a:xfrm>
        </p:grpSpPr>
        <p:sp>
          <p:nvSpPr>
            <p:cNvPr id="15029" name="Google Shape;15029;p66"/>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66"/>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6"/>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6"/>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6"/>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6"/>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6"/>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6"/>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66"/>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6"/>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6"/>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6"/>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6"/>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6"/>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6"/>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6"/>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66"/>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6"/>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6"/>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6"/>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6"/>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6"/>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1" name="Google Shape;15051;p66"/>
          <p:cNvGrpSpPr/>
          <p:nvPr/>
        </p:nvGrpSpPr>
        <p:grpSpPr>
          <a:xfrm>
            <a:off x="1906481" y="1588443"/>
            <a:ext cx="393975" cy="370105"/>
            <a:chOff x="1933569" y="1512243"/>
            <a:chExt cx="393975" cy="370105"/>
          </a:xfrm>
        </p:grpSpPr>
        <p:sp>
          <p:nvSpPr>
            <p:cNvPr id="15052" name="Google Shape;15052;p66"/>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6"/>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6"/>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6"/>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6"/>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66"/>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6"/>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6"/>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6"/>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6"/>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6"/>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66"/>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66"/>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6"/>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6"/>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6"/>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6"/>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6"/>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6"/>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6"/>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6"/>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6"/>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6"/>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6"/>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6"/>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6"/>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6"/>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6"/>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0" name="Google Shape;15080;p66"/>
          <p:cNvGrpSpPr/>
          <p:nvPr/>
        </p:nvGrpSpPr>
        <p:grpSpPr>
          <a:xfrm>
            <a:off x="2209018" y="3441592"/>
            <a:ext cx="306471" cy="370000"/>
            <a:chOff x="2236106" y="3365392"/>
            <a:chExt cx="306471" cy="370000"/>
          </a:xfrm>
        </p:grpSpPr>
        <p:sp>
          <p:nvSpPr>
            <p:cNvPr id="15081" name="Google Shape;15081;p66"/>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6"/>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66"/>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66"/>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6"/>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6"/>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6"/>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6"/>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6"/>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6"/>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6"/>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6"/>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6"/>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6"/>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5" name="Google Shape;15095;p66"/>
          <p:cNvGrpSpPr/>
          <p:nvPr/>
        </p:nvGrpSpPr>
        <p:grpSpPr>
          <a:xfrm>
            <a:off x="5465735" y="3461763"/>
            <a:ext cx="375325" cy="329606"/>
            <a:chOff x="5492823" y="3385563"/>
            <a:chExt cx="375325" cy="329606"/>
          </a:xfrm>
        </p:grpSpPr>
        <p:sp>
          <p:nvSpPr>
            <p:cNvPr id="15096" name="Google Shape;15096;p66"/>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6"/>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66"/>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66"/>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6"/>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6"/>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6"/>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6"/>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6"/>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6"/>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6"/>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6"/>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66"/>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66"/>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6"/>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6"/>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6"/>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6"/>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66"/>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6"/>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66"/>
          <p:cNvGrpSpPr/>
          <p:nvPr/>
        </p:nvGrpSpPr>
        <p:grpSpPr>
          <a:xfrm>
            <a:off x="3014699" y="2077318"/>
            <a:ext cx="370158" cy="328164"/>
            <a:chOff x="3041787" y="2001118"/>
            <a:chExt cx="370158" cy="328164"/>
          </a:xfrm>
        </p:grpSpPr>
        <p:sp>
          <p:nvSpPr>
            <p:cNvPr id="15117" name="Google Shape;15117;p66"/>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66"/>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66"/>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6"/>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6"/>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66"/>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6"/>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6"/>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6"/>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6"/>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6"/>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66"/>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66"/>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6"/>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6"/>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6"/>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6"/>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6"/>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5" name="Google Shape;15135;p66"/>
          <p:cNvGrpSpPr/>
          <p:nvPr/>
        </p:nvGrpSpPr>
        <p:grpSpPr>
          <a:xfrm>
            <a:off x="5752796" y="2115325"/>
            <a:ext cx="372309" cy="328216"/>
            <a:chOff x="5779884" y="2039125"/>
            <a:chExt cx="372309" cy="328216"/>
          </a:xfrm>
        </p:grpSpPr>
        <p:sp>
          <p:nvSpPr>
            <p:cNvPr id="15136" name="Google Shape;15136;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6"/>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6"/>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66"/>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6"/>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6"/>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6"/>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6"/>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6"/>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6"/>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49" name="Google Shape;15149;p66"/>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153"/>
        <p:cNvGrpSpPr/>
        <p:nvPr/>
      </p:nvGrpSpPr>
      <p:grpSpPr>
        <a:xfrm>
          <a:off x="0" y="0"/>
          <a:ext cx="0" cy="0"/>
          <a:chOff x="0" y="0"/>
          <a:chExt cx="0" cy="0"/>
        </a:xfrm>
      </p:grpSpPr>
      <p:grpSp>
        <p:nvGrpSpPr>
          <p:cNvPr id="15154" name="Google Shape;15154;p67"/>
          <p:cNvGrpSpPr/>
          <p:nvPr/>
        </p:nvGrpSpPr>
        <p:grpSpPr>
          <a:xfrm>
            <a:off x="853009" y="1981993"/>
            <a:ext cx="354610" cy="372358"/>
            <a:chOff x="878066" y="1981993"/>
            <a:chExt cx="354610" cy="372358"/>
          </a:xfrm>
        </p:grpSpPr>
        <p:sp>
          <p:nvSpPr>
            <p:cNvPr id="15155" name="Google Shape;15155;p67"/>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7"/>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67"/>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67"/>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67"/>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7"/>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7"/>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7"/>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7"/>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7"/>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7"/>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7"/>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7"/>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7"/>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67"/>
          <p:cNvGrpSpPr/>
          <p:nvPr/>
        </p:nvGrpSpPr>
        <p:grpSpPr>
          <a:xfrm>
            <a:off x="1320737" y="1982386"/>
            <a:ext cx="371650" cy="371624"/>
            <a:chOff x="1345794" y="1982386"/>
            <a:chExt cx="371650" cy="371624"/>
          </a:xfrm>
        </p:grpSpPr>
        <p:sp>
          <p:nvSpPr>
            <p:cNvPr id="15170" name="Google Shape;15170;p67"/>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7"/>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7"/>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7"/>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7"/>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7"/>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7"/>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7"/>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7"/>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7"/>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67"/>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67"/>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7"/>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7"/>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7"/>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7"/>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7"/>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67"/>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7"/>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7"/>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7"/>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67"/>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7"/>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7"/>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7"/>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7"/>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7"/>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7"/>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7"/>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7"/>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7"/>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7"/>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7"/>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7"/>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7"/>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7"/>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7"/>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67"/>
          <p:cNvGrpSpPr/>
          <p:nvPr/>
        </p:nvGrpSpPr>
        <p:grpSpPr>
          <a:xfrm>
            <a:off x="1796408" y="1981993"/>
            <a:ext cx="372410" cy="372410"/>
            <a:chOff x="1821465" y="1981993"/>
            <a:chExt cx="372410" cy="372410"/>
          </a:xfrm>
        </p:grpSpPr>
        <p:sp>
          <p:nvSpPr>
            <p:cNvPr id="15208" name="Google Shape;15208;p67"/>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7"/>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7"/>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7"/>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7"/>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7"/>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7"/>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67"/>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67"/>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7"/>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67"/>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67"/>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7"/>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7"/>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2" name="Google Shape;15222;p67"/>
          <p:cNvGrpSpPr/>
          <p:nvPr/>
        </p:nvGrpSpPr>
        <p:grpSpPr>
          <a:xfrm>
            <a:off x="2251291" y="1981809"/>
            <a:ext cx="415901" cy="372699"/>
            <a:chOff x="2276348" y="1981809"/>
            <a:chExt cx="415901" cy="372699"/>
          </a:xfrm>
        </p:grpSpPr>
        <p:sp>
          <p:nvSpPr>
            <p:cNvPr id="15223" name="Google Shape;15223;p67"/>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7"/>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7"/>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7"/>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7"/>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7"/>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7"/>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0" name="Google Shape;15230;p67"/>
          <p:cNvGrpSpPr/>
          <p:nvPr/>
        </p:nvGrpSpPr>
        <p:grpSpPr>
          <a:xfrm>
            <a:off x="2749297" y="2009990"/>
            <a:ext cx="372017" cy="316310"/>
            <a:chOff x="2774354" y="2009990"/>
            <a:chExt cx="372017" cy="316310"/>
          </a:xfrm>
        </p:grpSpPr>
        <p:sp>
          <p:nvSpPr>
            <p:cNvPr id="15231" name="Google Shape;15231;p67"/>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67"/>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67"/>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7"/>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7"/>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7"/>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7"/>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7"/>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7"/>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7"/>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7"/>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7"/>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7"/>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7"/>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7"/>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7"/>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7"/>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7"/>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7"/>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7"/>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7"/>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7"/>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7"/>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7"/>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7"/>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7"/>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7" name="Google Shape;15257;p67"/>
          <p:cNvGrpSpPr/>
          <p:nvPr/>
        </p:nvGrpSpPr>
        <p:grpSpPr>
          <a:xfrm>
            <a:off x="3697625" y="1981993"/>
            <a:ext cx="375818" cy="372043"/>
            <a:chOff x="3722682" y="1981993"/>
            <a:chExt cx="375818" cy="372043"/>
          </a:xfrm>
        </p:grpSpPr>
        <p:sp>
          <p:nvSpPr>
            <p:cNvPr id="15258" name="Google Shape;15258;p67"/>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7"/>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7"/>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7"/>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7"/>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7"/>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67"/>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67"/>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7"/>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7"/>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7"/>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7"/>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7"/>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7"/>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67"/>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3" name="Google Shape;15273;p67"/>
          <p:cNvGrpSpPr/>
          <p:nvPr/>
        </p:nvGrpSpPr>
        <p:grpSpPr>
          <a:xfrm>
            <a:off x="4176337" y="1981809"/>
            <a:ext cx="373538" cy="372305"/>
            <a:chOff x="4201394" y="1981809"/>
            <a:chExt cx="373538" cy="372305"/>
          </a:xfrm>
        </p:grpSpPr>
        <p:sp>
          <p:nvSpPr>
            <p:cNvPr id="15274" name="Google Shape;15274;p67"/>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7"/>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7"/>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7"/>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7"/>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7"/>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7"/>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7"/>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7"/>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67"/>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7"/>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7"/>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7"/>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7"/>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7"/>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7"/>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67"/>
          <p:cNvGrpSpPr/>
          <p:nvPr/>
        </p:nvGrpSpPr>
        <p:grpSpPr>
          <a:xfrm>
            <a:off x="4634601" y="1500266"/>
            <a:ext cx="422743" cy="377784"/>
            <a:chOff x="4659658" y="1500266"/>
            <a:chExt cx="422743" cy="377784"/>
          </a:xfrm>
        </p:grpSpPr>
        <p:sp>
          <p:nvSpPr>
            <p:cNvPr id="15291" name="Google Shape;15291;p67"/>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7"/>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7"/>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7"/>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7"/>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7"/>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7"/>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7"/>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7"/>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7"/>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7"/>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7"/>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7"/>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7"/>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7"/>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67"/>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7"/>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8" name="Google Shape;15308;p67"/>
          <p:cNvGrpSpPr/>
          <p:nvPr/>
        </p:nvGrpSpPr>
        <p:grpSpPr>
          <a:xfrm>
            <a:off x="5186349" y="1513504"/>
            <a:ext cx="260394" cy="351202"/>
            <a:chOff x="5211406" y="1513504"/>
            <a:chExt cx="260394" cy="351202"/>
          </a:xfrm>
        </p:grpSpPr>
        <p:sp>
          <p:nvSpPr>
            <p:cNvPr id="15309" name="Google Shape;15309;p67"/>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7"/>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7"/>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7"/>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7"/>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7"/>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7"/>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7"/>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7"/>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7"/>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7"/>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7"/>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7"/>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2" name="Google Shape;15322;p67"/>
          <p:cNvGrpSpPr/>
          <p:nvPr/>
        </p:nvGrpSpPr>
        <p:grpSpPr>
          <a:xfrm>
            <a:off x="5607545" y="1513216"/>
            <a:ext cx="366722" cy="351779"/>
            <a:chOff x="5632602" y="1513216"/>
            <a:chExt cx="366722" cy="351779"/>
          </a:xfrm>
        </p:grpSpPr>
        <p:sp>
          <p:nvSpPr>
            <p:cNvPr id="15323" name="Google Shape;15323;p67"/>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67"/>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67"/>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7"/>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7"/>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7"/>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7"/>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7"/>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1" name="Google Shape;15331;p67"/>
          <p:cNvGrpSpPr/>
          <p:nvPr/>
        </p:nvGrpSpPr>
        <p:grpSpPr>
          <a:xfrm>
            <a:off x="6064315" y="1527136"/>
            <a:ext cx="401902" cy="323965"/>
            <a:chOff x="6089372" y="1527136"/>
            <a:chExt cx="401902" cy="323965"/>
          </a:xfrm>
        </p:grpSpPr>
        <p:sp>
          <p:nvSpPr>
            <p:cNvPr id="15332" name="Google Shape;15332;p67"/>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7"/>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7"/>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67"/>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67"/>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7"/>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7"/>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67"/>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67"/>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7"/>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7"/>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7"/>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7"/>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7"/>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7"/>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7"/>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7"/>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67"/>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67"/>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7"/>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7"/>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7"/>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7"/>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7"/>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7"/>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7"/>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7"/>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67"/>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67"/>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7"/>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2" name="Google Shape;15362;p67"/>
          <p:cNvGrpSpPr/>
          <p:nvPr/>
        </p:nvGrpSpPr>
        <p:grpSpPr>
          <a:xfrm>
            <a:off x="6554378" y="1527897"/>
            <a:ext cx="370103" cy="322445"/>
            <a:chOff x="6579435" y="1527897"/>
            <a:chExt cx="370103" cy="322445"/>
          </a:xfrm>
        </p:grpSpPr>
        <p:sp>
          <p:nvSpPr>
            <p:cNvPr id="15363" name="Google Shape;15363;p67"/>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7"/>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7"/>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67"/>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67"/>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7"/>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67"/>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67"/>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7"/>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7"/>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7"/>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7"/>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7"/>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67"/>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67"/>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67"/>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67"/>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7"/>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67"/>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67"/>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67"/>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4" name="Google Shape;15384;p67"/>
          <p:cNvGrpSpPr/>
          <p:nvPr/>
        </p:nvGrpSpPr>
        <p:grpSpPr>
          <a:xfrm>
            <a:off x="6963830" y="1538854"/>
            <a:ext cx="499920" cy="300136"/>
            <a:chOff x="6988887" y="1538854"/>
            <a:chExt cx="499920" cy="300136"/>
          </a:xfrm>
        </p:grpSpPr>
        <p:sp>
          <p:nvSpPr>
            <p:cNvPr id="15385" name="Google Shape;15385;p67"/>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67"/>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67"/>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7"/>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7"/>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7"/>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7"/>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7"/>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7"/>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7"/>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7"/>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7"/>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67"/>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8" name="Google Shape;15398;p67"/>
          <p:cNvGrpSpPr/>
          <p:nvPr/>
        </p:nvGrpSpPr>
        <p:grpSpPr>
          <a:xfrm>
            <a:off x="8025302" y="1520687"/>
            <a:ext cx="279321" cy="336837"/>
            <a:chOff x="8050359" y="1520687"/>
            <a:chExt cx="279321" cy="336837"/>
          </a:xfrm>
        </p:grpSpPr>
        <p:sp>
          <p:nvSpPr>
            <p:cNvPr id="15399" name="Google Shape;15399;p67"/>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67"/>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67"/>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67"/>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67"/>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67"/>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7"/>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7"/>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67"/>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67"/>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67"/>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67"/>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7"/>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67"/>
          <p:cNvGrpSpPr/>
          <p:nvPr/>
        </p:nvGrpSpPr>
        <p:grpSpPr>
          <a:xfrm>
            <a:off x="6068850" y="2461832"/>
            <a:ext cx="364441" cy="339091"/>
            <a:chOff x="6093907" y="2461832"/>
            <a:chExt cx="364441" cy="339091"/>
          </a:xfrm>
        </p:grpSpPr>
        <p:sp>
          <p:nvSpPr>
            <p:cNvPr id="15413" name="Google Shape;15413;p67"/>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7"/>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67"/>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67"/>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7"/>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67"/>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67"/>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67"/>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7"/>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7"/>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67"/>
          <p:cNvGrpSpPr/>
          <p:nvPr/>
        </p:nvGrpSpPr>
        <p:grpSpPr>
          <a:xfrm>
            <a:off x="4651274" y="1980866"/>
            <a:ext cx="377680" cy="377680"/>
            <a:chOff x="4676331" y="1980866"/>
            <a:chExt cx="377680" cy="377680"/>
          </a:xfrm>
        </p:grpSpPr>
        <p:sp>
          <p:nvSpPr>
            <p:cNvPr id="15424" name="Google Shape;15424;p67"/>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7"/>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7"/>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7"/>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7"/>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7"/>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7"/>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7"/>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7"/>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7"/>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7"/>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67"/>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67"/>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7"/>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67"/>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67"/>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67"/>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67"/>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7"/>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3" name="Google Shape;15443;p67"/>
          <p:cNvGrpSpPr/>
          <p:nvPr/>
        </p:nvGrpSpPr>
        <p:grpSpPr>
          <a:xfrm>
            <a:off x="7501185" y="1522968"/>
            <a:ext cx="357651" cy="332275"/>
            <a:chOff x="7526242" y="1522968"/>
            <a:chExt cx="357651" cy="332275"/>
          </a:xfrm>
        </p:grpSpPr>
        <p:sp>
          <p:nvSpPr>
            <p:cNvPr id="15444" name="Google Shape;15444;p67"/>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7"/>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67"/>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67"/>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7"/>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7"/>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7"/>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7"/>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7"/>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7"/>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67"/>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67"/>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67"/>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67"/>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67"/>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67"/>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0" name="Google Shape;15460;p67"/>
          <p:cNvGrpSpPr/>
          <p:nvPr/>
        </p:nvGrpSpPr>
        <p:grpSpPr>
          <a:xfrm>
            <a:off x="3225729" y="1982386"/>
            <a:ext cx="371650" cy="371624"/>
            <a:chOff x="3250786" y="1982386"/>
            <a:chExt cx="371650" cy="371624"/>
          </a:xfrm>
        </p:grpSpPr>
        <p:sp>
          <p:nvSpPr>
            <p:cNvPr id="15461" name="Google Shape;15461;p67"/>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67"/>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7"/>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7"/>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7"/>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7"/>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67"/>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67"/>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7"/>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67"/>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67"/>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7"/>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7"/>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7"/>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7"/>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7"/>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67"/>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67"/>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67"/>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67"/>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7"/>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7"/>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7"/>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7"/>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7"/>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7"/>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7"/>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7"/>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7"/>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67"/>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1" name="Google Shape;15491;p67"/>
          <p:cNvGrpSpPr/>
          <p:nvPr/>
        </p:nvGrpSpPr>
        <p:grpSpPr>
          <a:xfrm>
            <a:off x="1317329" y="2916322"/>
            <a:ext cx="373538" cy="331515"/>
            <a:chOff x="1342386" y="2916322"/>
            <a:chExt cx="373538" cy="331515"/>
          </a:xfrm>
        </p:grpSpPr>
        <p:sp>
          <p:nvSpPr>
            <p:cNvPr id="15492" name="Google Shape;15492;p67"/>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67"/>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67"/>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67"/>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67"/>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67"/>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67"/>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7"/>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7"/>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67"/>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67"/>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3" name="Google Shape;15503;p67"/>
          <p:cNvGrpSpPr/>
          <p:nvPr/>
        </p:nvGrpSpPr>
        <p:grpSpPr>
          <a:xfrm>
            <a:off x="2269065" y="2946600"/>
            <a:ext cx="373931" cy="271351"/>
            <a:chOff x="2294122" y="2946600"/>
            <a:chExt cx="373931" cy="271351"/>
          </a:xfrm>
        </p:grpSpPr>
        <p:sp>
          <p:nvSpPr>
            <p:cNvPr id="15504" name="Google Shape;15504;p67"/>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67"/>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67"/>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67"/>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67"/>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7"/>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7"/>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7"/>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7"/>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7"/>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7"/>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7"/>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7"/>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7"/>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7"/>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7"/>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67"/>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67"/>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7"/>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67"/>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67"/>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7"/>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67"/>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67"/>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67"/>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7"/>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7"/>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7"/>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7"/>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7"/>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4" name="Google Shape;15534;p67"/>
          <p:cNvGrpSpPr/>
          <p:nvPr/>
        </p:nvGrpSpPr>
        <p:grpSpPr>
          <a:xfrm>
            <a:off x="2744762" y="2907251"/>
            <a:ext cx="373905" cy="349682"/>
            <a:chOff x="2769819" y="2907251"/>
            <a:chExt cx="373905" cy="349682"/>
          </a:xfrm>
        </p:grpSpPr>
        <p:sp>
          <p:nvSpPr>
            <p:cNvPr id="15535" name="Google Shape;15535;p67"/>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67"/>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67"/>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7"/>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7"/>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7"/>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7"/>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7"/>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7"/>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67"/>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67"/>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67"/>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67"/>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67"/>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67"/>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67"/>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7"/>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2" name="Google Shape;15552;p67"/>
          <p:cNvGrpSpPr/>
          <p:nvPr/>
        </p:nvGrpSpPr>
        <p:grpSpPr>
          <a:xfrm>
            <a:off x="3221193" y="2895245"/>
            <a:ext cx="375792" cy="373800"/>
            <a:chOff x="3246251" y="2895245"/>
            <a:chExt cx="375792" cy="373800"/>
          </a:xfrm>
        </p:grpSpPr>
        <p:sp>
          <p:nvSpPr>
            <p:cNvPr id="15553" name="Google Shape;15553;p67"/>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7"/>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7"/>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7"/>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7"/>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7"/>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67"/>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67"/>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67"/>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67"/>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67"/>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67"/>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67"/>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67"/>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7" name="Google Shape;15567;p67"/>
          <p:cNvGrpSpPr/>
          <p:nvPr/>
        </p:nvGrpSpPr>
        <p:grpSpPr>
          <a:xfrm>
            <a:off x="3766125" y="2895454"/>
            <a:ext cx="234650" cy="373590"/>
            <a:chOff x="3791182" y="2895454"/>
            <a:chExt cx="234650" cy="373590"/>
          </a:xfrm>
        </p:grpSpPr>
        <p:sp>
          <p:nvSpPr>
            <p:cNvPr id="15568" name="Google Shape;15568;p67"/>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67"/>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67"/>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7"/>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7"/>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7"/>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7"/>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7"/>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7"/>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7" name="Google Shape;15577;p67"/>
          <p:cNvGrpSpPr/>
          <p:nvPr/>
        </p:nvGrpSpPr>
        <p:grpSpPr>
          <a:xfrm>
            <a:off x="7017938" y="2489463"/>
            <a:ext cx="364441" cy="256225"/>
            <a:chOff x="7042995" y="2489463"/>
            <a:chExt cx="364441" cy="256225"/>
          </a:xfrm>
        </p:grpSpPr>
        <p:sp>
          <p:nvSpPr>
            <p:cNvPr id="15578" name="Google Shape;15578;p67"/>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67"/>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67"/>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67"/>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67"/>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7"/>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7"/>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7"/>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7"/>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7" name="Google Shape;15587;p67"/>
          <p:cNvGrpSpPr/>
          <p:nvPr/>
        </p:nvGrpSpPr>
        <p:grpSpPr>
          <a:xfrm>
            <a:off x="7492115" y="2437007"/>
            <a:ext cx="364284" cy="361243"/>
            <a:chOff x="7517172" y="2437007"/>
            <a:chExt cx="364284" cy="361243"/>
          </a:xfrm>
        </p:grpSpPr>
        <p:sp>
          <p:nvSpPr>
            <p:cNvPr id="15588" name="Google Shape;15588;p67"/>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7"/>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7"/>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67"/>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67"/>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67"/>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67"/>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7"/>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7"/>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67"/>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67"/>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7"/>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67"/>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67"/>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7"/>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7"/>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7"/>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7"/>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67"/>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9" name="Google Shape;15609;p67"/>
          <p:cNvGrpSpPr/>
          <p:nvPr/>
        </p:nvGrpSpPr>
        <p:grpSpPr>
          <a:xfrm>
            <a:off x="7981418" y="2436954"/>
            <a:ext cx="335290" cy="361321"/>
            <a:chOff x="8006475" y="2436954"/>
            <a:chExt cx="335290" cy="361321"/>
          </a:xfrm>
        </p:grpSpPr>
        <p:sp>
          <p:nvSpPr>
            <p:cNvPr id="15610" name="Google Shape;15610;p67"/>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7"/>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7"/>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67"/>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67"/>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7"/>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7"/>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67"/>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67"/>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7"/>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67"/>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67"/>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7"/>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67"/>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67"/>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7"/>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67"/>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67"/>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7"/>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9" name="Google Shape;15629;p67"/>
          <p:cNvGrpSpPr/>
          <p:nvPr/>
        </p:nvGrpSpPr>
        <p:grpSpPr>
          <a:xfrm>
            <a:off x="5571604" y="2909139"/>
            <a:ext cx="394326" cy="349682"/>
            <a:chOff x="5596661" y="2909139"/>
            <a:chExt cx="394326" cy="349682"/>
          </a:xfrm>
        </p:grpSpPr>
        <p:sp>
          <p:nvSpPr>
            <p:cNvPr id="15630" name="Google Shape;15630;p67"/>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7"/>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67"/>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67"/>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67"/>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7"/>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7"/>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7"/>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67"/>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67"/>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67"/>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67"/>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67"/>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67"/>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7"/>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7"/>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6" name="Google Shape;15646;p67"/>
          <p:cNvGrpSpPr/>
          <p:nvPr/>
        </p:nvGrpSpPr>
        <p:grpSpPr>
          <a:xfrm>
            <a:off x="849601" y="2914408"/>
            <a:ext cx="356891" cy="335709"/>
            <a:chOff x="874658" y="2914408"/>
            <a:chExt cx="356891" cy="335709"/>
          </a:xfrm>
        </p:grpSpPr>
        <p:sp>
          <p:nvSpPr>
            <p:cNvPr id="15647" name="Google Shape;15647;p67"/>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7"/>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7"/>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7"/>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7"/>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67"/>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67"/>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7"/>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7"/>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7"/>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7"/>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7"/>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7"/>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7"/>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67"/>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67"/>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67"/>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67"/>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67"/>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7"/>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7" name="Google Shape;15667;p67"/>
          <p:cNvGrpSpPr/>
          <p:nvPr/>
        </p:nvGrpSpPr>
        <p:grpSpPr>
          <a:xfrm>
            <a:off x="4205855" y="2929193"/>
            <a:ext cx="308813" cy="306165"/>
            <a:chOff x="4230912" y="2929193"/>
            <a:chExt cx="308813" cy="306165"/>
          </a:xfrm>
        </p:grpSpPr>
        <p:sp>
          <p:nvSpPr>
            <p:cNvPr id="15668" name="Google Shape;15668;p67"/>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7"/>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7"/>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7"/>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7"/>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7"/>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7"/>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7"/>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67"/>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67"/>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7"/>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7"/>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67"/>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67"/>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7"/>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3" name="Google Shape;15683;p67"/>
          <p:cNvGrpSpPr/>
          <p:nvPr/>
        </p:nvGrpSpPr>
        <p:grpSpPr>
          <a:xfrm>
            <a:off x="4602829" y="3401089"/>
            <a:ext cx="409111" cy="267944"/>
            <a:chOff x="4627886" y="3401089"/>
            <a:chExt cx="409111" cy="267944"/>
          </a:xfrm>
        </p:grpSpPr>
        <p:sp>
          <p:nvSpPr>
            <p:cNvPr id="15684" name="Google Shape;15684;p67"/>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7"/>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7"/>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7"/>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7"/>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7"/>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67"/>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67"/>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67"/>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67"/>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67"/>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5" name="Google Shape;15695;p67"/>
          <p:cNvGrpSpPr/>
          <p:nvPr/>
        </p:nvGrpSpPr>
        <p:grpSpPr>
          <a:xfrm>
            <a:off x="4627419" y="2898915"/>
            <a:ext cx="386016" cy="384495"/>
            <a:chOff x="4652476" y="2898915"/>
            <a:chExt cx="386016" cy="384495"/>
          </a:xfrm>
        </p:grpSpPr>
        <p:sp>
          <p:nvSpPr>
            <p:cNvPr id="15696" name="Google Shape;15696;p67"/>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7"/>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7"/>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67"/>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67"/>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67"/>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7"/>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7"/>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7"/>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5" name="Google Shape;15705;p67"/>
          <p:cNvGrpSpPr/>
          <p:nvPr/>
        </p:nvGrpSpPr>
        <p:grpSpPr>
          <a:xfrm>
            <a:off x="5131874" y="2922194"/>
            <a:ext cx="324699" cy="347611"/>
            <a:chOff x="5156931" y="2922194"/>
            <a:chExt cx="324699" cy="347611"/>
          </a:xfrm>
        </p:grpSpPr>
        <p:sp>
          <p:nvSpPr>
            <p:cNvPr id="15706" name="Google Shape;15706;p67"/>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7"/>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7"/>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7"/>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7"/>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7"/>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7"/>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7"/>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7"/>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7"/>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7"/>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7"/>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67"/>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67"/>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7"/>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7"/>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67"/>
          <p:cNvGrpSpPr/>
          <p:nvPr/>
        </p:nvGrpSpPr>
        <p:grpSpPr>
          <a:xfrm>
            <a:off x="6061274" y="2905337"/>
            <a:ext cx="364441" cy="364834"/>
            <a:chOff x="6086331" y="2905337"/>
            <a:chExt cx="364441" cy="364834"/>
          </a:xfrm>
        </p:grpSpPr>
        <p:sp>
          <p:nvSpPr>
            <p:cNvPr id="15723" name="Google Shape;15723;p67"/>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7"/>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67"/>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67"/>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7"/>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67"/>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9" name="Google Shape;15729;p67"/>
          <p:cNvGrpSpPr/>
          <p:nvPr/>
        </p:nvGrpSpPr>
        <p:grpSpPr>
          <a:xfrm>
            <a:off x="6529002" y="2907251"/>
            <a:ext cx="377706" cy="377680"/>
            <a:chOff x="6554059" y="2907251"/>
            <a:chExt cx="377706" cy="377680"/>
          </a:xfrm>
        </p:grpSpPr>
        <p:sp>
          <p:nvSpPr>
            <p:cNvPr id="15730" name="Google Shape;15730;p67"/>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7"/>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67"/>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67"/>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67"/>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7"/>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7"/>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67"/>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67"/>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7"/>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7"/>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67"/>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67"/>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7"/>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7"/>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67"/>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67"/>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7"/>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7"/>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7"/>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7"/>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1" name="Google Shape;15751;p67"/>
          <p:cNvGrpSpPr/>
          <p:nvPr/>
        </p:nvGrpSpPr>
        <p:grpSpPr>
          <a:xfrm>
            <a:off x="7466739" y="2945446"/>
            <a:ext cx="400801" cy="317542"/>
            <a:chOff x="7491796" y="2945446"/>
            <a:chExt cx="400801" cy="317542"/>
          </a:xfrm>
        </p:grpSpPr>
        <p:sp>
          <p:nvSpPr>
            <p:cNvPr id="15752" name="Google Shape;15752;p67"/>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7"/>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67"/>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67"/>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7"/>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7"/>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7"/>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7"/>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67"/>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67"/>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67"/>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67"/>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67"/>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7"/>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7"/>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7"/>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67"/>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67"/>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7"/>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7"/>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67"/>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67"/>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4" name="Google Shape;15774;p67"/>
          <p:cNvGrpSpPr/>
          <p:nvPr/>
        </p:nvGrpSpPr>
        <p:grpSpPr>
          <a:xfrm>
            <a:off x="7020586" y="2907723"/>
            <a:ext cx="345304" cy="365857"/>
            <a:chOff x="7045643" y="2907723"/>
            <a:chExt cx="345304" cy="365857"/>
          </a:xfrm>
        </p:grpSpPr>
        <p:sp>
          <p:nvSpPr>
            <p:cNvPr id="15775" name="Google Shape;15775;p67"/>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67"/>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67"/>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7"/>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7"/>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67"/>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67"/>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7"/>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7"/>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7"/>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7"/>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7"/>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7"/>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7"/>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67"/>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67"/>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7"/>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7"/>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7"/>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67"/>
          <p:cNvGrpSpPr/>
          <p:nvPr/>
        </p:nvGrpSpPr>
        <p:grpSpPr>
          <a:xfrm>
            <a:off x="7967786" y="2907251"/>
            <a:ext cx="347794" cy="366328"/>
            <a:chOff x="7992843" y="2907251"/>
            <a:chExt cx="347794" cy="366328"/>
          </a:xfrm>
        </p:grpSpPr>
        <p:sp>
          <p:nvSpPr>
            <p:cNvPr id="15795" name="Google Shape;15795;p67"/>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7"/>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67"/>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67"/>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7"/>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67"/>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67"/>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7"/>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67"/>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67"/>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7"/>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7"/>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7"/>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67"/>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67"/>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67"/>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67"/>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67"/>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7"/>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7"/>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7"/>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7"/>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7"/>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7"/>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67"/>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67"/>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67"/>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67"/>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67"/>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67"/>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67"/>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7"/>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7"/>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8" name="Google Shape;15828;p67"/>
          <p:cNvGrpSpPr/>
          <p:nvPr/>
        </p:nvGrpSpPr>
        <p:grpSpPr>
          <a:xfrm>
            <a:off x="848841" y="1512377"/>
            <a:ext cx="398127" cy="353457"/>
            <a:chOff x="873898" y="1512377"/>
            <a:chExt cx="398127" cy="353457"/>
          </a:xfrm>
        </p:grpSpPr>
        <p:sp>
          <p:nvSpPr>
            <p:cNvPr id="15829" name="Google Shape;15829;p67"/>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67"/>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7"/>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7"/>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67"/>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67"/>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7"/>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67"/>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67"/>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7"/>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67"/>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67"/>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67"/>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7"/>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67"/>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67"/>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67"/>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67"/>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67"/>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8" name="Google Shape;15848;p67"/>
          <p:cNvGrpSpPr/>
          <p:nvPr/>
        </p:nvGrpSpPr>
        <p:grpSpPr>
          <a:xfrm>
            <a:off x="1399067" y="1515680"/>
            <a:ext cx="246762" cy="347139"/>
            <a:chOff x="1424125" y="1515680"/>
            <a:chExt cx="246762" cy="347139"/>
          </a:xfrm>
        </p:grpSpPr>
        <p:sp>
          <p:nvSpPr>
            <p:cNvPr id="15849" name="Google Shape;15849;p67"/>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7"/>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67"/>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67"/>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67"/>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67"/>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7"/>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67"/>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67"/>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7"/>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7"/>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67"/>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67"/>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67"/>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67"/>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7"/>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67"/>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67"/>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7"/>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7"/>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67"/>
          <p:cNvGrpSpPr/>
          <p:nvPr/>
        </p:nvGrpSpPr>
        <p:grpSpPr>
          <a:xfrm>
            <a:off x="2294441" y="1512744"/>
            <a:ext cx="352697" cy="352723"/>
            <a:chOff x="2319498" y="1512744"/>
            <a:chExt cx="352697" cy="352723"/>
          </a:xfrm>
        </p:grpSpPr>
        <p:sp>
          <p:nvSpPr>
            <p:cNvPr id="15870" name="Google Shape;15870;p67"/>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67"/>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67"/>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7"/>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67"/>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67"/>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67"/>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7"/>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7"/>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7"/>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67"/>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67"/>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7"/>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7"/>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67"/>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67"/>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67"/>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7"/>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67"/>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9" name="Google Shape;15889;p67"/>
          <p:cNvGrpSpPr/>
          <p:nvPr/>
        </p:nvGrpSpPr>
        <p:grpSpPr>
          <a:xfrm>
            <a:off x="4211544" y="1512666"/>
            <a:ext cx="312981" cy="352697"/>
            <a:chOff x="4236601" y="1512666"/>
            <a:chExt cx="312981" cy="352697"/>
          </a:xfrm>
        </p:grpSpPr>
        <p:sp>
          <p:nvSpPr>
            <p:cNvPr id="15890" name="Google Shape;15890;p67"/>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7"/>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7"/>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67"/>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67"/>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67"/>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67"/>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7"/>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67"/>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67"/>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67"/>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67"/>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67"/>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67"/>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4" name="Google Shape;15904;p67"/>
          <p:cNvGrpSpPr/>
          <p:nvPr/>
        </p:nvGrpSpPr>
        <p:grpSpPr>
          <a:xfrm>
            <a:off x="824618" y="3347716"/>
            <a:ext cx="346300" cy="375818"/>
            <a:chOff x="849675" y="3347716"/>
            <a:chExt cx="346300" cy="375818"/>
          </a:xfrm>
        </p:grpSpPr>
        <p:sp>
          <p:nvSpPr>
            <p:cNvPr id="15905" name="Google Shape;15905;p67"/>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67"/>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67"/>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7"/>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7"/>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67"/>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67"/>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67"/>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67"/>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67"/>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67"/>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67"/>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67"/>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67"/>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7"/>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67"/>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67"/>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2" name="Google Shape;15922;p67"/>
          <p:cNvGrpSpPr/>
          <p:nvPr/>
        </p:nvGrpSpPr>
        <p:grpSpPr>
          <a:xfrm>
            <a:off x="1299162" y="3399202"/>
            <a:ext cx="376578" cy="272846"/>
            <a:chOff x="1324219" y="3399202"/>
            <a:chExt cx="376578" cy="272846"/>
          </a:xfrm>
        </p:grpSpPr>
        <p:sp>
          <p:nvSpPr>
            <p:cNvPr id="15923" name="Google Shape;15923;p67"/>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67"/>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7"/>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7"/>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67"/>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67"/>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67"/>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67"/>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67"/>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67"/>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67"/>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67"/>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67"/>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67"/>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67"/>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67"/>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67"/>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67"/>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67"/>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67"/>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67"/>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67"/>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67"/>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67"/>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67"/>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67"/>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67"/>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67"/>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67"/>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67"/>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67"/>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67"/>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67"/>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67"/>
          <p:cNvGrpSpPr/>
          <p:nvPr/>
        </p:nvGrpSpPr>
        <p:grpSpPr>
          <a:xfrm>
            <a:off x="1773706" y="3395401"/>
            <a:ext cx="376185" cy="280448"/>
            <a:chOff x="1798763" y="3395401"/>
            <a:chExt cx="376185" cy="280448"/>
          </a:xfrm>
        </p:grpSpPr>
        <p:sp>
          <p:nvSpPr>
            <p:cNvPr id="15957" name="Google Shape;15957;p67"/>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67"/>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67"/>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67"/>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67"/>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67"/>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67"/>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67"/>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67"/>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67"/>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67"/>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67"/>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67"/>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67"/>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67"/>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67"/>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67"/>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67"/>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67"/>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67"/>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67"/>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67"/>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67"/>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67"/>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67"/>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67"/>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67"/>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67"/>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67"/>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67"/>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67"/>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8" name="Google Shape;15988;p67"/>
          <p:cNvGrpSpPr/>
          <p:nvPr/>
        </p:nvGrpSpPr>
        <p:grpSpPr>
          <a:xfrm>
            <a:off x="2248250" y="3378754"/>
            <a:ext cx="375818" cy="313374"/>
            <a:chOff x="2273307" y="3378754"/>
            <a:chExt cx="375818" cy="313374"/>
          </a:xfrm>
        </p:grpSpPr>
        <p:sp>
          <p:nvSpPr>
            <p:cNvPr id="15989" name="Google Shape;15989;p67"/>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67"/>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67"/>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67"/>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67"/>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67"/>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67"/>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67"/>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67"/>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67"/>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67"/>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67"/>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7"/>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67"/>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67"/>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7"/>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67"/>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67"/>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67"/>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67"/>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67"/>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67"/>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7"/>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7"/>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7"/>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67"/>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67"/>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7"/>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67"/>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67"/>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67"/>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67"/>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7"/>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67"/>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67"/>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67"/>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67"/>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7"/>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7"/>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67"/>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67"/>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7"/>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67"/>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67"/>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7"/>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67"/>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67"/>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67"/>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7"/>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67"/>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67"/>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67"/>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7"/>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67"/>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67"/>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7"/>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67"/>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67"/>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67"/>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7"/>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67"/>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67"/>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7"/>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7"/>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67"/>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67"/>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67"/>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67"/>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67"/>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7"/>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7"/>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7"/>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67"/>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67"/>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67"/>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67"/>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67"/>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7"/>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67"/>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67"/>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7"/>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67"/>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67"/>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67"/>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3" name="Google Shape;16073;p67"/>
          <p:cNvGrpSpPr/>
          <p:nvPr/>
        </p:nvGrpSpPr>
        <p:grpSpPr>
          <a:xfrm>
            <a:off x="2722427" y="3359460"/>
            <a:ext cx="377706" cy="352330"/>
            <a:chOff x="2747484" y="3359460"/>
            <a:chExt cx="377706" cy="352330"/>
          </a:xfrm>
        </p:grpSpPr>
        <p:sp>
          <p:nvSpPr>
            <p:cNvPr id="16074" name="Google Shape;16074;p67"/>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67"/>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7"/>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67"/>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67"/>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7"/>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67"/>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67"/>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7"/>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67"/>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67"/>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67"/>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67"/>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67"/>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67"/>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9" name="Google Shape;16089;p67"/>
          <p:cNvGrpSpPr/>
          <p:nvPr/>
        </p:nvGrpSpPr>
        <p:grpSpPr>
          <a:xfrm>
            <a:off x="3671148" y="3371938"/>
            <a:ext cx="375792" cy="327373"/>
            <a:chOff x="3696205" y="3371938"/>
            <a:chExt cx="375792" cy="327373"/>
          </a:xfrm>
        </p:grpSpPr>
        <p:sp>
          <p:nvSpPr>
            <p:cNvPr id="16090" name="Google Shape;16090;p67"/>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67"/>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7"/>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67"/>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67"/>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67"/>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67"/>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67"/>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67"/>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67"/>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67"/>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67"/>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7"/>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67"/>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67"/>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67"/>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67"/>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67"/>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67"/>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7"/>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7"/>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7"/>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67"/>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3" name="Google Shape;16113;p67"/>
          <p:cNvGrpSpPr/>
          <p:nvPr/>
        </p:nvGrpSpPr>
        <p:grpSpPr>
          <a:xfrm>
            <a:off x="6542267" y="2436849"/>
            <a:ext cx="366722" cy="342892"/>
            <a:chOff x="6567324" y="2436849"/>
            <a:chExt cx="366722" cy="342892"/>
          </a:xfrm>
        </p:grpSpPr>
        <p:sp>
          <p:nvSpPr>
            <p:cNvPr id="16114" name="Google Shape;16114;p67"/>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67"/>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67"/>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67"/>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67"/>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67"/>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7"/>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7"/>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67"/>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67"/>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67"/>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67"/>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6" name="Google Shape;16126;p67"/>
          <p:cNvGrpSpPr/>
          <p:nvPr/>
        </p:nvGrpSpPr>
        <p:grpSpPr>
          <a:xfrm>
            <a:off x="4183913" y="3361347"/>
            <a:ext cx="299349" cy="348188"/>
            <a:chOff x="4208970" y="3361347"/>
            <a:chExt cx="299349" cy="348188"/>
          </a:xfrm>
        </p:grpSpPr>
        <p:sp>
          <p:nvSpPr>
            <p:cNvPr id="16127" name="Google Shape;16127;p67"/>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67"/>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67"/>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7"/>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7"/>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67"/>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67"/>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67"/>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67"/>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67"/>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67"/>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67"/>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67"/>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67"/>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1" name="Google Shape;16141;p67"/>
          <p:cNvGrpSpPr/>
          <p:nvPr/>
        </p:nvGrpSpPr>
        <p:grpSpPr>
          <a:xfrm>
            <a:off x="2761776" y="1512351"/>
            <a:ext cx="366722" cy="353667"/>
            <a:chOff x="2786833" y="1512351"/>
            <a:chExt cx="366722" cy="353667"/>
          </a:xfrm>
        </p:grpSpPr>
        <p:sp>
          <p:nvSpPr>
            <p:cNvPr id="16142" name="Google Shape;16142;p67"/>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67"/>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7"/>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67"/>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67"/>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67"/>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7"/>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7"/>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67"/>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67"/>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7"/>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67"/>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67"/>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67"/>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7"/>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67"/>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67"/>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7"/>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7"/>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67"/>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2" name="Google Shape;16162;p67"/>
          <p:cNvGrpSpPr/>
          <p:nvPr/>
        </p:nvGrpSpPr>
        <p:grpSpPr>
          <a:xfrm>
            <a:off x="1820264" y="1512744"/>
            <a:ext cx="352723" cy="353090"/>
            <a:chOff x="1845321" y="1512744"/>
            <a:chExt cx="352723" cy="353090"/>
          </a:xfrm>
        </p:grpSpPr>
        <p:sp>
          <p:nvSpPr>
            <p:cNvPr id="16163" name="Google Shape;16163;p67"/>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67"/>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67"/>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67"/>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67"/>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7"/>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7"/>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7"/>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7"/>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67"/>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67"/>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4" name="Google Shape;16174;p67"/>
          <p:cNvGrpSpPr/>
          <p:nvPr/>
        </p:nvGrpSpPr>
        <p:grpSpPr>
          <a:xfrm>
            <a:off x="3189395" y="3340533"/>
            <a:ext cx="392465" cy="389896"/>
            <a:chOff x="3214452" y="3340533"/>
            <a:chExt cx="392465" cy="389896"/>
          </a:xfrm>
        </p:grpSpPr>
        <p:sp>
          <p:nvSpPr>
            <p:cNvPr id="16175" name="Google Shape;16175;p67"/>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67"/>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7"/>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67"/>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67"/>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67"/>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67"/>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67"/>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7"/>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67"/>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67"/>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67"/>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67"/>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67"/>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67"/>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67"/>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67"/>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7"/>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67"/>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67"/>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7"/>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67"/>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67"/>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67"/>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67"/>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67"/>
          <p:cNvGrpSpPr/>
          <p:nvPr/>
        </p:nvGrpSpPr>
        <p:grpSpPr>
          <a:xfrm>
            <a:off x="3302172" y="1499899"/>
            <a:ext cx="234650" cy="378440"/>
            <a:chOff x="3327229" y="1499899"/>
            <a:chExt cx="234650" cy="378440"/>
          </a:xfrm>
        </p:grpSpPr>
        <p:sp>
          <p:nvSpPr>
            <p:cNvPr id="16201" name="Google Shape;16201;p67"/>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7"/>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7"/>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67"/>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67"/>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67"/>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7"/>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7"/>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7"/>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67"/>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67"/>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67"/>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67"/>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67"/>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7"/>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7"/>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67"/>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67"/>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7"/>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67"/>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67"/>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2" name="Google Shape;16222;p67"/>
          <p:cNvGrpSpPr/>
          <p:nvPr/>
        </p:nvGrpSpPr>
        <p:grpSpPr>
          <a:xfrm>
            <a:off x="3710496" y="1530151"/>
            <a:ext cx="366722" cy="317962"/>
            <a:chOff x="3735553" y="1530151"/>
            <a:chExt cx="366722" cy="317962"/>
          </a:xfrm>
        </p:grpSpPr>
        <p:sp>
          <p:nvSpPr>
            <p:cNvPr id="16223" name="Google Shape;16223;p67"/>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67"/>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67"/>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7"/>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67"/>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7"/>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67"/>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67"/>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67"/>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7"/>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7"/>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67"/>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67"/>
          <p:cNvGrpSpPr/>
          <p:nvPr/>
        </p:nvGrpSpPr>
        <p:grpSpPr>
          <a:xfrm>
            <a:off x="841265" y="2469775"/>
            <a:ext cx="379226" cy="322733"/>
            <a:chOff x="866322" y="2469775"/>
            <a:chExt cx="379226" cy="322733"/>
          </a:xfrm>
        </p:grpSpPr>
        <p:sp>
          <p:nvSpPr>
            <p:cNvPr id="16236" name="Google Shape;16236;p67"/>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67"/>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67"/>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67"/>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7"/>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7"/>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7"/>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67"/>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7"/>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67"/>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67"/>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67"/>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7"/>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67"/>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67"/>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7"/>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7"/>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67"/>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67"/>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67"/>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67"/>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67"/>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67"/>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67"/>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67"/>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67"/>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2" name="Google Shape;16262;p67"/>
          <p:cNvGrpSpPr/>
          <p:nvPr/>
        </p:nvGrpSpPr>
        <p:grpSpPr>
          <a:xfrm>
            <a:off x="1303330" y="2500814"/>
            <a:ext cx="404183" cy="289151"/>
            <a:chOff x="1328387" y="2500814"/>
            <a:chExt cx="404183" cy="289151"/>
          </a:xfrm>
        </p:grpSpPr>
        <p:sp>
          <p:nvSpPr>
            <p:cNvPr id="16263" name="Google Shape;16263;p67"/>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7"/>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67"/>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67"/>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7"/>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67"/>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67"/>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67"/>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7"/>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7"/>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67"/>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67"/>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7"/>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67"/>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67"/>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67"/>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67"/>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67"/>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67"/>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7"/>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7"/>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7"/>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7"/>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67"/>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67"/>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67"/>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7"/>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67"/>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67"/>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2" name="Google Shape;16292;p67"/>
          <p:cNvGrpSpPr/>
          <p:nvPr/>
        </p:nvGrpSpPr>
        <p:grpSpPr>
          <a:xfrm>
            <a:off x="1796408" y="2495702"/>
            <a:ext cx="365988" cy="270801"/>
            <a:chOff x="1821465" y="2495702"/>
            <a:chExt cx="365988" cy="270801"/>
          </a:xfrm>
        </p:grpSpPr>
        <p:sp>
          <p:nvSpPr>
            <p:cNvPr id="16293" name="Google Shape;16293;p67"/>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67"/>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67"/>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67"/>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7"/>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67"/>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67"/>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67"/>
          <p:cNvGrpSpPr/>
          <p:nvPr/>
        </p:nvGrpSpPr>
        <p:grpSpPr>
          <a:xfrm>
            <a:off x="3700666" y="2455776"/>
            <a:ext cx="354977" cy="351202"/>
            <a:chOff x="3725723" y="2455776"/>
            <a:chExt cx="354977" cy="351202"/>
          </a:xfrm>
        </p:grpSpPr>
        <p:sp>
          <p:nvSpPr>
            <p:cNvPr id="16301" name="Google Shape;16301;p67"/>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7"/>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67"/>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67"/>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67"/>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67"/>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7"/>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67"/>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67"/>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7"/>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7"/>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7"/>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7"/>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4" name="Google Shape;16314;p67"/>
          <p:cNvGrpSpPr/>
          <p:nvPr/>
        </p:nvGrpSpPr>
        <p:grpSpPr>
          <a:xfrm>
            <a:off x="5201108" y="1977641"/>
            <a:ext cx="230482" cy="388847"/>
            <a:chOff x="5226165" y="1977641"/>
            <a:chExt cx="230482" cy="388847"/>
          </a:xfrm>
        </p:grpSpPr>
        <p:sp>
          <p:nvSpPr>
            <p:cNvPr id="16315" name="Google Shape;16315;p67"/>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67"/>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67"/>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67"/>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7"/>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7"/>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7"/>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7"/>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67"/>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67"/>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67"/>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67"/>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67"/>
          <p:cNvGrpSpPr/>
          <p:nvPr/>
        </p:nvGrpSpPr>
        <p:grpSpPr>
          <a:xfrm>
            <a:off x="5607545" y="2025510"/>
            <a:ext cx="370130" cy="287264"/>
            <a:chOff x="5632602" y="2025510"/>
            <a:chExt cx="370130" cy="287264"/>
          </a:xfrm>
        </p:grpSpPr>
        <p:sp>
          <p:nvSpPr>
            <p:cNvPr id="16328" name="Google Shape;16328;p67"/>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67"/>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67"/>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67"/>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67"/>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67"/>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67"/>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67"/>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67"/>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67"/>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67"/>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67"/>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67"/>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67"/>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67"/>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67"/>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67"/>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67"/>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6" name="Google Shape;16346;p67"/>
          <p:cNvGrpSpPr/>
          <p:nvPr/>
        </p:nvGrpSpPr>
        <p:grpSpPr>
          <a:xfrm>
            <a:off x="4187321" y="2456537"/>
            <a:ext cx="331515" cy="330021"/>
            <a:chOff x="4212378" y="2456537"/>
            <a:chExt cx="331515" cy="330021"/>
          </a:xfrm>
        </p:grpSpPr>
        <p:sp>
          <p:nvSpPr>
            <p:cNvPr id="16347" name="Google Shape;16347;p67"/>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67"/>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67"/>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67"/>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67"/>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67"/>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67"/>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7"/>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67"/>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6" name="Google Shape;16356;p67"/>
          <p:cNvGrpSpPr/>
          <p:nvPr/>
        </p:nvGrpSpPr>
        <p:grpSpPr>
          <a:xfrm>
            <a:off x="6150956" y="1977825"/>
            <a:ext cx="235411" cy="347427"/>
            <a:chOff x="6176013" y="1977825"/>
            <a:chExt cx="235411" cy="347427"/>
          </a:xfrm>
        </p:grpSpPr>
        <p:sp>
          <p:nvSpPr>
            <p:cNvPr id="16357" name="Google Shape;16357;p67"/>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67"/>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67"/>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67"/>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67"/>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67"/>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67"/>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7"/>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67"/>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67"/>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67"/>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7"/>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7"/>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67"/>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67"/>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67"/>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67"/>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4" name="Google Shape;16374;p67"/>
          <p:cNvGrpSpPr/>
          <p:nvPr/>
        </p:nvGrpSpPr>
        <p:grpSpPr>
          <a:xfrm>
            <a:off x="6627020" y="1977458"/>
            <a:ext cx="235778" cy="347794"/>
            <a:chOff x="6652077" y="1977458"/>
            <a:chExt cx="235778" cy="347794"/>
          </a:xfrm>
        </p:grpSpPr>
        <p:sp>
          <p:nvSpPr>
            <p:cNvPr id="16375" name="Google Shape;16375;p67"/>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67"/>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7"/>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7"/>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67"/>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67"/>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67"/>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67"/>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67"/>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67"/>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67"/>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67"/>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67"/>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67"/>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67"/>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7"/>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1" name="Google Shape;16391;p67"/>
          <p:cNvGrpSpPr/>
          <p:nvPr/>
        </p:nvGrpSpPr>
        <p:grpSpPr>
          <a:xfrm>
            <a:off x="7047456" y="1997512"/>
            <a:ext cx="394352" cy="308052"/>
            <a:chOff x="7072513" y="1997512"/>
            <a:chExt cx="394352" cy="308052"/>
          </a:xfrm>
        </p:grpSpPr>
        <p:sp>
          <p:nvSpPr>
            <p:cNvPr id="16392" name="Google Shape;16392;p67"/>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67"/>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67"/>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67"/>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67"/>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7"/>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67"/>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67"/>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67"/>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7"/>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67"/>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3" name="Google Shape;16403;p67"/>
          <p:cNvGrpSpPr/>
          <p:nvPr/>
        </p:nvGrpSpPr>
        <p:grpSpPr>
          <a:xfrm>
            <a:off x="7551151" y="1977825"/>
            <a:ext cx="292533" cy="347454"/>
            <a:chOff x="7576208" y="1977825"/>
            <a:chExt cx="292533" cy="347454"/>
          </a:xfrm>
        </p:grpSpPr>
        <p:sp>
          <p:nvSpPr>
            <p:cNvPr id="16404" name="Google Shape;16404;p67"/>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67"/>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67"/>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67"/>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67"/>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67"/>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67"/>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7"/>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67"/>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67"/>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67"/>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67"/>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67"/>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7" name="Google Shape;16417;p67"/>
          <p:cNvGrpSpPr/>
          <p:nvPr/>
        </p:nvGrpSpPr>
        <p:grpSpPr>
          <a:xfrm>
            <a:off x="7998825" y="1977458"/>
            <a:ext cx="320557" cy="347794"/>
            <a:chOff x="8023882" y="1977458"/>
            <a:chExt cx="320557" cy="347794"/>
          </a:xfrm>
        </p:grpSpPr>
        <p:sp>
          <p:nvSpPr>
            <p:cNvPr id="16418" name="Google Shape;16418;p67"/>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67"/>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67"/>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7"/>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67"/>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67"/>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67"/>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7"/>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7"/>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67"/>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67"/>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67"/>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7"/>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7"/>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67"/>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67"/>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67"/>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7"/>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7"/>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7"/>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7"/>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67"/>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67"/>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7"/>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67"/>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67"/>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67"/>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67"/>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67"/>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7"/>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7"/>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67"/>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7"/>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67"/>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67"/>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7"/>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7"/>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67"/>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67"/>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67"/>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67"/>
          <p:cNvGrpSpPr/>
          <p:nvPr/>
        </p:nvGrpSpPr>
        <p:grpSpPr>
          <a:xfrm>
            <a:off x="5602617" y="2444819"/>
            <a:ext cx="345147" cy="342630"/>
            <a:chOff x="5627674" y="2444819"/>
            <a:chExt cx="345147" cy="342630"/>
          </a:xfrm>
        </p:grpSpPr>
        <p:sp>
          <p:nvSpPr>
            <p:cNvPr id="16459" name="Google Shape;16459;p67"/>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67"/>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67"/>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67"/>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67"/>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67"/>
          <p:cNvGrpSpPr/>
          <p:nvPr/>
        </p:nvGrpSpPr>
        <p:grpSpPr>
          <a:xfrm>
            <a:off x="4628939" y="2440257"/>
            <a:ext cx="396607" cy="348555"/>
            <a:chOff x="4653996" y="2440257"/>
            <a:chExt cx="396607" cy="348555"/>
          </a:xfrm>
        </p:grpSpPr>
        <p:sp>
          <p:nvSpPr>
            <p:cNvPr id="16465" name="Google Shape;16465;p67"/>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67"/>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67"/>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67"/>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67"/>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67"/>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67"/>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67"/>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67"/>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67"/>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67"/>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67"/>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67"/>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67"/>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67"/>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67"/>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67"/>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67"/>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3" name="Google Shape;16483;p67"/>
          <p:cNvGrpSpPr/>
          <p:nvPr/>
        </p:nvGrpSpPr>
        <p:grpSpPr>
          <a:xfrm>
            <a:off x="1829334" y="2895140"/>
            <a:ext cx="301630" cy="374272"/>
            <a:chOff x="1854391" y="2895140"/>
            <a:chExt cx="301630" cy="374272"/>
          </a:xfrm>
        </p:grpSpPr>
        <p:sp>
          <p:nvSpPr>
            <p:cNvPr id="16484" name="Google Shape;16484;p67"/>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67"/>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67"/>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67"/>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67"/>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67"/>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67"/>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67"/>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67"/>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67"/>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67"/>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67"/>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67"/>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67"/>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67"/>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67"/>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67"/>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67"/>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67"/>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67"/>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67"/>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67"/>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67"/>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67"/>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67"/>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67"/>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67"/>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67"/>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67"/>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67"/>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67"/>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67"/>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67"/>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67"/>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67"/>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67"/>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67"/>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67"/>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67"/>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67"/>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67"/>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67"/>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67"/>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67"/>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67"/>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67"/>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67"/>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67"/>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67"/>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3" name="Google Shape;16533;p67"/>
          <p:cNvGrpSpPr/>
          <p:nvPr/>
        </p:nvGrpSpPr>
        <p:grpSpPr>
          <a:xfrm>
            <a:off x="5147760" y="2438370"/>
            <a:ext cx="289518" cy="357651"/>
            <a:chOff x="5172817" y="2438370"/>
            <a:chExt cx="289518" cy="357651"/>
          </a:xfrm>
        </p:grpSpPr>
        <p:sp>
          <p:nvSpPr>
            <p:cNvPr id="16534" name="Google Shape;16534;p67"/>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67"/>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67"/>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67"/>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67"/>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67"/>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67"/>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67"/>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67"/>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67"/>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67"/>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5" name="Google Shape;16545;p67"/>
          <p:cNvGrpSpPr/>
          <p:nvPr/>
        </p:nvGrpSpPr>
        <p:grpSpPr>
          <a:xfrm>
            <a:off x="3209449" y="2484534"/>
            <a:ext cx="388297" cy="293320"/>
            <a:chOff x="3234506" y="2484534"/>
            <a:chExt cx="388297" cy="293320"/>
          </a:xfrm>
        </p:grpSpPr>
        <p:sp>
          <p:nvSpPr>
            <p:cNvPr id="16546" name="Google Shape;16546;p67"/>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67"/>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67"/>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67"/>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67"/>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67"/>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67"/>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67"/>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67"/>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67"/>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67"/>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67"/>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67"/>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67"/>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67"/>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67"/>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2" name="Google Shape;16562;p67"/>
          <p:cNvGrpSpPr/>
          <p:nvPr/>
        </p:nvGrpSpPr>
        <p:grpSpPr>
          <a:xfrm>
            <a:off x="6040092" y="3367036"/>
            <a:ext cx="362553" cy="356498"/>
            <a:chOff x="6065149" y="3367036"/>
            <a:chExt cx="362553" cy="356498"/>
          </a:xfrm>
        </p:grpSpPr>
        <p:sp>
          <p:nvSpPr>
            <p:cNvPr id="16563" name="Google Shape;16563;p67"/>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67"/>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67"/>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67"/>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67"/>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8" name="Google Shape;16568;p67"/>
          <p:cNvGrpSpPr/>
          <p:nvPr/>
        </p:nvGrpSpPr>
        <p:grpSpPr>
          <a:xfrm>
            <a:off x="6515764" y="3367036"/>
            <a:ext cx="362553" cy="356498"/>
            <a:chOff x="6540821" y="3367036"/>
            <a:chExt cx="362553" cy="356498"/>
          </a:xfrm>
        </p:grpSpPr>
        <p:sp>
          <p:nvSpPr>
            <p:cNvPr id="16569" name="Google Shape;16569;p67"/>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67"/>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67"/>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67"/>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67"/>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67"/>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67"/>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6" name="Google Shape;16576;p67"/>
          <p:cNvGrpSpPr/>
          <p:nvPr/>
        </p:nvGrpSpPr>
        <p:grpSpPr>
          <a:xfrm>
            <a:off x="2277401" y="2474704"/>
            <a:ext cx="354479" cy="312561"/>
            <a:chOff x="2302458" y="2474704"/>
            <a:chExt cx="354479" cy="312561"/>
          </a:xfrm>
        </p:grpSpPr>
        <p:sp>
          <p:nvSpPr>
            <p:cNvPr id="16577" name="Google Shape;16577;p67"/>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67"/>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67"/>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67"/>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67"/>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67"/>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67"/>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67"/>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67"/>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67"/>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67"/>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67"/>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9" name="Google Shape;16589;p67"/>
          <p:cNvGrpSpPr/>
          <p:nvPr/>
        </p:nvGrpSpPr>
        <p:grpSpPr>
          <a:xfrm>
            <a:off x="2806053" y="2442538"/>
            <a:ext cx="246002" cy="348922"/>
            <a:chOff x="2831110" y="2442538"/>
            <a:chExt cx="246002" cy="348922"/>
          </a:xfrm>
        </p:grpSpPr>
        <p:sp>
          <p:nvSpPr>
            <p:cNvPr id="16590" name="Google Shape;16590;p67"/>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67"/>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67"/>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67"/>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67"/>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67"/>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67"/>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67"/>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67"/>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67"/>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67"/>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67"/>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67"/>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67"/>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4" name="Google Shape;16604;p67"/>
          <p:cNvGrpSpPr/>
          <p:nvPr/>
        </p:nvGrpSpPr>
        <p:grpSpPr>
          <a:xfrm>
            <a:off x="6991435" y="3367036"/>
            <a:ext cx="362947" cy="356498"/>
            <a:chOff x="7016492" y="3367036"/>
            <a:chExt cx="362947" cy="356498"/>
          </a:xfrm>
        </p:grpSpPr>
        <p:sp>
          <p:nvSpPr>
            <p:cNvPr id="16605" name="Google Shape;16605;p67"/>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67"/>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67"/>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67"/>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67"/>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67"/>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1" name="Google Shape;16611;p67"/>
          <p:cNvGrpSpPr/>
          <p:nvPr/>
        </p:nvGrpSpPr>
        <p:grpSpPr>
          <a:xfrm>
            <a:off x="4806717" y="3817357"/>
            <a:ext cx="362947" cy="356576"/>
            <a:chOff x="5108852" y="3817357"/>
            <a:chExt cx="362947" cy="356576"/>
          </a:xfrm>
        </p:grpSpPr>
        <p:sp>
          <p:nvSpPr>
            <p:cNvPr id="16612" name="Google Shape;16612;p67"/>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67"/>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67"/>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67"/>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6" name="Google Shape;16616;p67"/>
          <p:cNvGrpSpPr/>
          <p:nvPr/>
        </p:nvGrpSpPr>
        <p:grpSpPr>
          <a:xfrm>
            <a:off x="5703585" y="3817357"/>
            <a:ext cx="362947" cy="356576"/>
            <a:chOff x="6005720" y="3817357"/>
            <a:chExt cx="362947" cy="356576"/>
          </a:xfrm>
        </p:grpSpPr>
        <p:sp>
          <p:nvSpPr>
            <p:cNvPr id="16617" name="Google Shape;16617;p67"/>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67"/>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67"/>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67"/>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1" name="Google Shape;16621;p67"/>
          <p:cNvGrpSpPr/>
          <p:nvPr/>
        </p:nvGrpSpPr>
        <p:grpSpPr>
          <a:xfrm>
            <a:off x="5564395" y="3367036"/>
            <a:ext cx="362580" cy="356498"/>
            <a:chOff x="5589452" y="3367036"/>
            <a:chExt cx="362580" cy="356498"/>
          </a:xfrm>
        </p:grpSpPr>
        <p:sp>
          <p:nvSpPr>
            <p:cNvPr id="16622" name="Google Shape;16622;p67"/>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67"/>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67"/>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5" name="Google Shape;16625;p67"/>
          <p:cNvGrpSpPr/>
          <p:nvPr/>
        </p:nvGrpSpPr>
        <p:grpSpPr>
          <a:xfrm>
            <a:off x="7462964" y="3362475"/>
            <a:ext cx="372017" cy="365621"/>
            <a:chOff x="7488021" y="3362475"/>
            <a:chExt cx="372017" cy="365621"/>
          </a:xfrm>
        </p:grpSpPr>
        <p:sp>
          <p:nvSpPr>
            <p:cNvPr id="16626" name="Google Shape;16626;p67"/>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67"/>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67"/>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67"/>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67"/>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67"/>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67"/>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67"/>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67"/>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67"/>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6" name="Google Shape;16636;p67"/>
          <p:cNvGrpSpPr/>
          <p:nvPr/>
        </p:nvGrpSpPr>
        <p:grpSpPr>
          <a:xfrm>
            <a:off x="5088724" y="3367036"/>
            <a:ext cx="362553" cy="356498"/>
            <a:chOff x="5113781" y="3367036"/>
            <a:chExt cx="362553" cy="356498"/>
          </a:xfrm>
        </p:grpSpPr>
        <p:sp>
          <p:nvSpPr>
            <p:cNvPr id="16637" name="Google Shape;16637;p67"/>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67"/>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9" name="Google Shape;16639;p67"/>
          <p:cNvSpPr/>
          <p:nvPr/>
        </p:nvSpPr>
        <p:spPr>
          <a:xfrm>
            <a:off x="5147760"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40" name="Google Shape;16640;p67"/>
          <p:cNvGrpSpPr/>
          <p:nvPr/>
        </p:nvGrpSpPr>
        <p:grpSpPr>
          <a:xfrm>
            <a:off x="7943564" y="3365489"/>
            <a:ext cx="375818" cy="357651"/>
            <a:chOff x="7968621" y="3365489"/>
            <a:chExt cx="375818" cy="357651"/>
          </a:xfrm>
        </p:grpSpPr>
        <p:sp>
          <p:nvSpPr>
            <p:cNvPr id="16641" name="Google Shape;16641;p67"/>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67"/>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67"/>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67"/>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67"/>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67"/>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67"/>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67"/>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67"/>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67"/>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67"/>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67"/>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3" name="Google Shape;16653;p67"/>
          <p:cNvGrpSpPr/>
          <p:nvPr/>
        </p:nvGrpSpPr>
        <p:grpSpPr>
          <a:xfrm>
            <a:off x="5255151" y="3817357"/>
            <a:ext cx="362947" cy="356576"/>
            <a:chOff x="5557286" y="3817357"/>
            <a:chExt cx="362947" cy="356576"/>
          </a:xfrm>
        </p:grpSpPr>
        <p:grpSp>
          <p:nvGrpSpPr>
            <p:cNvPr id="16654" name="Google Shape;16654;p67"/>
            <p:cNvGrpSpPr/>
            <p:nvPr/>
          </p:nvGrpSpPr>
          <p:grpSpPr>
            <a:xfrm>
              <a:off x="5557286" y="3817357"/>
              <a:ext cx="362947" cy="356576"/>
              <a:chOff x="5557286" y="3817357"/>
              <a:chExt cx="362947" cy="356576"/>
            </a:xfrm>
          </p:grpSpPr>
          <p:sp>
            <p:nvSpPr>
              <p:cNvPr id="16655" name="Google Shape;16655;p67"/>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67"/>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67"/>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8" name="Google Shape;16658;p67"/>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9" name="Google Shape;16659;p67"/>
          <p:cNvGrpSpPr/>
          <p:nvPr/>
        </p:nvGrpSpPr>
        <p:grpSpPr>
          <a:xfrm>
            <a:off x="4358284" y="3817357"/>
            <a:ext cx="362947" cy="356576"/>
            <a:chOff x="4660419" y="3817357"/>
            <a:chExt cx="362947" cy="356576"/>
          </a:xfrm>
        </p:grpSpPr>
        <p:grpSp>
          <p:nvGrpSpPr>
            <p:cNvPr id="16660" name="Google Shape;16660;p67"/>
            <p:cNvGrpSpPr/>
            <p:nvPr/>
          </p:nvGrpSpPr>
          <p:grpSpPr>
            <a:xfrm>
              <a:off x="4660419" y="3817357"/>
              <a:ext cx="362947" cy="356576"/>
              <a:chOff x="4660419" y="3817357"/>
              <a:chExt cx="362947" cy="356576"/>
            </a:xfrm>
          </p:grpSpPr>
          <p:sp>
            <p:nvSpPr>
              <p:cNvPr id="16661" name="Google Shape;16661;p67"/>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67"/>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3" name="Google Shape;16663;p67"/>
            <p:cNvGrpSpPr/>
            <p:nvPr/>
          </p:nvGrpSpPr>
          <p:grpSpPr>
            <a:xfrm>
              <a:off x="4694459" y="3856408"/>
              <a:ext cx="282308" cy="265356"/>
              <a:chOff x="4690600" y="3853050"/>
              <a:chExt cx="289488" cy="272132"/>
            </a:xfrm>
          </p:grpSpPr>
          <p:sp>
            <p:nvSpPr>
              <p:cNvPr id="16664" name="Google Shape;16664;p67"/>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67"/>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66" name="Google Shape;16666;p67"/>
          <p:cNvGrpSpPr/>
          <p:nvPr/>
        </p:nvGrpSpPr>
        <p:grpSpPr>
          <a:xfrm>
            <a:off x="6159823" y="3813323"/>
            <a:ext cx="369882" cy="364325"/>
            <a:chOff x="1190200" y="238125"/>
            <a:chExt cx="5306767" cy="5212083"/>
          </a:xfrm>
        </p:grpSpPr>
        <p:grpSp>
          <p:nvGrpSpPr>
            <p:cNvPr id="16667" name="Google Shape;16667;p67"/>
            <p:cNvGrpSpPr/>
            <p:nvPr/>
          </p:nvGrpSpPr>
          <p:grpSpPr>
            <a:xfrm>
              <a:off x="1190200" y="238125"/>
              <a:ext cx="5212075" cy="5212075"/>
              <a:chOff x="1190200" y="238125"/>
              <a:chExt cx="5212075" cy="5212075"/>
            </a:xfrm>
          </p:grpSpPr>
          <p:sp>
            <p:nvSpPr>
              <p:cNvPr id="16668" name="Google Shape;16668;p67"/>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67"/>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70" name="Google Shape;16670;p67"/>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1" name="Google Shape;16671;p67"/>
          <p:cNvGrpSpPr/>
          <p:nvPr/>
        </p:nvGrpSpPr>
        <p:grpSpPr>
          <a:xfrm>
            <a:off x="3461049" y="3817357"/>
            <a:ext cx="363314" cy="356576"/>
            <a:chOff x="3763184" y="3817357"/>
            <a:chExt cx="363314" cy="356576"/>
          </a:xfrm>
        </p:grpSpPr>
        <p:sp>
          <p:nvSpPr>
            <p:cNvPr id="16672" name="Google Shape;16672;p67"/>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67"/>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67"/>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67"/>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67"/>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7" name="Google Shape;16677;p67"/>
          <p:cNvGrpSpPr/>
          <p:nvPr/>
        </p:nvGrpSpPr>
        <p:grpSpPr>
          <a:xfrm>
            <a:off x="3909850" y="3817357"/>
            <a:ext cx="362947" cy="356576"/>
            <a:chOff x="4211985" y="3817357"/>
            <a:chExt cx="362947" cy="356576"/>
          </a:xfrm>
        </p:grpSpPr>
        <p:sp>
          <p:nvSpPr>
            <p:cNvPr id="16678" name="Google Shape;16678;p67"/>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67"/>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67"/>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1" name="Google Shape;16681;p67"/>
          <p:cNvGrpSpPr/>
          <p:nvPr/>
        </p:nvGrpSpPr>
        <p:grpSpPr>
          <a:xfrm>
            <a:off x="3012615" y="3817357"/>
            <a:ext cx="362920" cy="356865"/>
            <a:chOff x="3314750" y="3817357"/>
            <a:chExt cx="362920" cy="356865"/>
          </a:xfrm>
        </p:grpSpPr>
        <p:grpSp>
          <p:nvGrpSpPr>
            <p:cNvPr id="16682" name="Google Shape;16682;p67"/>
            <p:cNvGrpSpPr/>
            <p:nvPr/>
          </p:nvGrpSpPr>
          <p:grpSpPr>
            <a:xfrm>
              <a:off x="3314750" y="3817357"/>
              <a:ext cx="362920" cy="356865"/>
              <a:chOff x="3314750" y="3817357"/>
              <a:chExt cx="362920" cy="356865"/>
            </a:xfrm>
          </p:grpSpPr>
          <p:sp>
            <p:nvSpPr>
              <p:cNvPr id="16683" name="Google Shape;16683;p67"/>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67"/>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67"/>
            <p:cNvGrpSpPr/>
            <p:nvPr/>
          </p:nvGrpSpPr>
          <p:grpSpPr>
            <a:xfrm>
              <a:off x="3394986" y="3894612"/>
              <a:ext cx="202339" cy="202323"/>
              <a:chOff x="935197" y="1793977"/>
              <a:chExt cx="256451" cy="256430"/>
            </a:xfrm>
          </p:grpSpPr>
          <p:sp>
            <p:nvSpPr>
              <p:cNvPr id="16686" name="Google Shape;16686;p6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6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88" name="Google Shape;16688;p67"/>
          <p:cNvGrpSpPr/>
          <p:nvPr/>
        </p:nvGrpSpPr>
        <p:grpSpPr>
          <a:xfrm>
            <a:off x="2564181" y="3817357"/>
            <a:ext cx="362920" cy="356865"/>
            <a:chOff x="2866317" y="3817357"/>
            <a:chExt cx="362920" cy="356865"/>
          </a:xfrm>
        </p:grpSpPr>
        <p:sp>
          <p:nvSpPr>
            <p:cNvPr id="16689" name="Google Shape;16689;p6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67"/>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6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92" name="Google Shape;16692;p67"/>
          <p:cNvSpPr txBox="1">
            <a:spLocks noGrp="1"/>
          </p:cNvSpPr>
          <p:nvPr>
            <p:ph type="title"/>
          </p:nvPr>
        </p:nvSpPr>
        <p:spPr>
          <a:xfrm>
            <a:off x="716700"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696"/>
        <p:cNvGrpSpPr/>
        <p:nvPr/>
      </p:nvGrpSpPr>
      <p:grpSpPr>
        <a:xfrm>
          <a:off x="0" y="0"/>
          <a:ext cx="0" cy="0"/>
          <a:chOff x="0" y="0"/>
          <a:chExt cx="0" cy="0"/>
        </a:xfrm>
      </p:grpSpPr>
      <p:pic>
        <p:nvPicPr>
          <p:cNvPr id="16697" name="Google Shape;16697;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Multimedia Software Pitch Deck by Slidesgo">
  <a:themeElements>
    <a:clrScheme name="Simple Light">
      <a:dk1>
        <a:srgbClr val="35363B"/>
      </a:dk1>
      <a:lt1>
        <a:srgbClr val="F3F3F3"/>
      </a:lt1>
      <a:dk2>
        <a:srgbClr val="D9DDE3"/>
      </a:dk2>
      <a:lt2>
        <a:srgbClr val="BA0034"/>
      </a:lt2>
      <a:accent1>
        <a:srgbClr val="F8B85E"/>
      </a:accent1>
      <a:accent2>
        <a:srgbClr val="34909D"/>
      </a:accent2>
      <a:accent3>
        <a:srgbClr val="55C0ED"/>
      </a:accent3>
      <a:accent4>
        <a:srgbClr val="6F7082"/>
      </a:accent4>
      <a:accent5>
        <a:srgbClr val="CED0D6"/>
      </a:accent5>
      <a:accent6>
        <a:srgbClr val="42444F"/>
      </a:accent6>
      <a:hlink>
        <a:srgbClr val="35363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177</TotalTime>
  <Words>2331</Words>
  <Application>Microsoft Office PowerPoint</Application>
  <PresentationFormat>Экран (16:9)</PresentationFormat>
  <Paragraphs>451</Paragraphs>
  <Slides>47</Slides>
  <Notes>46</Notes>
  <HiddenSlides>0</HiddenSlides>
  <MMClips>0</MMClips>
  <ScaleCrop>false</ScaleCrop>
  <HeadingPairs>
    <vt:vector size="6" baseType="variant">
      <vt:variant>
        <vt:lpstr>Использованные шрифты</vt:lpstr>
      </vt:variant>
      <vt:variant>
        <vt:i4>16</vt:i4>
      </vt:variant>
      <vt:variant>
        <vt:lpstr>Тема</vt:lpstr>
      </vt:variant>
      <vt:variant>
        <vt:i4>2</vt:i4>
      </vt:variant>
      <vt:variant>
        <vt:lpstr>Заголовки слайдов</vt:lpstr>
      </vt:variant>
      <vt:variant>
        <vt:i4>47</vt:i4>
      </vt:variant>
    </vt:vector>
  </HeadingPairs>
  <TitlesOfParts>
    <vt:vector size="65" baseType="lpstr">
      <vt:lpstr>Roboto Medium</vt:lpstr>
      <vt:lpstr>Franklin Gothic Demi</vt:lpstr>
      <vt:lpstr>Lato Light</vt:lpstr>
      <vt:lpstr>Proxima Nova</vt:lpstr>
      <vt:lpstr>Bahnschrift SemiBold</vt:lpstr>
      <vt:lpstr>Raleway</vt:lpstr>
      <vt:lpstr>Open Sans</vt:lpstr>
      <vt:lpstr>Nunito Light</vt:lpstr>
      <vt:lpstr>Calibri</vt:lpstr>
      <vt:lpstr>Epilogue</vt:lpstr>
      <vt:lpstr>PT Sans</vt:lpstr>
      <vt:lpstr>Bahnschrift Light SemiCondensed</vt:lpstr>
      <vt:lpstr>Amatic SC</vt:lpstr>
      <vt:lpstr>Arial</vt:lpstr>
      <vt:lpstr>Bahnschrift SemiCondensed</vt:lpstr>
      <vt:lpstr>Lato</vt:lpstr>
      <vt:lpstr>Multimedia Software Pitch Deck by Slidesgo</vt:lpstr>
      <vt:lpstr>Slidesgo Final Pages</vt:lpstr>
      <vt:lpstr>Выпускная квалификационная работа Тема: «Сервис для организации праздничных пожеланий»</vt:lpstr>
      <vt:lpstr>Проблемы</vt:lpstr>
      <vt:lpstr>Цели и задачи</vt:lpstr>
      <vt:lpstr>Аналоги</vt:lpstr>
      <vt:lpstr>Структура архитектуры приложения</vt:lpstr>
      <vt:lpstr>Подготовка данных</vt:lpstr>
      <vt:lpstr>Алгоритм обучения</vt:lpstr>
      <vt:lpstr>Contents of this template</vt:lpstr>
      <vt:lpstr>Table of contents</vt:lpstr>
      <vt:lpstr>What is a pitch deck?</vt:lpstr>
      <vt:lpstr>Introduction</vt:lpstr>
      <vt:lpstr>Let’s have  a look</vt:lpstr>
      <vt:lpstr>Introduction</vt:lpstr>
      <vt:lpstr>Main ideas of a pitch deck</vt:lpstr>
      <vt:lpstr>Key ideas in market opportunity</vt:lpstr>
      <vt:lpstr>Six recommendations</vt:lpstr>
      <vt:lpstr>9h 55m 23s</vt:lpstr>
      <vt:lpstr>4,498,300,000</vt:lpstr>
      <vt:lpstr>Revenue by quarter</vt:lpstr>
      <vt:lpstr>Competition comparison</vt:lpstr>
      <vt:lpstr>Product infographic</vt:lpstr>
      <vt:lpstr>Timeline of your presentation</vt:lpstr>
      <vt:lpstr>Organizational chart</vt:lpstr>
      <vt:lpstr>Market size overview</vt:lpstr>
      <vt:lpstr>Roadmap infographic</vt:lpstr>
      <vt:lpstr>KPI dashboard</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vt:lpstr>
      <vt:lpstr>Презентация PowerPoint</vt:lpstr>
      <vt:lpstr>Презентация PowerPoint</vt:lpstr>
      <vt:lpstr>Презентация PowerPoint</vt:lpstr>
      <vt:lpstr>Презентация PowerPoint</vt:lpstr>
      <vt:lpstr>Nature Icons</vt:lpstr>
      <vt:lpstr>SEO &amp; Marketing Icons</vt:lpstr>
      <vt:lpstr>Презентация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Выпускная квалификационная работа Тема: «Сервис для организации праздничных пожеланий»</dc:title>
  <dc:creator>NNk Game</dc:creator>
  <cp:lastModifiedBy>NNk Game</cp:lastModifiedBy>
  <cp:revision>24</cp:revision>
  <dcterms:modified xsi:type="dcterms:W3CDTF">2026-05-19T23:56:24Z</dcterms:modified>
</cp:coreProperties>
</file>